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2D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76809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1130" y="645830"/>
            <a:ext cx="13976869" cy="20198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4896" y="2519103"/>
            <a:ext cx="3130374" cy="14656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690067"/>
            <a:ext cx="18288000" cy="25694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2D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2D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2D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6AA0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76752" y="1258063"/>
            <a:ext cx="3300095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2D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Relationship Id="rId28" Type="http://schemas.openxmlformats.org/officeDocument/2006/relationships/image" Target="../media/image32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image" Target="../media/image35.png"/><Relationship Id="rId32" Type="http://schemas.openxmlformats.org/officeDocument/2006/relationships/image" Target="../media/image36.png"/><Relationship Id="rId33" Type="http://schemas.openxmlformats.org/officeDocument/2006/relationships/image" Target="../media/image37.png"/><Relationship Id="rId34" Type="http://schemas.openxmlformats.org/officeDocument/2006/relationships/image" Target="../media/image38.png"/><Relationship Id="rId35" Type="http://schemas.openxmlformats.org/officeDocument/2006/relationships/image" Target="../media/image39.png"/><Relationship Id="rId36" Type="http://schemas.openxmlformats.org/officeDocument/2006/relationships/image" Target="../media/image40.png"/><Relationship Id="rId37" Type="http://schemas.openxmlformats.org/officeDocument/2006/relationships/image" Target="../media/image41.png"/><Relationship Id="rId38" Type="http://schemas.openxmlformats.org/officeDocument/2006/relationships/image" Target="../media/image42.png"/><Relationship Id="rId39" Type="http://schemas.openxmlformats.org/officeDocument/2006/relationships/image" Target="../media/image43.png"/><Relationship Id="rId40" Type="http://schemas.openxmlformats.org/officeDocument/2006/relationships/image" Target="../media/image44.png"/><Relationship Id="rId41" Type="http://schemas.openxmlformats.org/officeDocument/2006/relationships/image" Target="../media/image45.png"/><Relationship Id="rId42" Type="http://schemas.openxmlformats.org/officeDocument/2006/relationships/image" Target="../media/image46.png"/><Relationship Id="rId43" Type="http://schemas.openxmlformats.org/officeDocument/2006/relationships/image" Target="../media/image47.png"/><Relationship Id="rId44" Type="http://schemas.openxmlformats.org/officeDocument/2006/relationships/image" Target="../media/image48.png"/><Relationship Id="rId45" Type="http://schemas.openxmlformats.org/officeDocument/2006/relationships/image" Target="../media/image49.png"/><Relationship Id="rId46" Type="http://schemas.openxmlformats.org/officeDocument/2006/relationships/image" Target="../media/image50.png"/><Relationship Id="rId47" Type="http://schemas.openxmlformats.org/officeDocument/2006/relationships/image" Target="../media/image51.png"/><Relationship Id="rId48" Type="http://schemas.openxmlformats.org/officeDocument/2006/relationships/image" Target="../media/image52.png"/><Relationship Id="rId49" Type="http://schemas.openxmlformats.org/officeDocument/2006/relationships/image" Target="../media/image53.png"/><Relationship Id="rId50" Type="http://schemas.openxmlformats.org/officeDocument/2006/relationships/image" Target="../media/image54.png"/><Relationship Id="rId51" Type="http://schemas.openxmlformats.org/officeDocument/2006/relationships/image" Target="../media/image55.png"/><Relationship Id="rId52" Type="http://schemas.openxmlformats.org/officeDocument/2006/relationships/image" Target="../media/image56.png"/><Relationship Id="rId53" Type="http://schemas.openxmlformats.org/officeDocument/2006/relationships/image" Target="../media/image57.png"/><Relationship Id="rId54" Type="http://schemas.openxmlformats.org/officeDocument/2006/relationships/image" Target="../media/image58.png"/><Relationship Id="rId55" Type="http://schemas.openxmlformats.org/officeDocument/2006/relationships/image" Target="../media/image59.png"/><Relationship Id="rId56" Type="http://schemas.openxmlformats.org/officeDocument/2006/relationships/image" Target="../media/image60.png"/><Relationship Id="rId57" Type="http://schemas.openxmlformats.org/officeDocument/2006/relationships/image" Target="../media/image61.png"/><Relationship Id="rId58" Type="http://schemas.openxmlformats.org/officeDocument/2006/relationships/image" Target="../media/image62.png"/><Relationship Id="rId59" Type="http://schemas.openxmlformats.org/officeDocument/2006/relationships/image" Target="../media/image6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Relationship Id="rId26" Type="http://schemas.openxmlformats.org/officeDocument/2006/relationships/image" Target="../media/image88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91.png"/><Relationship Id="rId30" Type="http://schemas.openxmlformats.org/officeDocument/2006/relationships/image" Target="../media/image92.png"/><Relationship Id="rId31" Type="http://schemas.openxmlformats.org/officeDocument/2006/relationships/image" Target="../media/image93.png"/><Relationship Id="rId32" Type="http://schemas.openxmlformats.org/officeDocument/2006/relationships/image" Target="../media/image94.png"/><Relationship Id="rId33" Type="http://schemas.openxmlformats.org/officeDocument/2006/relationships/image" Target="../media/image95.png"/><Relationship Id="rId34" Type="http://schemas.openxmlformats.org/officeDocument/2006/relationships/image" Target="../media/image96.png"/><Relationship Id="rId35" Type="http://schemas.openxmlformats.org/officeDocument/2006/relationships/image" Target="../media/image97.png"/><Relationship Id="rId36" Type="http://schemas.openxmlformats.org/officeDocument/2006/relationships/image" Target="../media/image98.png"/><Relationship Id="rId37" Type="http://schemas.openxmlformats.org/officeDocument/2006/relationships/image" Target="../media/image99.png"/><Relationship Id="rId38" Type="http://schemas.openxmlformats.org/officeDocument/2006/relationships/image" Target="../media/image100.png"/><Relationship Id="rId39" Type="http://schemas.openxmlformats.org/officeDocument/2006/relationships/image" Target="../media/image101.png"/><Relationship Id="rId40" Type="http://schemas.openxmlformats.org/officeDocument/2006/relationships/image" Target="../media/image102.png"/><Relationship Id="rId41" Type="http://schemas.openxmlformats.org/officeDocument/2006/relationships/image" Target="../media/image103.png"/><Relationship Id="rId42" Type="http://schemas.openxmlformats.org/officeDocument/2006/relationships/image" Target="../media/image104.png"/><Relationship Id="rId43" Type="http://schemas.openxmlformats.org/officeDocument/2006/relationships/image" Target="../media/image105.png"/><Relationship Id="rId44" Type="http://schemas.openxmlformats.org/officeDocument/2006/relationships/image" Target="../media/image106.png"/><Relationship Id="rId45" Type="http://schemas.openxmlformats.org/officeDocument/2006/relationships/image" Target="../media/image107.png"/><Relationship Id="rId46" Type="http://schemas.openxmlformats.org/officeDocument/2006/relationships/image" Target="../media/image108.png"/><Relationship Id="rId47" Type="http://schemas.openxmlformats.org/officeDocument/2006/relationships/image" Target="../media/image109.png"/><Relationship Id="rId48" Type="http://schemas.openxmlformats.org/officeDocument/2006/relationships/image" Target="../media/image110.png"/><Relationship Id="rId49" Type="http://schemas.openxmlformats.org/officeDocument/2006/relationships/image" Target="../media/image111.png"/><Relationship Id="rId50" Type="http://schemas.openxmlformats.org/officeDocument/2006/relationships/image" Target="../media/image112.png"/><Relationship Id="rId51" Type="http://schemas.openxmlformats.org/officeDocument/2006/relationships/image" Target="../media/image113.png"/><Relationship Id="rId52" Type="http://schemas.openxmlformats.org/officeDocument/2006/relationships/image" Target="../media/image114.png"/><Relationship Id="rId53" Type="http://schemas.openxmlformats.org/officeDocument/2006/relationships/image" Target="../media/image115.png"/><Relationship Id="rId54" Type="http://schemas.openxmlformats.org/officeDocument/2006/relationships/image" Target="../media/image116.png"/><Relationship Id="rId55" Type="http://schemas.openxmlformats.org/officeDocument/2006/relationships/image" Target="../media/image117.png"/><Relationship Id="rId56" Type="http://schemas.openxmlformats.org/officeDocument/2006/relationships/image" Target="../media/image118.png"/><Relationship Id="rId57" Type="http://schemas.openxmlformats.org/officeDocument/2006/relationships/image" Target="../media/image119.png"/><Relationship Id="rId58" Type="http://schemas.openxmlformats.org/officeDocument/2006/relationships/image" Target="../media/image120.png"/><Relationship Id="rId59" Type="http://schemas.openxmlformats.org/officeDocument/2006/relationships/image" Target="../media/image121.png"/><Relationship Id="rId60" Type="http://schemas.openxmlformats.org/officeDocument/2006/relationships/image" Target="../media/image122.png"/><Relationship Id="rId61" Type="http://schemas.openxmlformats.org/officeDocument/2006/relationships/image" Target="../media/image123.png"/><Relationship Id="rId62" Type="http://schemas.openxmlformats.org/officeDocument/2006/relationships/image" Target="../media/image124.png"/><Relationship Id="rId63" Type="http://schemas.openxmlformats.org/officeDocument/2006/relationships/image" Target="../media/image125.png"/><Relationship Id="rId64" Type="http://schemas.openxmlformats.org/officeDocument/2006/relationships/image" Target="../media/image126.png"/><Relationship Id="rId65" Type="http://schemas.openxmlformats.org/officeDocument/2006/relationships/image" Target="../media/image127.png"/><Relationship Id="rId66" Type="http://schemas.openxmlformats.org/officeDocument/2006/relationships/image" Target="../media/image128.png"/><Relationship Id="rId67" Type="http://schemas.openxmlformats.org/officeDocument/2006/relationships/image" Target="../media/image129.png"/><Relationship Id="rId68" Type="http://schemas.openxmlformats.org/officeDocument/2006/relationships/image" Target="../media/image130.png"/><Relationship Id="rId69" Type="http://schemas.openxmlformats.org/officeDocument/2006/relationships/image" Target="../media/image131.png"/><Relationship Id="rId70" Type="http://schemas.openxmlformats.org/officeDocument/2006/relationships/image" Target="../media/image132.png"/><Relationship Id="rId71" Type="http://schemas.openxmlformats.org/officeDocument/2006/relationships/image" Target="../media/image133.png"/><Relationship Id="rId72" Type="http://schemas.openxmlformats.org/officeDocument/2006/relationships/image" Target="../media/image134.png"/><Relationship Id="rId73" Type="http://schemas.openxmlformats.org/officeDocument/2006/relationships/image" Target="../media/image135.png"/><Relationship Id="rId74" Type="http://schemas.openxmlformats.org/officeDocument/2006/relationships/image" Target="../media/image136.png"/><Relationship Id="rId75" Type="http://schemas.openxmlformats.org/officeDocument/2006/relationships/image" Target="../media/image137.png"/><Relationship Id="rId76" Type="http://schemas.openxmlformats.org/officeDocument/2006/relationships/image" Target="../media/image138.png"/><Relationship Id="rId77" Type="http://schemas.openxmlformats.org/officeDocument/2006/relationships/image" Target="../media/image139.png"/><Relationship Id="rId78" Type="http://schemas.openxmlformats.org/officeDocument/2006/relationships/image" Target="../media/image140.png"/><Relationship Id="rId79" Type="http://schemas.openxmlformats.org/officeDocument/2006/relationships/image" Target="../media/image141.png"/><Relationship Id="rId80" Type="http://schemas.openxmlformats.org/officeDocument/2006/relationships/image" Target="../media/image142.png"/><Relationship Id="rId81" Type="http://schemas.openxmlformats.org/officeDocument/2006/relationships/image" Target="../media/image143.png"/><Relationship Id="rId82" Type="http://schemas.openxmlformats.org/officeDocument/2006/relationships/image" Target="../media/image144.png"/><Relationship Id="rId83" Type="http://schemas.openxmlformats.org/officeDocument/2006/relationships/image" Target="../media/image145.png"/><Relationship Id="rId84" Type="http://schemas.openxmlformats.org/officeDocument/2006/relationships/image" Target="../media/image146.png"/><Relationship Id="rId85" Type="http://schemas.openxmlformats.org/officeDocument/2006/relationships/image" Target="../media/image147.png"/><Relationship Id="rId86" Type="http://schemas.openxmlformats.org/officeDocument/2006/relationships/image" Target="../media/image148.png"/><Relationship Id="rId87" Type="http://schemas.openxmlformats.org/officeDocument/2006/relationships/image" Target="../media/image149.png"/><Relationship Id="rId88" Type="http://schemas.openxmlformats.org/officeDocument/2006/relationships/image" Target="../media/image150.png"/><Relationship Id="rId89" Type="http://schemas.openxmlformats.org/officeDocument/2006/relationships/image" Target="../media/image151.png"/><Relationship Id="rId90" Type="http://schemas.openxmlformats.org/officeDocument/2006/relationships/image" Target="../media/image152.png"/><Relationship Id="rId91" Type="http://schemas.openxmlformats.org/officeDocument/2006/relationships/image" Target="../media/image153.png"/><Relationship Id="rId92" Type="http://schemas.openxmlformats.org/officeDocument/2006/relationships/image" Target="../media/image154.png"/><Relationship Id="rId93" Type="http://schemas.openxmlformats.org/officeDocument/2006/relationships/image" Target="../media/image155.png"/><Relationship Id="rId94" Type="http://schemas.openxmlformats.org/officeDocument/2006/relationships/image" Target="../media/image156.png"/><Relationship Id="rId95" Type="http://schemas.openxmlformats.org/officeDocument/2006/relationships/image" Target="../media/image157.png"/><Relationship Id="rId96" Type="http://schemas.openxmlformats.org/officeDocument/2006/relationships/image" Target="../media/image158.png"/><Relationship Id="rId97" Type="http://schemas.openxmlformats.org/officeDocument/2006/relationships/image" Target="../media/image159.png"/><Relationship Id="rId98" Type="http://schemas.openxmlformats.org/officeDocument/2006/relationships/image" Target="../media/image160.png"/><Relationship Id="rId99" Type="http://schemas.openxmlformats.org/officeDocument/2006/relationships/image" Target="../media/image161.png"/><Relationship Id="rId100" Type="http://schemas.openxmlformats.org/officeDocument/2006/relationships/image" Target="../media/image16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3.jp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6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6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8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8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8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169.png"/><Relationship Id="rId5" Type="http://schemas.openxmlformats.org/officeDocument/2006/relationships/image" Target="../media/image170.jp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6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69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Relationship Id="rId8" Type="http://schemas.openxmlformats.org/officeDocument/2006/relationships/image" Target="../media/image179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Relationship Id="rId15" Type="http://schemas.openxmlformats.org/officeDocument/2006/relationships/image" Target="../media/image186.png"/><Relationship Id="rId16" Type="http://schemas.openxmlformats.org/officeDocument/2006/relationships/image" Target="../media/image187.png"/><Relationship Id="rId17" Type="http://schemas.openxmlformats.org/officeDocument/2006/relationships/image" Target="../media/image188.png"/><Relationship Id="rId18" Type="http://schemas.openxmlformats.org/officeDocument/2006/relationships/image" Target="../media/image189.png"/><Relationship Id="rId19" Type="http://schemas.openxmlformats.org/officeDocument/2006/relationships/image" Target="../media/image190.png"/><Relationship Id="rId20" Type="http://schemas.openxmlformats.org/officeDocument/2006/relationships/image" Target="../media/image191.png"/><Relationship Id="rId21" Type="http://schemas.openxmlformats.org/officeDocument/2006/relationships/image" Target="../media/image192.png"/><Relationship Id="rId22" Type="http://schemas.openxmlformats.org/officeDocument/2006/relationships/image" Target="../media/image193.png"/><Relationship Id="rId23" Type="http://schemas.openxmlformats.org/officeDocument/2006/relationships/image" Target="../media/image194.png"/><Relationship Id="rId24" Type="http://schemas.openxmlformats.org/officeDocument/2006/relationships/image" Target="../media/image195.png"/><Relationship Id="rId25" Type="http://schemas.openxmlformats.org/officeDocument/2006/relationships/image" Target="../media/image196.png"/><Relationship Id="rId26" Type="http://schemas.openxmlformats.org/officeDocument/2006/relationships/image" Target="../media/image197.png"/><Relationship Id="rId27" Type="http://schemas.openxmlformats.org/officeDocument/2006/relationships/image" Target="../media/image198.png"/><Relationship Id="rId28" Type="http://schemas.openxmlformats.org/officeDocument/2006/relationships/image" Target="../media/image19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16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17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205.jpg"/><Relationship Id="rId6" Type="http://schemas.openxmlformats.org/officeDocument/2006/relationships/image" Target="../media/image206.png"/><Relationship Id="rId7" Type="http://schemas.openxmlformats.org/officeDocument/2006/relationships/image" Target="../media/image207.jpg"/><Relationship Id="rId8" Type="http://schemas.openxmlformats.org/officeDocument/2006/relationships/image" Target="../media/image208.png"/><Relationship Id="rId9" Type="http://schemas.openxmlformats.org/officeDocument/2006/relationships/image" Target="../media/image209.png"/><Relationship Id="rId10" Type="http://schemas.openxmlformats.org/officeDocument/2006/relationships/image" Target="../media/image64.png"/><Relationship Id="rId11" Type="http://schemas.openxmlformats.org/officeDocument/2006/relationships/image" Target="../media/image210.png"/><Relationship Id="rId12" Type="http://schemas.openxmlformats.org/officeDocument/2006/relationships/image" Target="../media/image16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205.jpg"/><Relationship Id="rId6" Type="http://schemas.openxmlformats.org/officeDocument/2006/relationships/image" Target="../media/image206.png"/><Relationship Id="rId7" Type="http://schemas.openxmlformats.org/officeDocument/2006/relationships/image" Target="../media/image207.jpg"/><Relationship Id="rId8" Type="http://schemas.openxmlformats.org/officeDocument/2006/relationships/image" Target="../media/image208.png"/><Relationship Id="rId9" Type="http://schemas.openxmlformats.org/officeDocument/2006/relationships/image" Target="../media/image209.png"/><Relationship Id="rId10" Type="http://schemas.openxmlformats.org/officeDocument/2006/relationships/image" Target="../media/image64.png"/><Relationship Id="rId11" Type="http://schemas.openxmlformats.org/officeDocument/2006/relationships/image" Target="../media/image210.png"/><Relationship Id="rId12" Type="http://schemas.openxmlformats.org/officeDocument/2006/relationships/image" Target="../media/image16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4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5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9.png"/><Relationship Id="rId3" Type="http://schemas.openxmlformats.org/officeDocument/2006/relationships/image" Target="../media/image64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Relationship Id="rId8" Type="http://schemas.openxmlformats.org/officeDocument/2006/relationships/image" Target="../media/image223.png"/><Relationship Id="rId9" Type="http://schemas.openxmlformats.org/officeDocument/2006/relationships/image" Target="../media/image224.png"/><Relationship Id="rId10" Type="http://schemas.openxmlformats.org/officeDocument/2006/relationships/image" Target="../media/image225.png"/><Relationship Id="rId11" Type="http://schemas.openxmlformats.org/officeDocument/2006/relationships/image" Target="../media/image226.png"/><Relationship Id="rId12" Type="http://schemas.openxmlformats.org/officeDocument/2006/relationships/image" Target="../media/image227.png"/><Relationship Id="rId13" Type="http://schemas.openxmlformats.org/officeDocument/2006/relationships/image" Target="../media/image228.png"/><Relationship Id="rId14" Type="http://schemas.openxmlformats.org/officeDocument/2006/relationships/image" Target="../media/image229.png"/><Relationship Id="rId15" Type="http://schemas.openxmlformats.org/officeDocument/2006/relationships/image" Target="../media/image230.png"/><Relationship Id="rId16" Type="http://schemas.openxmlformats.org/officeDocument/2006/relationships/image" Target="../media/image231.png"/><Relationship Id="rId17" Type="http://schemas.openxmlformats.org/officeDocument/2006/relationships/image" Target="../media/image232.png"/><Relationship Id="rId18" Type="http://schemas.openxmlformats.org/officeDocument/2006/relationships/image" Target="../media/image233.png"/><Relationship Id="rId19" Type="http://schemas.openxmlformats.org/officeDocument/2006/relationships/image" Target="../media/image234.png"/><Relationship Id="rId20" Type="http://schemas.openxmlformats.org/officeDocument/2006/relationships/image" Target="../media/image235.png"/><Relationship Id="rId21" Type="http://schemas.openxmlformats.org/officeDocument/2006/relationships/image" Target="../media/image236.png"/><Relationship Id="rId22" Type="http://schemas.openxmlformats.org/officeDocument/2006/relationships/image" Target="../media/image237.png"/><Relationship Id="rId23" Type="http://schemas.openxmlformats.org/officeDocument/2006/relationships/image" Target="../media/image238.png"/><Relationship Id="rId24" Type="http://schemas.openxmlformats.org/officeDocument/2006/relationships/image" Target="../media/image239.png"/><Relationship Id="rId25" Type="http://schemas.openxmlformats.org/officeDocument/2006/relationships/image" Target="../media/image240.png"/><Relationship Id="rId26" Type="http://schemas.openxmlformats.org/officeDocument/2006/relationships/image" Target="../media/image241.png"/><Relationship Id="rId27" Type="http://schemas.openxmlformats.org/officeDocument/2006/relationships/image" Target="../media/image242.png"/><Relationship Id="rId28" Type="http://schemas.openxmlformats.org/officeDocument/2006/relationships/image" Target="../media/image243.png"/><Relationship Id="rId29" Type="http://schemas.openxmlformats.org/officeDocument/2006/relationships/image" Target="../media/image244.png"/><Relationship Id="rId30" Type="http://schemas.openxmlformats.org/officeDocument/2006/relationships/image" Target="../media/image245.png"/><Relationship Id="rId31" Type="http://schemas.openxmlformats.org/officeDocument/2006/relationships/image" Target="../media/image246.png"/><Relationship Id="rId32" Type="http://schemas.openxmlformats.org/officeDocument/2006/relationships/image" Target="../media/image247.png"/><Relationship Id="rId33" Type="http://schemas.openxmlformats.org/officeDocument/2006/relationships/image" Target="../media/image248.png"/><Relationship Id="rId34" Type="http://schemas.openxmlformats.org/officeDocument/2006/relationships/image" Target="../media/image249.png"/><Relationship Id="rId35" Type="http://schemas.openxmlformats.org/officeDocument/2006/relationships/image" Target="../media/image250.png"/><Relationship Id="rId36" Type="http://schemas.openxmlformats.org/officeDocument/2006/relationships/image" Target="../media/image251.png"/><Relationship Id="rId37" Type="http://schemas.openxmlformats.org/officeDocument/2006/relationships/image" Target="../media/image252.png"/><Relationship Id="rId38" Type="http://schemas.openxmlformats.org/officeDocument/2006/relationships/image" Target="../media/image253.png"/><Relationship Id="rId39" Type="http://schemas.openxmlformats.org/officeDocument/2006/relationships/image" Target="../media/image254.png"/><Relationship Id="rId40" Type="http://schemas.openxmlformats.org/officeDocument/2006/relationships/image" Target="../media/image25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6.png"/><Relationship Id="rId3" Type="http://schemas.openxmlformats.org/officeDocument/2006/relationships/image" Target="../media/image64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image" Target="../media/image260.png"/><Relationship Id="rId11" Type="http://schemas.openxmlformats.org/officeDocument/2006/relationships/image" Target="../media/image261.png"/><Relationship Id="rId12" Type="http://schemas.openxmlformats.org/officeDocument/2006/relationships/image" Target="../media/image262.png"/><Relationship Id="rId13" Type="http://schemas.openxmlformats.org/officeDocument/2006/relationships/image" Target="../media/image226.png"/><Relationship Id="rId14" Type="http://schemas.openxmlformats.org/officeDocument/2006/relationships/image" Target="../media/image263.png"/><Relationship Id="rId15" Type="http://schemas.openxmlformats.org/officeDocument/2006/relationships/image" Target="../media/image264.png"/><Relationship Id="rId16" Type="http://schemas.openxmlformats.org/officeDocument/2006/relationships/image" Target="../media/image26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6.png"/><Relationship Id="rId3" Type="http://schemas.openxmlformats.org/officeDocument/2006/relationships/image" Target="../media/image64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png"/><Relationship Id="rId11" Type="http://schemas.openxmlformats.org/officeDocument/2006/relationships/image" Target="../media/image271.png"/><Relationship Id="rId12" Type="http://schemas.openxmlformats.org/officeDocument/2006/relationships/image" Target="../media/image272.png"/><Relationship Id="rId13" Type="http://schemas.openxmlformats.org/officeDocument/2006/relationships/image" Target="../media/image273.png"/><Relationship Id="rId14" Type="http://schemas.openxmlformats.org/officeDocument/2006/relationships/image" Target="../media/image274.png"/><Relationship Id="rId15" Type="http://schemas.openxmlformats.org/officeDocument/2006/relationships/image" Target="../media/image275.png"/><Relationship Id="rId16" Type="http://schemas.openxmlformats.org/officeDocument/2006/relationships/image" Target="../media/image276.png"/><Relationship Id="rId17" Type="http://schemas.openxmlformats.org/officeDocument/2006/relationships/image" Target="../media/image277.png"/><Relationship Id="rId18" Type="http://schemas.openxmlformats.org/officeDocument/2006/relationships/image" Target="../media/image278.png"/><Relationship Id="rId19" Type="http://schemas.openxmlformats.org/officeDocument/2006/relationships/image" Target="../media/image279.png"/><Relationship Id="rId20" Type="http://schemas.openxmlformats.org/officeDocument/2006/relationships/image" Target="../media/image280.png"/><Relationship Id="rId21" Type="http://schemas.openxmlformats.org/officeDocument/2006/relationships/image" Target="../media/image281.png"/><Relationship Id="rId22" Type="http://schemas.openxmlformats.org/officeDocument/2006/relationships/image" Target="../media/image282.png"/><Relationship Id="rId23" Type="http://schemas.openxmlformats.org/officeDocument/2006/relationships/image" Target="../media/image283.png"/><Relationship Id="rId24" Type="http://schemas.openxmlformats.org/officeDocument/2006/relationships/image" Target="../media/image28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5.png"/><Relationship Id="rId3" Type="http://schemas.openxmlformats.org/officeDocument/2006/relationships/image" Target="../media/image64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86.png"/><Relationship Id="rId8" Type="http://schemas.openxmlformats.org/officeDocument/2006/relationships/image" Target="../media/image287.png"/><Relationship Id="rId9" Type="http://schemas.openxmlformats.org/officeDocument/2006/relationships/image" Target="../media/image288.png"/><Relationship Id="rId10" Type="http://schemas.openxmlformats.org/officeDocument/2006/relationships/image" Target="../media/image261.png"/><Relationship Id="rId11" Type="http://schemas.openxmlformats.org/officeDocument/2006/relationships/image" Target="../media/image289.png"/><Relationship Id="rId12" Type="http://schemas.openxmlformats.org/officeDocument/2006/relationships/image" Target="../media/image290.png"/><Relationship Id="rId13" Type="http://schemas.openxmlformats.org/officeDocument/2006/relationships/image" Target="../media/image291.png"/><Relationship Id="rId14" Type="http://schemas.openxmlformats.org/officeDocument/2006/relationships/image" Target="../media/image292.png"/><Relationship Id="rId15" Type="http://schemas.openxmlformats.org/officeDocument/2006/relationships/image" Target="../media/image293.png"/><Relationship Id="rId16" Type="http://schemas.openxmlformats.org/officeDocument/2006/relationships/image" Target="../media/image294.png"/><Relationship Id="rId17" Type="http://schemas.openxmlformats.org/officeDocument/2006/relationships/image" Target="../media/image295.png"/><Relationship Id="rId18" Type="http://schemas.openxmlformats.org/officeDocument/2006/relationships/image" Target="../media/image29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297.png"/><Relationship Id="rId6" Type="http://schemas.openxmlformats.org/officeDocument/2006/relationships/image" Target="../media/image298.png"/><Relationship Id="rId7" Type="http://schemas.openxmlformats.org/officeDocument/2006/relationships/image" Target="../media/image29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0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64.png"/><Relationship Id="rId6" Type="http://schemas.openxmlformats.org/officeDocument/2006/relationships/image" Target="../media/image210.png"/><Relationship Id="rId7" Type="http://schemas.openxmlformats.org/officeDocument/2006/relationships/image" Target="../media/image220.png"/><Relationship Id="rId8" Type="http://schemas.openxmlformats.org/officeDocument/2006/relationships/image" Target="../media/image30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4.jpg"/><Relationship Id="rId3" Type="http://schemas.openxmlformats.org/officeDocument/2006/relationships/image" Target="../media/image305.jpg"/><Relationship Id="rId4" Type="http://schemas.openxmlformats.org/officeDocument/2006/relationships/image" Target="../media/image64.png"/><Relationship Id="rId5" Type="http://schemas.openxmlformats.org/officeDocument/2006/relationships/image" Target="../media/image210.png"/><Relationship Id="rId6" Type="http://schemas.openxmlformats.org/officeDocument/2006/relationships/image" Target="../media/image220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08.jpg"/><Relationship Id="rId8" Type="http://schemas.openxmlformats.org/officeDocument/2006/relationships/image" Target="../media/image309.jpg"/><Relationship Id="rId9" Type="http://schemas.openxmlformats.org/officeDocument/2006/relationships/image" Target="../media/image310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11.jpg"/><Relationship Id="rId8" Type="http://schemas.openxmlformats.org/officeDocument/2006/relationships/image" Target="../media/image31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13.png"/><Relationship Id="rId8" Type="http://schemas.openxmlformats.org/officeDocument/2006/relationships/image" Target="../media/image314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15.jpg"/><Relationship Id="rId8" Type="http://schemas.openxmlformats.org/officeDocument/2006/relationships/image" Target="../media/image316.jpg"/><Relationship Id="rId9" Type="http://schemas.openxmlformats.org/officeDocument/2006/relationships/image" Target="../media/image317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18.jpg"/><Relationship Id="rId8" Type="http://schemas.openxmlformats.org/officeDocument/2006/relationships/image" Target="../media/image319.jpg"/><Relationship Id="rId9" Type="http://schemas.openxmlformats.org/officeDocument/2006/relationships/image" Target="../media/image320.png"/><Relationship Id="rId10" Type="http://schemas.openxmlformats.org/officeDocument/2006/relationships/image" Target="../media/image321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22.jpg"/><Relationship Id="rId8" Type="http://schemas.openxmlformats.org/officeDocument/2006/relationships/image" Target="../media/image323.jpg"/><Relationship Id="rId9" Type="http://schemas.openxmlformats.org/officeDocument/2006/relationships/image" Target="../media/image32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25.png"/><Relationship Id="rId6" Type="http://schemas.openxmlformats.org/officeDocument/2006/relationships/image" Target="../media/image326.png"/><Relationship Id="rId7" Type="http://schemas.openxmlformats.org/officeDocument/2006/relationships/image" Target="../media/image327.png"/><Relationship Id="rId8" Type="http://schemas.openxmlformats.org/officeDocument/2006/relationships/image" Target="../media/image328.png"/><Relationship Id="rId9" Type="http://schemas.openxmlformats.org/officeDocument/2006/relationships/image" Target="../media/image329.png"/><Relationship Id="rId10" Type="http://schemas.openxmlformats.org/officeDocument/2006/relationships/image" Target="../media/image330.png"/><Relationship Id="rId11" Type="http://schemas.openxmlformats.org/officeDocument/2006/relationships/image" Target="../media/image331.png"/><Relationship Id="rId12" Type="http://schemas.openxmlformats.org/officeDocument/2006/relationships/image" Target="../media/image332.png"/><Relationship Id="rId13" Type="http://schemas.openxmlformats.org/officeDocument/2006/relationships/image" Target="../media/image333.png"/><Relationship Id="rId14" Type="http://schemas.openxmlformats.org/officeDocument/2006/relationships/image" Target="../media/image334.png"/><Relationship Id="rId15" Type="http://schemas.openxmlformats.org/officeDocument/2006/relationships/image" Target="../media/image335.png"/><Relationship Id="rId16" Type="http://schemas.openxmlformats.org/officeDocument/2006/relationships/image" Target="../media/image336.png"/><Relationship Id="rId17" Type="http://schemas.openxmlformats.org/officeDocument/2006/relationships/image" Target="../media/image337.png"/><Relationship Id="rId18" Type="http://schemas.openxmlformats.org/officeDocument/2006/relationships/image" Target="../media/image338.png"/><Relationship Id="rId19" Type="http://schemas.openxmlformats.org/officeDocument/2006/relationships/image" Target="../media/image339.png"/><Relationship Id="rId20" Type="http://schemas.openxmlformats.org/officeDocument/2006/relationships/image" Target="../media/image340.png"/><Relationship Id="rId21" Type="http://schemas.openxmlformats.org/officeDocument/2006/relationships/image" Target="../media/image341.png"/><Relationship Id="rId22" Type="http://schemas.openxmlformats.org/officeDocument/2006/relationships/image" Target="../media/image342.png"/><Relationship Id="rId23" Type="http://schemas.openxmlformats.org/officeDocument/2006/relationships/image" Target="../media/image80.png"/><Relationship Id="rId24" Type="http://schemas.openxmlformats.org/officeDocument/2006/relationships/image" Target="../media/image343.png"/><Relationship Id="rId25" Type="http://schemas.openxmlformats.org/officeDocument/2006/relationships/image" Target="../media/image344.png"/><Relationship Id="rId26" Type="http://schemas.openxmlformats.org/officeDocument/2006/relationships/image" Target="../media/image345.png"/><Relationship Id="rId27" Type="http://schemas.openxmlformats.org/officeDocument/2006/relationships/image" Target="../media/image346.png"/><Relationship Id="rId28" Type="http://schemas.openxmlformats.org/officeDocument/2006/relationships/image" Target="../media/image347.png"/><Relationship Id="rId29" Type="http://schemas.openxmlformats.org/officeDocument/2006/relationships/image" Target="../media/image348.png"/><Relationship Id="rId30" Type="http://schemas.openxmlformats.org/officeDocument/2006/relationships/image" Target="../media/image349.png"/><Relationship Id="rId31" Type="http://schemas.openxmlformats.org/officeDocument/2006/relationships/image" Target="../media/image350.png"/><Relationship Id="rId32" Type="http://schemas.openxmlformats.org/officeDocument/2006/relationships/image" Target="../media/image97.png"/><Relationship Id="rId33" Type="http://schemas.openxmlformats.org/officeDocument/2006/relationships/image" Target="../media/image351.png"/><Relationship Id="rId34" Type="http://schemas.openxmlformats.org/officeDocument/2006/relationships/image" Target="../media/image352.png"/><Relationship Id="rId35" Type="http://schemas.openxmlformats.org/officeDocument/2006/relationships/image" Target="../media/image353.png"/><Relationship Id="rId36" Type="http://schemas.openxmlformats.org/officeDocument/2006/relationships/image" Target="../media/image354.png"/><Relationship Id="rId37" Type="http://schemas.openxmlformats.org/officeDocument/2006/relationships/image" Target="../media/image69.png"/><Relationship Id="rId38" Type="http://schemas.openxmlformats.org/officeDocument/2006/relationships/image" Target="../media/image355.png"/><Relationship Id="rId39" Type="http://schemas.openxmlformats.org/officeDocument/2006/relationships/image" Target="../media/image356.png"/><Relationship Id="rId40" Type="http://schemas.openxmlformats.org/officeDocument/2006/relationships/image" Target="../media/image357.png"/><Relationship Id="rId41" Type="http://schemas.openxmlformats.org/officeDocument/2006/relationships/image" Target="../media/image151.png"/><Relationship Id="rId42" Type="http://schemas.openxmlformats.org/officeDocument/2006/relationships/image" Target="../media/image358.png"/><Relationship Id="rId43" Type="http://schemas.openxmlformats.org/officeDocument/2006/relationships/image" Target="../media/image359.png"/><Relationship Id="rId44" Type="http://schemas.openxmlformats.org/officeDocument/2006/relationships/image" Target="../media/image360.png"/><Relationship Id="rId45" Type="http://schemas.openxmlformats.org/officeDocument/2006/relationships/image" Target="../media/image361.png"/><Relationship Id="rId46" Type="http://schemas.openxmlformats.org/officeDocument/2006/relationships/image" Target="../media/image362.png"/><Relationship Id="rId47" Type="http://schemas.openxmlformats.org/officeDocument/2006/relationships/image" Target="../media/image363.png"/><Relationship Id="rId48" Type="http://schemas.openxmlformats.org/officeDocument/2006/relationships/image" Target="../media/image364.png"/><Relationship Id="rId49" Type="http://schemas.openxmlformats.org/officeDocument/2006/relationships/image" Target="../media/image365.png"/><Relationship Id="rId50" Type="http://schemas.openxmlformats.org/officeDocument/2006/relationships/image" Target="../media/image366.png"/><Relationship Id="rId51" Type="http://schemas.openxmlformats.org/officeDocument/2006/relationships/image" Target="../media/image367.png"/><Relationship Id="rId52" Type="http://schemas.openxmlformats.org/officeDocument/2006/relationships/image" Target="../media/image368.png"/><Relationship Id="rId53" Type="http://schemas.openxmlformats.org/officeDocument/2006/relationships/image" Target="../media/image369.png"/><Relationship Id="rId54" Type="http://schemas.openxmlformats.org/officeDocument/2006/relationships/image" Target="../media/image370.png"/><Relationship Id="rId55" Type="http://schemas.openxmlformats.org/officeDocument/2006/relationships/image" Target="../media/image371.png"/><Relationship Id="rId56" Type="http://schemas.openxmlformats.org/officeDocument/2006/relationships/image" Target="../media/image157.png"/><Relationship Id="rId57" Type="http://schemas.openxmlformats.org/officeDocument/2006/relationships/image" Target="../media/image37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373.png"/><Relationship Id="rId6" Type="http://schemas.openxmlformats.org/officeDocument/2006/relationships/image" Target="../media/image374.png"/><Relationship Id="rId7" Type="http://schemas.openxmlformats.org/officeDocument/2006/relationships/image" Target="../media/image375.png"/><Relationship Id="rId8" Type="http://schemas.openxmlformats.org/officeDocument/2006/relationships/image" Target="../media/image376.png"/><Relationship Id="rId9" Type="http://schemas.openxmlformats.org/officeDocument/2006/relationships/image" Target="../media/image377.png"/><Relationship Id="rId10" Type="http://schemas.openxmlformats.org/officeDocument/2006/relationships/image" Target="../media/image378.png"/><Relationship Id="rId11" Type="http://schemas.openxmlformats.org/officeDocument/2006/relationships/image" Target="../media/image379.png"/><Relationship Id="rId12" Type="http://schemas.openxmlformats.org/officeDocument/2006/relationships/image" Target="../media/image380.png"/><Relationship Id="rId13" Type="http://schemas.openxmlformats.org/officeDocument/2006/relationships/image" Target="../media/image381.png"/><Relationship Id="rId14" Type="http://schemas.openxmlformats.org/officeDocument/2006/relationships/image" Target="../media/image382.png"/><Relationship Id="rId15" Type="http://schemas.openxmlformats.org/officeDocument/2006/relationships/image" Target="../media/image383.png"/><Relationship Id="rId16" Type="http://schemas.openxmlformats.org/officeDocument/2006/relationships/image" Target="../media/image384.png"/><Relationship Id="rId17" Type="http://schemas.openxmlformats.org/officeDocument/2006/relationships/image" Target="../media/image385.png"/><Relationship Id="rId18" Type="http://schemas.openxmlformats.org/officeDocument/2006/relationships/image" Target="../media/image386.png"/><Relationship Id="rId19" Type="http://schemas.openxmlformats.org/officeDocument/2006/relationships/image" Target="../media/image387.jpg"/><Relationship Id="rId20" Type="http://schemas.openxmlformats.org/officeDocument/2006/relationships/image" Target="../media/image388.jpg"/><Relationship Id="rId21" Type="http://schemas.openxmlformats.org/officeDocument/2006/relationships/image" Target="../media/image389.jpg"/><Relationship Id="rId22" Type="http://schemas.openxmlformats.org/officeDocument/2006/relationships/image" Target="../media/image390.jpg"/><Relationship Id="rId23" Type="http://schemas.openxmlformats.org/officeDocument/2006/relationships/image" Target="../media/image391.png"/><Relationship Id="rId24" Type="http://schemas.openxmlformats.org/officeDocument/2006/relationships/image" Target="../media/image392.png"/><Relationship Id="rId25" Type="http://schemas.openxmlformats.org/officeDocument/2006/relationships/image" Target="../media/image393.png"/><Relationship Id="rId26" Type="http://schemas.openxmlformats.org/officeDocument/2006/relationships/image" Target="../media/image394.png"/><Relationship Id="rId27" Type="http://schemas.openxmlformats.org/officeDocument/2006/relationships/image" Target="../media/image395.png"/><Relationship Id="rId28" Type="http://schemas.openxmlformats.org/officeDocument/2006/relationships/image" Target="../media/image396.png"/><Relationship Id="rId29" Type="http://schemas.openxmlformats.org/officeDocument/2006/relationships/image" Target="../media/image397.png"/><Relationship Id="rId30" Type="http://schemas.openxmlformats.org/officeDocument/2006/relationships/image" Target="../media/image398.png"/><Relationship Id="rId31" Type="http://schemas.openxmlformats.org/officeDocument/2006/relationships/image" Target="../media/image399.png"/><Relationship Id="rId32" Type="http://schemas.openxmlformats.org/officeDocument/2006/relationships/image" Target="../media/image400.png"/><Relationship Id="rId33" Type="http://schemas.openxmlformats.org/officeDocument/2006/relationships/image" Target="../media/image401.png"/><Relationship Id="rId34" Type="http://schemas.openxmlformats.org/officeDocument/2006/relationships/image" Target="../media/image402.png"/><Relationship Id="rId35" Type="http://schemas.openxmlformats.org/officeDocument/2006/relationships/image" Target="../media/image403.png"/><Relationship Id="rId36" Type="http://schemas.openxmlformats.org/officeDocument/2006/relationships/image" Target="../media/image404.png"/><Relationship Id="rId37" Type="http://schemas.openxmlformats.org/officeDocument/2006/relationships/image" Target="../media/image405.png"/><Relationship Id="rId38" Type="http://schemas.openxmlformats.org/officeDocument/2006/relationships/image" Target="../media/image406.png"/><Relationship Id="rId39" Type="http://schemas.openxmlformats.org/officeDocument/2006/relationships/image" Target="../media/image407.png"/><Relationship Id="rId40" Type="http://schemas.openxmlformats.org/officeDocument/2006/relationships/image" Target="../media/image40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409.jpg"/><Relationship Id="rId6" Type="http://schemas.openxmlformats.org/officeDocument/2006/relationships/image" Target="../media/image410.png"/><Relationship Id="rId7" Type="http://schemas.openxmlformats.org/officeDocument/2006/relationships/image" Target="../media/image411.png"/><Relationship Id="rId8" Type="http://schemas.openxmlformats.org/officeDocument/2006/relationships/image" Target="../media/image412.png"/><Relationship Id="rId9" Type="http://schemas.openxmlformats.org/officeDocument/2006/relationships/image" Target="../media/image413.png"/><Relationship Id="rId10" Type="http://schemas.openxmlformats.org/officeDocument/2006/relationships/image" Target="../media/image69.png"/><Relationship Id="rId11" Type="http://schemas.openxmlformats.org/officeDocument/2006/relationships/image" Target="../media/image414.png"/><Relationship Id="rId12" Type="http://schemas.openxmlformats.org/officeDocument/2006/relationships/image" Target="../media/image75.png"/><Relationship Id="rId13" Type="http://schemas.openxmlformats.org/officeDocument/2006/relationships/image" Target="../media/image415.png"/><Relationship Id="rId14" Type="http://schemas.openxmlformats.org/officeDocument/2006/relationships/image" Target="../media/image363.png"/><Relationship Id="rId15" Type="http://schemas.openxmlformats.org/officeDocument/2006/relationships/image" Target="../media/image416.png"/><Relationship Id="rId16" Type="http://schemas.openxmlformats.org/officeDocument/2006/relationships/image" Target="../media/image417.png"/><Relationship Id="rId17" Type="http://schemas.openxmlformats.org/officeDocument/2006/relationships/image" Target="../media/image366.png"/><Relationship Id="rId18" Type="http://schemas.openxmlformats.org/officeDocument/2006/relationships/image" Target="../media/image348.png"/><Relationship Id="rId19" Type="http://schemas.openxmlformats.org/officeDocument/2006/relationships/image" Target="../media/image154.png"/><Relationship Id="rId20" Type="http://schemas.openxmlformats.org/officeDocument/2006/relationships/image" Target="../media/image339.png"/><Relationship Id="rId21" Type="http://schemas.openxmlformats.org/officeDocument/2006/relationships/image" Target="../media/image332.png"/><Relationship Id="rId22" Type="http://schemas.openxmlformats.org/officeDocument/2006/relationships/image" Target="../media/image418.png"/><Relationship Id="rId23" Type="http://schemas.openxmlformats.org/officeDocument/2006/relationships/image" Target="../media/image419.png"/><Relationship Id="rId24" Type="http://schemas.openxmlformats.org/officeDocument/2006/relationships/image" Target="../media/image420.png"/><Relationship Id="rId25" Type="http://schemas.openxmlformats.org/officeDocument/2006/relationships/image" Target="../media/image351.png"/><Relationship Id="rId26" Type="http://schemas.openxmlformats.org/officeDocument/2006/relationships/image" Target="../media/image421.png"/><Relationship Id="rId27" Type="http://schemas.openxmlformats.org/officeDocument/2006/relationships/image" Target="../media/image353.png"/><Relationship Id="rId28" Type="http://schemas.openxmlformats.org/officeDocument/2006/relationships/image" Target="../media/image354.png"/><Relationship Id="rId29" Type="http://schemas.openxmlformats.org/officeDocument/2006/relationships/image" Target="../media/image422.png"/><Relationship Id="rId30" Type="http://schemas.openxmlformats.org/officeDocument/2006/relationships/image" Target="../media/image110.png"/><Relationship Id="rId31" Type="http://schemas.openxmlformats.org/officeDocument/2006/relationships/image" Target="../media/image423.png"/><Relationship Id="rId32" Type="http://schemas.openxmlformats.org/officeDocument/2006/relationships/image" Target="../media/image424.png"/><Relationship Id="rId33" Type="http://schemas.openxmlformats.org/officeDocument/2006/relationships/image" Target="../media/image425.png"/><Relationship Id="rId34" Type="http://schemas.openxmlformats.org/officeDocument/2006/relationships/image" Target="../media/image426.png"/><Relationship Id="rId35" Type="http://schemas.openxmlformats.org/officeDocument/2006/relationships/image" Target="../media/image427.png"/><Relationship Id="rId36" Type="http://schemas.openxmlformats.org/officeDocument/2006/relationships/image" Target="../media/image428.png"/><Relationship Id="rId37" Type="http://schemas.openxmlformats.org/officeDocument/2006/relationships/image" Target="../media/image74.png"/><Relationship Id="rId38" Type="http://schemas.openxmlformats.org/officeDocument/2006/relationships/image" Target="../media/image429.png"/><Relationship Id="rId39" Type="http://schemas.openxmlformats.org/officeDocument/2006/relationships/image" Target="../media/image430.png"/><Relationship Id="rId40" Type="http://schemas.openxmlformats.org/officeDocument/2006/relationships/image" Target="../media/image431.png"/><Relationship Id="rId41" Type="http://schemas.openxmlformats.org/officeDocument/2006/relationships/image" Target="../media/image156.png"/><Relationship Id="rId42" Type="http://schemas.openxmlformats.org/officeDocument/2006/relationships/image" Target="../media/image157.png"/><Relationship Id="rId43" Type="http://schemas.openxmlformats.org/officeDocument/2006/relationships/image" Target="../media/image432.png"/><Relationship Id="rId44" Type="http://schemas.openxmlformats.org/officeDocument/2006/relationships/image" Target="../media/image433.png"/><Relationship Id="rId45" Type="http://schemas.openxmlformats.org/officeDocument/2006/relationships/image" Target="../media/image434.png"/><Relationship Id="rId46" Type="http://schemas.openxmlformats.org/officeDocument/2006/relationships/image" Target="../media/image435.png"/><Relationship Id="rId47" Type="http://schemas.openxmlformats.org/officeDocument/2006/relationships/image" Target="../media/image436.png"/><Relationship Id="rId48" Type="http://schemas.openxmlformats.org/officeDocument/2006/relationships/image" Target="../media/image437.png"/><Relationship Id="rId49" Type="http://schemas.openxmlformats.org/officeDocument/2006/relationships/image" Target="../media/image344.png"/><Relationship Id="rId50" Type="http://schemas.openxmlformats.org/officeDocument/2006/relationships/image" Target="../media/image117.png"/><Relationship Id="rId51" Type="http://schemas.openxmlformats.org/officeDocument/2006/relationships/image" Target="../media/image331.png"/><Relationship Id="rId52" Type="http://schemas.openxmlformats.org/officeDocument/2006/relationships/image" Target="../media/image438.png"/><Relationship Id="rId53" Type="http://schemas.openxmlformats.org/officeDocument/2006/relationships/image" Target="../media/image439.png"/><Relationship Id="rId54" Type="http://schemas.openxmlformats.org/officeDocument/2006/relationships/image" Target="../media/image440.png"/><Relationship Id="rId55" Type="http://schemas.openxmlformats.org/officeDocument/2006/relationships/image" Target="../media/image441.png"/><Relationship Id="rId56" Type="http://schemas.openxmlformats.org/officeDocument/2006/relationships/image" Target="../media/image442.png"/><Relationship Id="rId57" Type="http://schemas.openxmlformats.org/officeDocument/2006/relationships/image" Target="../media/image44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210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Relationship Id="rId12" Type="http://schemas.openxmlformats.org/officeDocument/2006/relationships/image" Target="../media/image452.png"/><Relationship Id="rId13" Type="http://schemas.openxmlformats.org/officeDocument/2006/relationships/image" Target="../media/image453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461.png"/><Relationship Id="rId22" Type="http://schemas.openxmlformats.org/officeDocument/2006/relationships/image" Target="../media/image462.png"/><Relationship Id="rId23" Type="http://schemas.openxmlformats.org/officeDocument/2006/relationships/image" Target="../media/image463.png"/><Relationship Id="rId24" Type="http://schemas.openxmlformats.org/officeDocument/2006/relationships/image" Target="../media/image464.png"/><Relationship Id="rId25" Type="http://schemas.openxmlformats.org/officeDocument/2006/relationships/image" Target="../media/image465.png"/><Relationship Id="rId26" Type="http://schemas.openxmlformats.org/officeDocument/2006/relationships/image" Target="../media/image466.png"/><Relationship Id="rId27" Type="http://schemas.openxmlformats.org/officeDocument/2006/relationships/image" Target="../media/image467.png"/><Relationship Id="rId28" Type="http://schemas.openxmlformats.org/officeDocument/2006/relationships/image" Target="../media/image468.png"/><Relationship Id="rId29" Type="http://schemas.openxmlformats.org/officeDocument/2006/relationships/image" Target="../media/image469.png"/><Relationship Id="rId30" Type="http://schemas.openxmlformats.org/officeDocument/2006/relationships/image" Target="../media/image470.png"/><Relationship Id="rId31" Type="http://schemas.openxmlformats.org/officeDocument/2006/relationships/image" Target="../media/image471.png"/><Relationship Id="rId32" Type="http://schemas.openxmlformats.org/officeDocument/2006/relationships/image" Target="../media/image472.png"/><Relationship Id="rId33" Type="http://schemas.openxmlformats.org/officeDocument/2006/relationships/image" Target="../media/image473.png"/><Relationship Id="rId34" Type="http://schemas.openxmlformats.org/officeDocument/2006/relationships/image" Target="../media/image474.png"/><Relationship Id="rId35" Type="http://schemas.openxmlformats.org/officeDocument/2006/relationships/image" Target="../media/image475.png"/><Relationship Id="rId36" Type="http://schemas.openxmlformats.org/officeDocument/2006/relationships/image" Target="../media/image476.png"/><Relationship Id="rId37" Type="http://schemas.openxmlformats.org/officeDocument/2006/relationships/image" Target="../media/image477.png"/><Relationship Id="rId38" Type="http://schemas.openxmlformats.org/officeDocument/2006/relationships/image" Target="../media/image478.png"/><Relationship Id="rId39" Type="http://schemas.openxmlformats.org/officeDocument/2006/relationships/image" Target="../media/image479.png"/><Relationship Id="rId40" Type="http://schemas.openxmlformats.org/officeDocument/2006/relationships/image" Target="../media/image480.png"/><Relationship Id="rId41" Type="http://schemas.openxmlformats.org/officeDocument/2006/relationships/image" Target="../media/image481.png"/><Relationship Id="rId42" Type="http://schemas.openxmlformats.org/officeDocument/2006/relationships/image" Target="../media/image482.png"/><Relationship Id="rId43" Type="http://schemas.openxmlformats.org/officeDocument/2006/relationships/image" Target="../media/image483.png"/><Relationship Id="rId44" Type="http://schemas.openxmlformats.org/officeDocument/2006/relationships/image" Target="../media/image484.png"/><Relationship Id="rId45" Type="http://schemas.openxmlformats.org/officeDocument/2006/relationships/image" Target="../media/image485.png"/><Relationship Id="rId46" Type="http://schemas.openxmlformats.org/officeDocument/2006/relationships/image" Target="../media/image486.png"/><Relationship Id="rId47" Type="http://schemas.openxmlformats.org/officeDocument/2006/relationships/image" Target="../media/image487.png"/><Relationship Id="rId48" Type="http://schemas.openxmlformats.org/officeDocument/2006/relationships/image" Target="../media/image488.png"/><Relationship Id="rId49" Type="http://schemas.openxmlformats.org/officeDocument/2006/relationships/image" Target="../media/image489.png"/><Relationship Id="rId50" Type="http://schemas.openxmlformats.org/officeDocument/2006/relationships/image" Target="../media/image490.png"/><Relationship Id="rId51" Type="http://schemas.openxmlformats.org/officeDocument/2006/relationships/image" Target="../media/image491.png"/><Relationship Id="rId52" Type="http://schemas.openxmlformats.org/officeDocument/2006/relationships/image" Target="../media/image492.png"/><Relationship Id="rId53" Type="http://schemas.openxmlformats.org/officeDocument/2006/relationships/image" Target="../media/image493.png"/><Relationship Id="rId54" Type="http://schemas.openxmlformats.org/officeDocument/2006/relationships/image" Target="../media/image494.png"/><Relationship Id="rId55" Type="http://schemas.openxmlformats.org/officeDocument/2006/relationships/image" Target="../media/image495.png"/><Relationship Id="rId56" Type="http://schemas.openxmlformats.org/officeDocument/2006/relationships/image" Target="../media/image496.png"/><Relationship Id="rId57" Type="http://schemas.openxmlformats.org/officeDocument/2006/relationships/image" Target="../media/image497.png"/><Relationship Id="rId58" Type="http://schemas.openxmlformats.org/officeDocument/2006/relationships/image" Target="../media/image498.png"/><Relationship Id="rId59" Type="http://schemas.openxmlformats.org/officeDocument/2006/relationships/image" Target="../media/image499.png"/><Relationship Id="rId60" Type="http://schemas.openxmlformats.org/officeDocument/2006/relationships/image" Target="../media/image500.png"/><Relationship Id="rId61" Type="http://schemas.openxmlformats.org/officeDocument/2006/relationships/image" Target="../media/image501.png"/><Relationship Id="rId62" Type="http://schemas.openxmlformats.org/officeDocument/2006/relationships/image" Target="../media/image502.png"/><Relationship Id="rId63" Type="http://schemas.openxmlformats.org/officeDocument/2006/relationships/image" Target="../media/image503.png"/><Relationship Id="rId64" Type="http://schemas.openxmlformats.org/officeDocument/2006/relationships/image" Target="../media/image504.png"/><Relationship Id="rId65" Type="http://schemas.openxmlformats.org/officeDocument/2006/relationships/image" Target="../media/image505.png"/><Relationship Id="rId66" Type="http://schemas.openxmlformats.org/officeDocument/2006/relationships/image" Target="../media/image506.png"/><Relationship Id="rId67" Type="http://schemas.openxmlformats.org/officeDocument/2006/relationships/image" Target="../media/image507.png"/><Relationship Id="rId68" Type="http://schemas.openxmlformats.org/officeDocument/2006/relationships/image" Target="../media/image508.png"/><Relationship Id="rId69" Type="http://schemas.openxmlformats.org/officeDocument/2006/relationships/image" Target="../media/image509.png"/><Relationship Id="rId70" Type="http://schemas.openxmlformats.org/officeDocument/2006/relationships/image" Target="../media/image510.png"/><Relationship Id="rId71" Type="http://schemas.openxmlformats.org/officeDocument/2006/relationships/image" Target="../media/image511.png"/><Relationship Id="rId72" Type="http://schemas.openxmlformats.org/officeDocument/2006/relationships/image" Target="../media/image512.png"/><Relationship Id="rId73" Type="http://schemas.openxmlformats.org/officeDocument/2006/relationships/image" Target="../media/image51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444.png"/><Relationship Id="rId5" Type="http://schemas.openxmlformats.org/officeDocument/2006/relationships/image" Target="../media/image514.png"/><Relationship Id="rId6" Type="http://schemas.openxmlformats.org/officeDocument/2006/relationships/image" Target="../media/image515.png"/><Relationship Id="rId7" Type="http://schemas.openxmlformats.org/officeDocument/2006/relationships/image" Target="../media/image516.png"/><Relationship Id="rId8" Type="http://schemas.openxmlformats.org/officeDocument/2006/relationships/image" Target="../media/image517.png"/><Relationship Id="rId9" Type="http://schemas.openxmlformats.org/officeDocument/2006/relationships/image" Target="../media/image518.png"/><Relationship Id="rId10" Type="http://schemas.openxmlformats.org/officeDocument/2006/relationships/image" Target="../media/image519.png"/><Relationship Id="rId11" Type="http://schemas.openxmlformats.org/officeDocument/2006/relationships/image" Target="../media/image520.png"/><Relationship Id="rId12" Type="http://schemas.openxmlformats.org/officeDocument/2006/relationships/image" Target="../media/image521.png"/><Relationship Id="rId13" Type="http://schemas.openxmlformats.org/officeDocument/2006/relationships/image" Target="../media/image522.png"/><Relationship Id="rId14" Type="http://schemas.openxmlformats.org/officeDocument/2006/relationships/image" Target="../media/image523.png"/><Relationship Id="rId15" Type="http://schemas.openxmlformats.org/officeDocument/2006/relationships/image" Target="../media/image524.png"/><Relationship Id="rId16" Type="http://schemas.openxmlformats.org/officeDocument/2006/relationships/image" Target="../media/image525.png"/><Relationship Id="rId17" Type="http://schemas.openxmlformats.org/officeDocument/2006/relationships/image" Target="../media/image526.png"/><Relationship Id="rId18" Type="http://schemas.openxmlformats.org/officeDocument/2006/relationships/image" Target="../media/image527.png"/><Relationship Id="rId19" Type="http://schemas.openxmlformats.org/officeDocument/2006/relationships/image" Target="../media/image528.png"/><Relationship Id="rId20" Type="http://schemas.openxmlformats.org/officeDocument/2006/relationships/image" Target="../media/image529.png"/><Relationship Id="rId21" Type="http://schemas.openxmlformats.org/officeDocument/2006/relationships/image" Target="../media/image530.png"/><Relationship Id="rId22" Type="http://schemas.openxmlformats.org/officeDocument/2006/relationships/image" Target="../media/image531.png"/><Relationship Id="rId23" Type="http://schemas.openxmlformats.org/officeDocument/2006/relationships/image" Target="../media/image532.png"/><Relationship Id="rId24" Type="http://schemas.openxmlformats.org/officeDocument/2006/relationships/image" Target="../media/image533.png"/><Relationship Id="rId25" Type="http://schemas.openxmlformats.org/officeDocument/2006/relationships/image" Target="../media/image534.png"/><Relationship Id="rId26" Type="http://schemas.openxmlformats.org/officeDocument/2006/relationships/image" Target="../media/image535.png"/><Relationship Id="rId27" Type="http://schemas.openxmlformats.org/officeDocument/2006/relationships/image" Target="../media/image536.png"/><Relationship Id="rId28" Type="http://schemas.openxmlformats.org/officeDocument/2006/relationships/image" Target="../media/image537.png"/><Relationship Id="rId29" Type="http://schemas.openxmlformats.org/officeDocument/2006/relationships/image" Target="../media/image538.png"/><Relationship Id="rId30" Type="http://schemas.openxmlformats.org/officeDocument/2006/relationships/image" Target="../media/image539.png"/><Relationship Id="rId31" Type="http://schemas.openxmlformats.org/officeDocument/2006/relationships/image" Target="../media/image540.png"/><Relationship Id="rId32" Type="http://schemas.openxmlformats.org/officeDocument/2006/relationships/image" Target="../media/image541.png"/><Relationship Id="rId33" Type="http://schemas.openxmlformats.org/officeDocument/2006/relationships/image" Target="../media/image542.png"/><Relationship Id="rId34" Type="http://schemas.openxmlformats.org/officeDocument/2006/relationships/image" Target="../media/image543.png"/><Relationship Id="rId35" Type="http://schemas.openxmlformats.org/officeDocument/2006/relationships/image" Target="../media/image544.png"/><Relationship Id="rId36" Type="http://schemas.openxmlformats.org/officeDocument/2006/relationships/image" Target="../media/image545.png"/><Relationship Id="rId37" Type="http://schemas.openxmlformats.org/officeDocument/2006/relationships/image" Target="../media/image546.png"/><Relationship Id="rId38" Type="http://schemas.openxmlformats.org/officeDocument/2006/relationships/image" Target="../media/image547.png"/><Relationship Id="rId39" Type="http://schemas.openxmlformats.org/officeDocument/2006/relationships/image" Target="../media/image548.png"/><Relationship Id="rId40" Type="http://schemas.openxmlformats.org/officeDocument/2006/relationships/image" Target="../media/image549.png"/><Relationship Id="rId41" Type="http://schemas.openxmlformats.org/officeDocument/2006/relationships/image" Target="../media/image550.png"/><Relationship Id="rId42" Type="http://schemas.openxmlformats.org/officeDocument/2006/relationships/image" Target="../media/image551.png"/><Relationship Id="rId43" Type="http://schemas.openxmlformats.org/officeDocument/2006/relationships/image" Target="../media/image552.png"/><Relationship Id="rId44" Type="http://schemas.openxmlformats.org/officeDocument/2006/relationships/image" Target="../media/image553.png"/><Relationship Id="rId45" Type="http://schemas.openxmlformats.org/officeDocument/2006/relationships/image" Target="../media/image554.png"/><Relationship Id="rId46" Type="http://schemas.openxmlformats.org/officeDocument/2006/relationships/image" Target="../media/image555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6.png"/><Relationship Id="rId3" Type="http://schemas.openxmlformats.org/officeDocument/2006/relationships/image" Target="../media/image557.png"/><Relationship Id="rId4" Type="http://schemas.openxmlformats.org/officeDocument/2006/relationships/image" Target="../media/image558.png"/><Relationship Id="rId5" Type="http://schemas.openxmlformats.org/officeDocument/2006/relationships/image" Target="../media/image559.png"/><Relationship Id="rId6" Type="http://schemas.openxmlformats.org/officeDocument/2006/relationships/image" Target="../media/image560.png"/><Relationship Id="rId7" Type="http://schemas.openxmlformats.org/officeDocument/2006/relationships/image" Target="../media/image561.png"/><Relationship Id="rId8" Type="http://schemas.openxmlformats.org/officeDocument/2006/relationships/image" Target="../media/image562.png"/><Relationship Id="rId9" Type="http://schemas.openxmlformats.org/officeDocument/2006/relationships/image" Target="../media/image563.png"/><Relationship Id="rId10" Type="http://schemas.openxmlformats.org/officeDocument/2006/relationships/image" Target="../media/image564.png"/><Relationship Id="rId11" Type="http://schemas.openxmlformats.org/officeDocument/2006/relationships/image" Target="../media/image565.png"/><Relationship Id="rId12" Type="http://schemas.openxmlformats.org/officeDocument/2006/relationships/image" Target="../media/image566.png"/><Relationship Id="rId13" Type="http://schemas.openxmlformats.org/officeDocument/2006/relationships/image" Target="../media/image567.png"/><Relationship Id="rId14" Type="http://schemas.openxmlformats.org/officeDocument/2006/relationships/image" Target="../media/image568.png"/><Relationship Id="rId15" Type="http://schemas.openxmlformats.org/officeDocument/2006/relationships/image" Target="../media/image569.png"/><Relationship Id="rId16" Type="http://schemas.openxmlformats.org/officeDocument/2006/relationships/image" Target="../media/image570.png"/><Relationship Id="rId17" Type="http://schemas.openxmlformats.org/officeDocument/2006/relationships/image" Target="../media/image571.png"/><Relationship Id="rId18" Type="http://schemas.openxmlformats.org/officeDocument/2006/relationships/image" Target="../media/image572.png"/><Relationship Id="rId19" Type="http://schemas.openxmlformats.org/officeDocument/2006/relationships/image" Target="../media/image573.png"/><Relationship Id="rId20" Type="http://schemas.openxmlformats.org/officeDocument/2006/relationships/image" Target="../media/image574.png"/><Relationship Id="rId21" Type="http://schemas.openxmlformats.org/officeDocument/2006/relationships/image" Target="../media/image575.png"/><Relationship Id="rId22" Type="http://schemas.openxmlformats.org/officeDocument/2006/relationships/image" Target="../media/image576.png"/><Relationship Id="rId23" Type="http://schemas.openxmlformats.org/officeDocument/2006/relationships/image" Target="../media/image577.png"/><Relationship Id="rId24" Type="http://schemas.openxmlformats.org/officeDocument/2006/relationships/image" Target="../media/image578.png"/><Relationship Id="rId25" Type="http://schemas.openxmlformats.org/officeDocument/2006/relationships/image" Target="../media/image579.png"/><Relationship Id="rId26" Type="http://schemas.openxmlformats.org/officeDocument/2006/relationships/image" Target="../media/image580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581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2.png"/><Relationship Id="rId3" Type="http://schemas.openxmlformats.org/officeDocument/2006/relationships/image" Target="../media/image583.png"/><Relationship Id="rId4" Type="http://schemas.openxmlformats.org/officeDocument/2006/relationships/image" Target="../media/image584.png"/><Relationship Id="rId5" Type="http://schemas.openxmlformats.org/officeDocument/2006/relationships/image" Target="../media/image585.png"/><Relationship Id="rId6" Type="http://schemas.openxmlformats.org/officeDocument/2006/relationships/image" Target="../media/image586.png"/><Relationship Id="rId7" Type="http://schemas.openxmlformats.org/officeDocument/2006/relationships/image" Target="../media/image587.png"/><Relationship Id="rId8" Type="http://schemas.openxmlformats.org/officeDocument/2006/relationships/image" Target="../media/image588.png"/><Relationship Id="rId9" Type="http://schemas.openxmlformats.org/officeDocument/2006/relationships/image" Target="../media/image589.png"/><Relationship Id="rId10" Type="http://schemas.openxmlformats.org/officeDocument/2006/relationships/image" Target="../media/image590.png"/><Relationship Id="rId11" Type="http://schemas.openxmlformats.org/officeDocument/2006/relationships/image" Target="../media/image591.png"/><Relationship Id="rId12" Type="http://schemas.openxmlformats.org/officeDocument/2006/relationships/image" Target="../media/image592.png"/><Relationship Id="rId13" Type="http://schemas.openxmlformats.org/officeDocument/2006/relationships/image" Target="../media/image593.png"/><Relationship Id="rId14" Type="http://schemas.openxmlformats.org/officeDocument/2006/relationships/image" Target="../media/image594.png"/><Relationship Id="rId15" Type="http://schemas.openxmlformats.org/officeDocument/2006/relationships/image" Target="../media/image595.png"/><Relationship Id="rId16" Type="http://schemas.openxmlformats.org/officeDocument/2006/relationships/image" Target="../media/image596.png"/><Relationship Id="rId17" Type="http://schemas.openxmlformats.org/officeDocument/2006/relationships/image" Target="../media/image597.png"/><Relationship Id="rId18" Type="http://schemas.openxmlformats.org/officeDocument/2006/relationships/image" Target="../media/image598.png"/><Relationship Id="rId19" Type="http://schemas.openxmlformats.org/officeDocument/2006/relationships/image" Target="../media/image599.png"/><Relationship Id="rId20" Type="http://schemas.openxmlformats.org/officeDocument/2006/relationships/image" Target="../media/image600.png"/><Relationship Id="rId21" Type="http://schemas.openxmlformats.org/officeDocument/2006/relationships/image" Target="../media/image601.png"/><Relationship Id="rId22" Type="http://schemas.openxmlformats.org/officeDocument/2006/relationships/image" Target="../media/image602.png"/><Relationship Id="rId23" Type="http://schemas.openxmlformats.org/officeDocument/2006/relationships/image" Target="../media/image603.png"/><Relationship Id="rId24" Type="http://schemas.openxmlformats.org/officeDocument/2006/relationships/image" Target="../media/image604.png"/><Relationship Id="rId25" Type="http://schemas.openxmlformats.org/officeDocument/2006/relationships/image" Target="../media/image605.png"/><Relationship Id="rId26" Type="http://schemas.openxmlformats.org/officeDocument/2006/relationships/image" Target="../media/image606.png"/><Relationship Id="rId27" Type="http://schemas.openxmlformats.org/officeDocument/2006/relationships/image" Target="../media/image607.png"/><Relationship Id="rId28" Type="http://schemas.openxmlformats.org/officeDocument/2006/relationships/image" Target="../media/image608.png"/><Relationship Id="rId29" Type="http://schemas.openxmlformats.org/officeDocument/2006/relationships/image" Target="../media/image609.png"/><Relationship Id="rId30" Type="http://schemas.openxmlformats.org/officeDocument/2006/relationships/image" Target="../media/image610.png"/><Relationship Id="rId31" Type="http://schemas.openxmlformats.org/officeDocument/2006/relationships/image" Target="../media/image611.png"/><Relationship Id="rId32" Type="http://schemas.openxmlformats.org/officeDocument/2006/relationships/image" Target="../media/image612.png"/><Relationship Id="rId33" Type="http://schemas.openxmlformats.org/officeDocument/2006/relationships/image" Target="../media/image613.png"/><Relationship Id="rId34" Type="http://schemas.openxmlformats.org/officeDocument/2006/relationships/image" Target="../media/image614.png"/><Relationship Id="rId35" Type="http://schemas.openxmlformats.org/officeDocument/2006/relationships/image" Target="../media/image615.png"/><Relationship Id="rId36" Type="http://schemas.openxmlformats.org/officeDocument/2006/relationships/image" Target="../media/image616.png"/><Relationship Id="rId37" Type="http://schemas.openxmlformats.org/officeDocument/2006/relationships/image" Target="../media/image617.png"/><Relationship Id="rId38" Type="http://schemas.openxmlformats.org/officeDocument/2006/relationships/image" Target="../media/image618.png"/><Relationship Id="rId39" Type="http://schemas.openxmlformats.org/officeDocument/2006/relationships/image" Target="../media/image619.png"/><Relationship Id="rId40" Type="http://schemas.openxmlformats.org/officeDocument/2006/relationships/image" Target="../media/image620.png"/><Relationship Id="rId41" Type="http://schemas.openxmlformats.org/officeDocument/2006/relationships/image" Target="../media/image621.png"/><Relationship Id="rId42" Type="http://schemas.openxmlformats.org/officeDocument/2006/relationships/image" Target="../media/image622.png"/><Relationship Id="rId43" Type="http://schemas.openxmlformats.org/officeDocument/2006/relationships/image" Target="../media/image623.png"/><Relationship Id="rId44" Type="http://schemas.openxmlformats.org/officeDocument/2006/relationships/image" Target="../media/image624.png"/><Relationship Id="rId45" Type="http://schemas.openxmlformats.org/officeDocument/2006/relationships/image" Target="../media/image625.png"/><Relationship Id="rId46" Type="http://schemas.openxmlformats.org/officeDocument/2006/relationships/image" Target="../media/image626.png"/><Relationship Id="rId47" Type="http://schemas.openxmlformats.org/officeDocument/2006/relationships/image" Target="../media/image627.png"/><Relationship Id="rId48" Type="http://schemas.openxmlformats.org/officeDocument/2006/relationships/image" Target="../media/image628.png"/><Relationship Id="rId49" Type="http://schemas.openxmlformats.org/officeDocument/2006/relationships/image" Target="../media/image629.png"/><Relationship Id="rId50" Type="http://schemas.openxmlformats.org/officeDocument/2006/relationships/image" Target="../media/image630.png"/><Relationship Id="rId51" Type="http://schemas.openxmlformats.org/officeDocument/2006/relationships/image" Target="../media/image631.png"/><Relationship Id="rId52" Type="http://schemas.openxmlformats.org/officeDocument/2006/relationships/image" Target="../media/image632.png"/><Relationship Id="rId53" Type="http://schemas.openxmlformats.org/officeDocument/2006/relationships/image" Target="../media/image633.png"/><Relationship Id="rId54" Type="http://schemas.openxmlformats.org/officeDocument/2006/relationships/image" Target="../media/image634.png"/><Relationship Id="rId55" Type="http://schemas.openxmlformats.org/officeDocument/2006/relationships/image" Target="../media/image635.png"/><Relationship Id="rId56" Type="http://schemas.openxmlformats.org/officeDocument/2006/relationships/image" Target="../media/image636.png"/><Relationship Id="rId57" Type="http://schemas.openxmlformats.org/officeDocument/2006/relationships/image" Target="../media/image637.png"/><Relationship Id="rId58" Type="http://schemas.openxmlformats.org/officeDocument/2006/relationships/image" Target="../media/image638.png"/><Relationship Id="rId59" Type="http://schemas.openxmlformats.org/officeDocument/2006/relationships/image" Target="../media/image639.png"/><Relationship Id="rId60" Type="http://schemas.openxmlformats.org/officeDocument/2006/relationships/image" Target="../media/image640.png"/><Relationship Id="rId61" Type="http://schemas.openxmlformats.org/officeDocument/2006/relationships/image" Target="../media/image641.png"/><Relationship Id="rId62" Type="http://schemas.openxmlformats.org/officeDocument/2006/relationships/image" Target="../media/image642.png"/><Relationship Id="rId63" Type="http://schemas.openxmlformats.org/officeDocument/2006/relationships/image" Target="../media/image643.png"/><Relationship Id="rId64" Type="http://schemas.openxmlformats.org/officeDocument/2006/relationships/image" Target="../media/image644.png"/><Relationship Id="rId65" Type="http://schemas.openxmlformats.org/officeDocument/2006/relationships/image" Target="../media/image645.png"/><Relationship Id="rId66" Type="http://schemas.openxmlformats.org/officeDocument/2006/relationships/image" Target="../media/image646.png"/><Relationship Id="rId67" Type="http://schemas.openxmlformats.org/officeDocument/2006/relationships/image" Target="../media/image647.png"/><Relationship Id="rId68" Type="http://schemas.openxmlformats.org/officeDocument/2006/relationships/image" Target="../media/image648.png"/><Relationship Id="rId69" Type="http://schemas.openxmlformats.org/officeDocument/2006/relationships/image" Target="../media/image649.png"/><Relationship Id="rId70" Type="http://schemas.openxmlformats.org/officeDocument/2006/relationships/image" Target="../media/image650.png"/><Relationship Id="rId71" Type="http://schemas.openxmlformats.org/officeDocument/2006/relationships/image" Target="../media/image651.png"/><Relationship Id="rId72" Type="http://schemas.openxmlformats.org/officeDocument/2006/relationships/image" Target="../media/image652.png"/><Relationship Id="rId73" Type="http://schemas.openxmlformats.org/officeDocument/2006/relationships/image" Target="../media/image653.png"/><Relationship Id="rId74" Type="http://schemas.openxmlformats.org/officeDocument/2006/relationships/image" Target="../media/image654.png"/><Relationship Id="rId75" Type="http://schemas.openxmlformats.org/officeDocument/2006/relationships/image" Target="../media/image655.png"/><Relationship Id="rId76" Type="http://schemas.openxmlformats.org/officeDocument/2006/relationships/image" Target="../media/image656.png"/><Relationship Id="rId77" Type="http://schemas.openxmlformats.org/officeDocument/2006/relationships/image" Target="../media/image657.png"/><Relationship Id="rId78" Type="http://schemas.openxmlformats.org/officeDocument/2006/relationships/image" Target="../media/image658.png"/><Relationship Id="rId79" Type="http://schemas.openxmlformats.org/officeDocument/2006/relationships/image" Target="../media/image659.png"/><Relationship Id="rId80" Type="http://schemas.openxmlformats.org/officeDocument/2006/relationships/image" Target="../media/image660.png"/><Relationship Id="rId81" Type="http://schemas.openxmlformats.org/officeDocument/2006/relationships/image" Target="../media/image661.png"/><Relationship Id="rId82" Type="http://schemas.openxmlformats.org/officeDocument/2006/relationships/image" Target="../media/image662.png"/><Relationship Id="rId83" Type="http://schemas.openxmlformats.org/officeDocument/2006/relationships/image" Target="../media/image663.png"/><Relationship Id="rId84" Type="http://schemas.openxmlformats.org/officeDocument/2006/relationships/image" Target="../media/image664.png"/><Relationship Id="rId85" Type="http://schemas.openxmlformats.org/officeDocument/2006/relationships/image" Target="../media/image665.png"/><Relationship Id="rId86" Type="http://schemas.openxmlformats.org/officeDocument/2006/relationships/image" Target="../media/image666.png"/><Relationship Id="rId87" Type="http://schemas.openxmlformats.org/officeDocument/2006/relationships/image" Target="../media/image667.png"/><Relationship Id="rId88" Type="http://schemas.openxmlformats.org/officeDocument/2006/relationships/image" Target="../media/image668.png"/><Relationship Id="rId89" Type="http://schemas.openxmlformats.org/officeDocument/2006/relationships/image" Target="../media/image669.png"/><Relationship Id="rId90" Type="http://schemas.openxmlformats.org/officeDocument/2006/relationships/image" Target="../media/image670.png"/><Relationship Id="rId91" Type="http://schemas.openxmlformats.org/officeDocument/2006/relationships/image" Target="../media/image671.png"/><Relationship Id="rId92" Type="http://schemas.openxmlformats.org/officeDocument/2006/relationships/image" Target="../media/image672.png"/><Relationship Id="rId93" Type="http://schemas.openxmlformats.org/officeDocument/2006/relationships/image" Target="../media/image673.png"/><Relationship Id="rId94" Type="http://schemas.openxmlformats.org/officeDocument/2006/relationships/image" Target="../media/image674.png"/><Relationship Id="rId95" Type="http://schemas.openxmlformats.org/officeDocument/2006/relationships/image" Target="../media/image675.png"/><Relationship Id="rId96" Type="http://schemas.openxmlformats.org/officeDocument/2006/relationships/image" Target="../media/image676.png"/><Relationship Id="rId97" Type="http://schemas.openxmlformats.org/officeDocument/2006/relationships/image" Target="../media/image677.png"/><Relationship Id="rId98" Type="http://schemas.openxmlformats.org/officeDocument/2006/relationships/image" Target="../media/image678.png"/><Relationship Id="rId99" Type="http://schemas.openxmlformats.org/officeDocument/2006/relationships/image" Target="../media/image679.png"/><Relationship Id="rId100" Type="http://schemas.openxmlformats.org/officeDocument/2006/relationships/image" Target="../media/image680.png"/><Relationship Id="rId101" Type="http://schemas.openxmlformats.org/officeDocument/2006/relationships/image" Target="../media/image681.png"/><Relationship Id="rId102" Type="http://schemas.openxmlformats.org/officeDocument/2006/relationships/image" Target="../media/image682.png"/><Relationship Id="rId103" Type="http://schemas.openxmlformats.org/officeDocument/2006/relationships/image" Target="../media/image683.png"/><Relationship Id="rId104" Type="http://schemas.openxmlformats.org/officeDocument/2006/relationships/image" Target="../media/image684.png"/><Relationship Id="rId105" Type="http://schemas.openxmlformats.org/officeDocument/2006/relationships/image" Target="../media/image64.png"/><Relationship Id="rId106" Type="http://schemas.openxmlformats.org/officeDocument/2006/relationships/image" Target="../media/image210.png"/><Relationship Id="rId107" Type="http://schemas.openxmlformats.org/officeDocument/2006/relationships/image" Target="../media/image685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6.png"/><Relationship Id="rId3" Type="http://schemas.openxmlformats.org/officeDocument/2006/relationships/image" Target="../media/image687.png"/><Relationship Id="rId4" Type="http://schemas.openxmlformats.org/officeDocument/2006/relationships/image" Target="../media/image688.png"/><Relationship Id="rId5" Type="http://schemas.openxmlformats.org/officeDocument/2006/relationships/image" Target="../media/image689.png"/><Relationship Id="rId6" Type="http://schemas.openxmlformats.org/officeDocument/2006/relationships/image" Target="../media/image690.png"/><Relationship Id="rId7" Type="http://schemas.openxmlformats.org/officeDocument/2006/relationships/image" Target="../media/image691.png"/><Relationship Id="rId8" Type="http://schemas.openxmlformats.org/officeDocument/2006/relationships/image" Target="../media/image692.png"/><Relationship Id="rId9" Type="http://schemas.openxmlformats.org/officeDocument/2006/relationships/image" Target="../media/image693.png"/><Relationship Id="rId10" Type="http://schemas.openxmlformats.org/officeDocument/2006/relationships/image" Target="../media/image694.png"/><Relationship Id="rId11" Type="http://schemas.openxmlformats.org/officeDocument/2006/relationships/image" Target="../media/image695.png"/><Relationship Id="rId12" Type="http://schemas.openxmlformats.org/officeDocument/2006/relationships/image" Target="../media/image696.png"/><Relationship Id="rId13" Type="http://schemas.openxmlformats.org/officeDocument/2006/relationships/image" Target="../media/image697.png"/><Relationship Id="rId14" Type="http://schemas.openxmlformats.org/officeDocument/2006/relationships/image" Target="../media/image698.png"/><Relationship Id="rId15" Type="http://schemas.openxmlformats.org/officeDocument/2006/relationships/image" Target="../media/image699.png"/><Relationship Id="rId16" Type="http://schemas.openxmlformats.org/officeDocument/2006/relationships/image" Target="../media/image700.png"/><Relationship Id="rId17" Type="http://schemas.openxmlformats.org/officeDocument/2006/relationships/image" Target="../media/image701.png"/><Relationship Id="rId18" Type="http://schemas.openxmlformats.org/officeDocument/2006/relationships/image" Target="../media/image702.png"/><Relationship Id="rId19" Type="http://schemas.openxmlformats.org/officeDocument/2006/relationships/image" Target="../media/image703.png"/><Relationship Id="rId20" Type="http://schemas.openxmlformats.org/officeDocument/2006/relationships/image" Target="../media/image704.png"/><Relationship Id="rId21" Type="http://schemas.openxmlformats.org/officeDocument/2006/relationships/image" Target="../media/image705.png"/><Relationship Id="rId22" Type="http://schemas.openxmlformats.org/officeDocument/2006/relationships/image" Target="../media/image706.png"/><Relationship Id="rId23" Type="http://schemas.openxmlformats.org/officeDocument/2006/relationships/image" Target="../media/image707.png"/><Relationship Id="rId24" Type="http://schemas.openxmlformats.org/officeDocument/2006/relationships/image" Target="../media/image708.png"/><Relationship Id="rId25" Type="http://schemas.openxmlformats.org/officeDocument/2006/relationships/image" Target="../media/image709.png"/><Relationship Id="rId26" Type="http://schemas.openxmlformats.org/officeDocument/2006/relationships/image" Target="../media/image710.png"/><Relationship Id="rId27" Type="http://schemas.openxmlformats.org/officeDocument/2006/relationships/image" Target="../media/image711.png"/><Relationship Id="rId28" Type="http://schemas.openxmlformats.org/officeDocument/2006/relationships/image" Target="../media/image712.png"/><Relationship Id="rId29" Type="http://schemas.openxmlformats.org/officeDocument/2006/relationships/image" Target="../media/image713.png"/><Relationship Id="rId30" Type="http://schemas.openxmlformats.org/officeDocument/2006/relationships/image" Target="../media/image714.png"/><Relationship Id="rId31" Type="http://schemas.openxmlformats.org/officeDocument/2006/relationships/image" Target="../media/image715.png"/><Relationship Id="rId32" Type="http://schemas.openxmlformats.org/officeDocument/2006/relationships/image" Target="../media/image716.png"/><Relationship Id="rId33" Type="http://schemas.openxmlformats.org/officeDocument/2006/relationships/image" Target="../media/image717.png"/><Relationship Id="rId34" Type="http://schemas.openxmlformats.org/officeDocument/2006/relationships/image" Target="../media/image718.png"/><Relationship Id="rId35" Type="http://schemas.openxmlformats.org/officeDocument/2006/relationships/image" Target="../media/image719.png"/><Relationship Id="rId36" Type="http://schemas.openxmlformats.org/officeDocument/2006/relationships/image" Target="../media/image720.png"/><Relationship Id="rId37" Type="http://schemas.openxmlformats.org/officeDocument/2006/relationships/image" Target="../media/image721.png"/><Relationship Id="rId38" Type="http://schemas.openxmlformats.org/officeDocument/2006/relationships/image" Target="../media/image722.png"/><Relationship Id="rId39" Type="http://schemas.openxmlformats.org/officeDocument/2006/relationships/image" Target="../media/image723.png"/><Relationship Id="rId40" Type="http://schemas.openxmlformats.org/officeDocument/2006/relationships/image" Target="../media/image724.png"/><Relationship Id="rId41" Type="http://schemas.openxmlformats.org/officeDocument/2006/relationships/image" Target="../media/image725.png"/><Relationship Id="rId42" Type="http://schemas.openxmlformats.org/officeDocument/2006/relationships/image" Target="../media/image726.png"/><Relationship Id="rId43" Type="http://schemas.openxmlformats.org/officeDocument/2006/relationships/image" Target="../media/image72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5FA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929212" y="4784742"/>
              <a:ext cx="1178560" cy="1048385"/>
            </a:xfrm>
            <a:custGeom>
              <a:avLst/>
              <a:gdLst/>
              <a:ahLst/>
              <a:cxnLst/>
              <a:rect l="l" t="t" r="r" b="b"/>
              <a:pathLst>
                <a:path w="1178559" h="1048385">
                  <a:moveTo>
                    <a:pt x="19724" y="831725"/>
                  </a:moveTo>
                  <a:lnTo>
                    <a:pt x="19291" y="831725"/>
                  </a:lnTo>
                  <a:lnTo>
                    <a:pt x="18569" y="831725"/>
                  </a:lnTo>
                  <a:lnTo>
                    <a:pt x="17130" y="831725"/>
                  </a:lnTo>
                  <a:lnTo>
                    <a:pt x="15690" y="831725"/>
                  </a:lnTo>
                  <a:lnTo>
                    <a:pt x="13216" y="831293"/>
                  </a:lnTo>
                  <a:lnTo>
                    <a:pt x="11084" y="831725"/>
                  </a:lnTo>
                  <a:lnTo>
                    <a:pt x="8952" y="832158"/>
                  </a:lnTo>
                  <a:lnTo>
                    <a:pt x="6024" y="833312"/>
                  </a:lnTo>
                  <a:lnTo>
                    <a:pt x="4342" y="834320"/>
                  </a:lnTo>
                  <a:lnTo>
                    <a:pt x="2658" y="835327"/>
                  </a:lnTo>
                  <a:lnTo>
                    <a:pt x="0" y="836647"/>
                  </a:lnTo>
                  <a:lnTo>
                    <a:pt x="990" y="837771"/>
                  </a:lnTo>
                  <a:lnTo>
                    <a:pt x="1981" y="838894"/>
                  </a:lnTo>
                  <a:lnTo>
                    <a:pt x="4233" y="841801"/>
                  </a:lnTo>
                  <a:lnTo>
                    <a:pt x="10284" y="841063"/>
                  </a:lnTo>
                  <a:lnTo>
                    <a:pt x="55295" y="825968"/>
                  </a:lnTo>
                  <a:lnTo>
                    <a:pt x="100796" y="803828"/>
                  </a:lnTo>
                  <a:lnTo>
                    <a:pt x="141925" y="782023"/>
                  </a:lnTo>
                  <a:lnTo>
                    <a:pt x="186997" y="757437"/>
                  </a:lnTo>
                  <a:lnTo>
                    <a:pt x="234730" y="729785"/>
                  </a:lnTo>
                  <a:lnTo>
                    <a:pt x="280742" y="701373"/>
                  </a:lnTo>
                  <a:lnTo>
                    <a:pt x="325246" y="671281"/>
                  </a:lnTo>
                  <a:lnTo>
                    <a:pt x="368808" y="638655"/>
                  </a:lnTo>
                  <a:lnTo>
                    <a:pt x="408878" y="606476"/>
                  </a:lnTo>
                  <a:lnTo>
                    <a:pt x="447040" y="572590"/>
                  </a:lnTo>
                  <a:lnTo>
                    <a:pt x="481138" y="537268"/>
                  </a:lnTo>
                  <a:lnTo>
                    <a:pt x="509226" y="501396"/>
                  </a:lnTo>
                  <a:lnTo>
                    <a:pt x="533878" y="467099"/>
                  </a:lnTo>
                  <a:lnTo>
                    <a:pt x="555153" y="433337"/>
                  </a:lnTo>
                  <a:lnTo>
                    <a:pt x="577269" y="390148"/>
                  </a:lnTo>
                  <a:lnTo>
                    <a:pt x="593434" y="350218"/>
                  </a:lnTo>
                  <a:lnTo>
                    <a:pt x="605175" y="313353"/>
                  </a:lnTo>
                  <a:lnTo>
                    <a:pt x="607419" y="304612"/>
                  </a:lnTo>
                  <a:lnTo>
                    <a:pt x="609631" y="296207"/>
                  </a:lnTo>
                  <a:lnTo>
                    <a:pt x="611974" y="287968"/>
                  </a:lnTo>
                  <a:lnTo>
                    <a:pt x="614328" y="279910"/>
                  </a:lnTo>
                  <a:lnTo>
                    <a:pt x="616413" y="272406"/>
                  </a:lnTo>
                  <a:lnTo>
                    <a:pt x="617951" y="265825"/>
                  </a:lnTo>
                  <a:lnTo>
                    <a:pt x="619514" y="257831"/>
                  </a:lnTo>
                  <a:lnTo>
                    <a:pt x="620155" y="250809"/>
                  </a:lnTo>
                  <a:lnTo>
                    <a:pt x="619007" y="248243"/>
                  </a:lnTo>
                  <a:lnTo>
                    <a:pt x="617859" y="245677"/>
                  </a:lnTo>
                  <a:lnTo>
                    <a:pt x="597371" y="272505"/>
                  </a:lnTo>
                  <a:lnTo>
                    <a:pt x="592644" y="280597"/>
                  </a:lnTo>
                  <a:lnTo>
                    <a:pt x="568409" y="323818"/>
                  </a:lnTo>
                  <a:lnTo>
                    <a:pt x="545127" y="367082"/>
                  </a:lnTo>
                  <a:lnTo>
                    <a:pt x="537244" y="381787"/>
                  </a:lnTo>
                  <a:lnTo>
                    <a:pt x="513345" y="427333"/>
                  </a:lnTo>
                  <a:lnTo>
                    <a:pt x="490921" y="474311"/>
                  </a:lnTo>
                  <a:lnTo>
                    <a:pt x="483592" y="489883"/>
                  </a:lnTo>
                  <a:lnTo>
                    <a:pt x="476308" y="505294"/>
                  </a:lnTo>
                  <a:lnTo>
                    <a:pt x="469091" y="520626"/>
                  </a:lnTo>
                  <a:lnTo>
                    <a:pt x="461907" y="535798"/>
                  </a:lnTo>
                  <a:lnTo>
                    <a:pt x="454721" y="550730"/>
                  </a:lnTo>
                  <a:lnTo>
                    <a:pt x="447537" y="565294"/>
                  </a:lnTo>
                  <a:lnTo>
                    <a:pt x="440370" y="579567"/>
                  </a:lnTo>
                  <a:lnTo>
                    <a:pt x="433201" y="593781"/>
                  </a:lnTo>
                  <a:lnTo>
                    <a:pt x="426012" y="608166"/>
                  </a:lnTo>
                  <a:lnTo>
                    <a:pt x="418802" y="622952"/>
                  </a:lnTo>
                  <a:lnTo>
                    <a:pt x="411581" y="637959"/>
                  </a:lnTo>
                  <a:lnTo>
                    <a:pt x="404341" y="652805"/>
                  </a:lnTo>
                  <a:lnTo>
                    <a:pt x="382462" y="693933"/>
                  </a:lnTo>
                  <a:lnTo>
                    <a:pt x="360358" y="731701"/>
                  </a:lnTo>
                  <a:lnTo>
                    <a:pt x="338035" y="767200"/>
                  </a:lnTo>
                  <a:lnTo>
                    <a:pt x="315519" y="801472"/>
                  </a:lnTo>
                  <a:lnTo>
                    <a:pt x="292694" y="833669"/>
                  </a:lnTo>
                  <a:lnTo>
                    <a:pt x="285091" y="843919"/>
                  </a:lnTo>
                  <a:lnTo>
                    <a:pt x="277680" y="853934"/>
                  </a:lnTo>
                  <a:lnTo>
                    <a:pt x="270646" y="863761"/>
                  </a:lnTo>
                  <a:lnTo>
                    <a:pt x="263871" y="873383"/>
                  </a:lnTo>
                  <a:lnTo>
                    <a:pt x="257033" y="882710"/>
                  </a:lnTo>
                  <a:lnTo>
                    <a:pt x="225648" y="916020"/>
                  </a:lnTo>
                  <a:lnTo>
                    <a:pt x="217520" y="923674"/>
                  </a:lnTo>
                  <a:lnTo>
                    <a:pt x="209496" y="931274"/>
                  </a:lnTo>
                  <a:lnTo>
                    <a:pt x="178601" y="958645"/>
                  </a:lnTo>
                  <a:lnTo>
                    <a:pt x="164567" y="969533"/>
                  </a:lnTo>
                  <a:lnTo>
                    <a:pt x="157421" y="975047"/>
                  </a:lnTo>
                  <a:lnTo>
                    <a:pt x="150009" y="980875"/>
                  </a:lnTo>
                  <a:lnTo>
                    <a:pt x="142461" y="986817"/>
                  </a:lnTo>
                  <a:lnTo>
                    <a:pt x="134926" y="992670"/>
                  </a:lnTo>
                  <a:lnTo>
                    <a:pt x="99476" y="1017843"/>
                  </a:lnTo>
                  <a:lnTo>
                    <a:pt x="59484" y="1039329"/>
                  </a:lnTo>
                  <a:lnTo>
                    <a:pt x="23108" y="1048318"/>
                  </a:lnTo>
                  <a:lnTo>
                    <a:pt x="19071" y="1046922"/>
                  </a:lnTo>
                  <a:lnTo>
                    <a:pt x="15033" y="1045527"/>
                  </a:lnTo>
                  <a:lnTo>
                    <a:pt x="11909" y="1042349"/>
                  </a:lnTo>
                  <a:lnTo>
                    <a:pt x="9338" y="1038769"/>
                  </a:lnTo>
                  <a:lnTo>
                    <a:pt x="6767" y="1035189"/>
                  </a:lnTo>
                  <a:lnTo>
                    <a:pt x="5044" y="1030802"/>
                  </a:lnTo>
                  <a:lnTo>
                    <a:pt x="3644" y="1025441"/>
                  </a:lnTo>
                  <a:lnTo>
                    <a:pt x="2243" y="1020080"/>
                  </a:lnTo>
                  <a:lnTo>
                    <a:pt x="215" y="1014537"/>
                  </a:lnTo>
                  <a:lnTo>
                    <a:pt x="934" y="1006602"/>
                  </a:lnTo>
                  <a:lnTo>
                    <a:pt x="1800" y="1000231"/>
                  </a:lnTo>
                  <a:lnTo>
                    <a:pt x="14437" y="961433"/>
                  </a:lnTo>
                  <a:lnTo>
                    <a:pt x="37938" y="924651"/>
                  </a:lnTo>
                  <a:lnTo>
                    <a:pt x="62916" y="895721"/>
                  </a:lnTo>
                  <a:lnTo>
                    <a:pt x="89791" y="868133"/>
                  </a:lnTo>
                  <a:lnTo>
                    <a:pt x="117628" y="841300"/>
                  </a:lnTo>
                  <a:lnTo>
                    <a:pt x="152573" y="811218"/>
                  </a:lnTo>
                  <a:lnTo>
                    <a:pt x="190034" y="785033"/>
                  </a:lnTo>
                  <a:lnTo>
                    <a:pt x="228959" y="767621"/>
                  </a:lnTo>
                  <a:lnTo>
                    <a:pt x="235373" y="766118"/>
                  </a:lnTo>
                  <a:lnTo>
                    <a:pt x="241788" y="764615"/>
                  </a:lnTo>
                  <a:lnTo>
                    <a:pt x="247549" y="763619"/>
                  </a:lnTo>
                  <a:lnTo>
                    <a:pt x="253167" y="763629"/>
                  </a:lnTo>
                  <a:lnTo>
                    <a:pt x="258785" y="763639"/>
                  </a:lnTo>
                  <a:lnTo>
                    <a:pt x="296896" y="780263"/>
                  </a:lnTo>
                  <a:lnTo>
                    <a:pt x="301800" y="784339"/>
                  </a:lnTo>
                  <a:lnTo>
                    <a:pt x="306705" y="788415"/>
                  </a:lnTo>
                  <a:lnTo>
                    <a:pt x="310870" y="793522"/>
                  </a:lnTo>
                  <a:lnTo>
                    <a:pt x="315965" y="797862"/>
                  </a:lnTo>
                  <a:lnTo>
                    <a:pt x="321057" y="802202"/>
                  </a:lnTo>
                  <a:lnTo>
                    <a:pt x="325443" y="806645"/>
                  </a:lnTo>
                  <a:lnTo>
                    <a:pt x="332359" y="810380"/>
                  </a:lnTo>
                  <a:lnTo>
                    <a:pt x="337717" y="813289"/>
                  </a:lnTo>
                  <a:lnTo>
                    <a:pt x="374753" y="821471"/>
                  </a:lnTo>
                  <a:lnTo>
                    <a:pt x="384681" y="820949"/>
                  </a:lnTo>
                  <a:lnTo>
                    <a:pt x="434588" y="808806"/>
                  </a:lnTo>
                  <a:lnTo>
                    <a:pt x="481975" y="786349"/>
                  </a:lnTo>
                  <a:lnTo>
                    <a:pt x="517399" y="765789"/>
                  </a:lnTo>
                  <a:lnTo>
                    <a:pt x="555029" y="742601"/>
                  </a:lnTo>
                  <a:lnTo>
                    <a:pt x="593929" y="716947"/>
                  </a:lnTo>
                  <a:lnTo>
                    <a:pt x="633039" y="689338"/>
                  </a:lnTo>
                  <a:lnTo>
                    <a:pt x="672092" y="660146"/>
                  </a:lnTo>
                  <a:lnTo>
                    <a:pt x="710482" y="629669"/>
                  </a:lnTo>
                  <a:lnTo>
                    <a:pt x="748160" y="598645"/>
                  </a:lnTo>
                  <a:lnTo>
                    <a:pt x="766801" y="583323"/>
                  </a:lnTo>
                  <a:lnTo>
                    <a:pt x="803406" y="552740"/>
                  </a:lnTo>
                  <a:lnTo>
                    <a:pt x="836870" y="522079"/>
                  </a:lnTo>
                  <a:lnTo>
                    <a:pt x="867193" y="491342"/>
                  </a:lnTo>
                  <a:lnTo>
                    <a:pt x="881572" y="476467"/>
                  </a:lnTo>
                  <a:lnTo>
                    <a:pt x="895617" y="462003"/>
                  </a:lnTo>
                  <a:lnTo>
                    <a:pt x="922143" y="434063"/>
                  </a:lnTo>
                  <a:lnTo>
                    <a:pt x="955409" y="395496"/>
                  </a:lnTo>
                  <a:lnTo>
                    <a:pt x="981742" y="360913"/>
                  </a:lnTo>
                  <a:lnTo>
                    <a:pt x="1008876" y="319108"/>
                  </a:lnTo>
                  <a:lnTo>
                    <a:pt x="1031548" y="277372"/>
                  </a:lnTo>
                  <a:lnTo>
                    <a:pt x="1050548" y="237353"/>
                  </a:lnTo>
                  <a:lnTo>
                    <a:pt x="1067076" y="197557"/>
                  </a:lnTo>
                  <a:lnTo>
                    <a:pt x="1074718" y="178316"/>
                  </a:lnTo>
                  <a:lnTo>
                    <a:pt x="1078459" y="168899"/>
                  </a:lnTo>
                  <a:lnTo>
                    <a:pt x="1082153" y="159693"/>
                  </a:lnTo>
                  <a:lnTo>
                    <a:pt x="1085784" y="150664"/>
                  </a:lnTo>
                  <a:lnTo>
                    <a:pt x="1089379" y="141687"/>
                  </a:lnTo>
                  <a:lnTo>
                    <a:pt x="1092964" y="132634"/>
                  </a:lnTo>
                  <a:lnTo>
                    <a:pt x="1096536" y="123392"/>
                  </a:lnTo>
                  <a:lnTo>
                    <a:pt x="1100083" y="114056"/>
                  </a:lnTo>
                  <a:lnTo>
                    <a:pt x="1103623" y="104809"/>
                  </a:lnTo>
                  <a:lnTo>
                    <a:pt x="1121404" y="62431"/>
                  </a:lnTo>
                  <a:lnTo>
                    <a:pt x="1132383" y="40524"/>
                  </a:lnTo>
                  <a:lnTo>
                    <a:pt x="1135828" y="33808"/>
                  </a:lnTo>
                  <a:lnTo>
                    <a:pt x="1139147" y="27096"/>
                  </a:lnTo>
                  <a:lnTo>
                    <a:pt x="1142373" y="20487"/>
                  </a:lnTo>
                  <a:lnTo>
                    <a:pt x="1145343" y="14548"/>
                  </a:lnTo>
                  <a:lnTo>
                    <a:pt x="1147895" y="9847"/>
                  </a:lnTo>
                  <a:lnTo>
                    <a:pt x="1150946" y="4656"/>
                  </a:lnTo>
                  <a:lnTo>
                    <a:pt x="1154016" y="0"/>
                  </a:lnTo>
                  <a:lnTo>
                    <a:pt x="1154137" y="2668"/>
                  </a:lnTo>
                  <a:lnTo>
                    <a:pt x="1154258" y="5336"/>
                  </a:lnTo>
                  <a:lnTo>
                    <a:pt x="1152580" y="13227"/>
                  </a:lnTo>
                  <a:lnTo>
                    <a:pt x="1140826" y="49470"/>
                  </a:lnTo>
                  <a:lnTo>
                    <a:pt x="1124418" y="93834"/>
                  </a:lnTo>
                  <a:lnTo>
                    <a:pt x="1103692" y="144589"/>
                  </a:lnTo>
                  <a:lnTo>
                    <a:pt x="1096257" y="162606"/>
                  </a:lnTo>
                  <a:lnTo>
                    <a:pt x="1080471" y="200233"/>
                  </a:lnTo>
                  <a:lnTo>
                    <a:pt x="1063514" y="238155"/>
                  </a:lnTo>
                  <a:lnTo>
                    <a:pt x="1045385" y="276371"/>
                  </a:lnTo>
                  <a:lnTo>
                    <a:pt x="1025373" y="315743"/>
                  </a:lnTo>
                  <a:lnTo>
                    <a:pt x="1003478" y="356270"/>
                  </a:lnTo>
                  <a:lnTo>
                    <a:pt x="982158" y="394923"/>
                  </a:lnTo>
                  <a:lnTo>
                    <a:pt x="961413" y="431703"/>
                  </a:lnTo>
                  <a:lnTo>
                    <a:pt x="940529" y="466486"/>
                  </a:lnTo>
                  <a:lnTo>
                    <a:pt x="919508" y="499274"/>
                  </a:lnTo>
                  <a:lnTo>
                    <a:pt x="890193" y="543984"/>
                  </a:lnTo>
                  <a:lnTo>
                    <a:pt x="863988" y="581674"/>
                  </a:lnTo>
                  <a:lnTo>
                    <a:pt x="833766" y="620000"/>
                  </a:lnTo>
                  <a:lnTo>
                    <a:pt x="819691" y="635833"/>
                  </a:lnTo>
                  <a:lnTo>
                    <a:pt x="813004" y="643304"/>
                  </a:lnTo>
                  <a:lnTo>
                    <a:pt x="806571" y="650629"/>
                  </a:lnTo>
                  <a:lnTo>
                    <a:pt x="800375" y="657693"/>
                  </a:lnTo>
                  <a:lnTo>
                    <a:pt x="794404" y="664389"/>
                  </a:lnTo>
                  <a:lnTo>
                    <a:pt x="788640" y="670610"/>
                  </a:lnTo>
                  <a:lnTo>
                    <a:pt x="783038" y="676278"/>
                  </a:lnTo>
                  <a:lnTo>
                    <a:pt x="777620" y="681465"/>
                  </a:lnTo>
                  <a:lnTo>
                    <a:pt x="772474" y="686296"/>
                  </a:lnTo>
                  <a:lnTo>
                    <a:pt x="767686" y="690896"/>
                  </a:lnTo>
                  <a:lnTo>
                    <a:pt x="761581" y="696931"/>
                  </a:lnTo>
                  <a:lnTo>
                    <a:pt x="756780" y="702326"/>
                  </a:lnTo>
                  <a:lnTo>
                    <a:pt x="752002" y="706819"/>
                  </a:lnTo>
                  <a:lnTo>
                    <a:pt x="747224" y="711311"/>
                  </a:lnTo>
                  <a:lnTo>
                    <a:pt x="742756" y="714462"/>
                  </a:lnTo>
                  <a:lnTo>
                    <a:pt x="739023" y="717852"/>
                  </a:lnTo>
                  <a:lnTo>
                    <a:pt x="735288" y="721242"/>
                  </a:lnTo>
                  <a:lnTo>
                    <a:pt x="732177" y="725329"/>
                  </a:lnTo>
                  <a:lnTo>
                    <a:pt x="729600" y="727159"/>
                  </a:lnTo>
                  <a:lnTo>
                    <a:pt x="727023" y="728989"/>
                  </a:lnTo>
                  <a:lnTo>
                    <a:pt x="725121" y="729391"/>
                  </a:lnTo>
                  <a:lnTo>
                    <a:pt x="723562" y="728833"/>
                  </a:lnTo>
                  <a:lnTo>
                    <a:pt x="722000" y="728275"/>
                  </a:lnTo>
                  <a:lnTo>
                    <a:pt x="720162" y="727198"/>
                  </a:lnTo>
                  <a:lnTo>
                    <a:pt x="720239" y="723810"/>
                  </a:lnTo>
                  <a:lnTo>
                    <a:pt x="720317" y="720423"/>
                  </a:lnTo>
                  <a:lnTo>
                    <a:pt x="721848" y="714466"/>
                  </a:lnTo>
                  <a:lnTo>
                    <a:pt x="724030" y="708510"/>
                  </a:lnTo>
                  <a:lnTo>
                    <a:pt x="726211" y="702554"/>
                  </a:lnTo>
                  <a:lnTo>
                    <a:pt x="746710" y="669679"/>
                  </a:lnTo>
                  <a:lnTo>
                    <a:pt x="751580" y="663362"/>
                  </a:lnTo>
                  <a:lnTo>
                    <a:pt x="776124" y="632393"/>
                  </a:lnTo>
                  <a:lnTo>
                    <a:pt x="803921" y="604713"/>
                  </a:lnTo>
                  <a:lnTo>
                    <a:pt x="820483" y="595662"/>
                  </a:lnTo>
                  <a:lnTo>
                    <a:pt x="824831" y="596337"/>
                  </a:lnTo>
                  <a:lnTo>
                    <a:pt x="829180" y="597012"/>
                  </a:lnTo>
                  <a:lnTo>
                    <a:pt x="843694" y="638318"/>
                  </a:lnTo>
                  <a:lnTo>
                    <a:pt x="846636" y="676377"/>
                  </a:lnTo>
                  <a:lnTo>
                    <a:pt x="847192" y="697100"/>
                  </a:lnTo>
                  <a:lnTo>
                    <a:pt x="847588" y="707516"/>
                  </a:lnTo>
                  <a:lnTo>
                    <a:pt x="850269" y="749160"/>
                  </a:lnTo>
                  <a:lnTo>
                    <a:pt x="852430" y="779585"/>
                  </a:lnTo>
                  <a:lnTo>
                    <a:pt x="853118" y="789207"/>
                  </a:lnTo>
                  <a:lnTo>
                    <a:pt x="853712" y="798516"/>
                  </a:lnTo>
                  <a:lnTo>
                    <a:pt x="854244" y="807567"/>
                  </a:lnTo>
                  <a:lnTo>
                    <a:pt x="854826" y="816196"/>
                  </a:lnTo>
                  <a:lnTo>
                    <a:pt x="862373" y="857783"/>
                  </a:lnTo>
                  <a:lnTo>
                    <a:pt x="869847" y="866046"/>
                  </a:lnTo>
                  <a:lnTo>
                    <a:pt x="873735" y="869313"/>
                  </a:lnTo>
                  <a:lnTo>
                    <a:pt x="878051" y="871289"/>
                  </a:lnTo>
                  <a:lnTo>
                    <a:pt x="883330" y="870421"/>
                  </a:lnTo>
                  <a:lnTo>
                    <a:pt x="888612" y="869554"/>
                  </a:lnTo>
                  <a:lnTo>
                    <a:pt x="918344" y="842845"/>
                  </a:lnTo>
                  <a:lnTo>
                    <a:pt x="941753" y="810644"/>
                  </a:lnTo>
                  <a:lnTo>
                    <a:pt x="966596" y="771594"/>
                  </a:lnTo>
                  <a:lnTo>
                    <a:pt x="973077" y="761050"/>
                  </a:lnTo>
                  <a:lnTo>
                    <a:pt x="979732" y="750321"/>
                  </a:lnTo>
                  <a:lnTo>
                    <a:pt x="1000076" y="716527"/>
                  </a:lnTo>
                  <a:lnTo>
                    <a:pt x="1019303" y="679917"/>
                  </a:lnTo>
                  <a:lnTo>
                    <a:pt x="1025942" y="667148"/>
                  </a:lnTo>
                  <a:lnTo>
                    <a:pt x="1032934" y="654030"/>
                  </a:lnTo>
                  <a:lnTo>
                    <a:pt x="1040161" y="640580"/>
                  </a:lnTo>
                  <a:lnTo>
                    <a:pt x="1047450" y="626966"/>
                  </a:lnTo>
                  <a:lnTo>
                    <a:pt x="1054627" y="613355"/>
                  </a:lnTo>
                  <a:lnTo>
                    <a:pt x="1061761" y="599852"/>
                  </a:lnTo>
                  <a:lnTo>
                    <a:pt x="1068909" y="586346"/>
                  </a:lnTo>
                  <a:lnTo>
                    <a:pt x="1075868" y="572686"/>
                  </a:lnTo>
                  <a:lnTo>
                    <a:pt x="1094324" y="529756"/>
                  </a:lnTo>
                  <a:lnTo>
                    <a:pt x="1110178" y="484816"/>
                  </a:lnTo>
                  <a:lnTo>
                    <a:pt x="1123897" y="438784"/>
                  </a:lnTo>
                  <a:lnTo>
                    <a:pt x="1134630" y="393325"/>
                  </a:lnTo>
                  <a:lnTo>
                    <a:pt x="1142221" y="352229"/>
                  </a:lnTo>
                  <a:lnTo>
                    <a:pt x="1144222" y="339611"/>
                  </a:lnTo>
                  <a:lnTo>
                    <a:pt x="1146398" y="327465"/>
                  </a:lnTo>
                  <a:lnTo>
                    <a:pt x="1156453" y="283644"/>
                  </a:lnTo>
                  <a:lnTo>
                    <a:pt x="1163352" y="256561"/>
                  </a:lnTo>
                  <a:lnTo>
                    <a:pt x="1165424" y="248530"/>
                  </a:lnTo>
                  <a:lnTo>
                    <a:pt x="1167348" y="241062"/>
                  </a:lnTo>
                  <a:lnTo>
                    <a:pt x="1169144" y="234146"/>
                  </a:lnTo>
                  <a:lnTo>
                    <a:pt x="1170806" y="227576"/>
                  </a:lnTo>
                  <a:lnTo>
                    <a:pt x="1172328" y="221145"/>
                  </a:lnTo>
                  <a:lnTo>
                    <a:pt x="1174261" y="212571"/>
                  </a:lnTo>
                  <a:lnTo>
                    <a:pt x="1176208" y="204149"/>
                  </a:lnTo>
                  <a:lnTo>
                    <a:pt x="1177024" y="197090"/>
                  </a:lnTo>
                  <a:lnTo>
                    <a:pt x="1177839" y="190031"/>
                  </a:lnTo>
                  <a:lnTo>
                    <a:pt x="1177969" y="184324"/>
                  </a:lnTo>
                  <a:lnTo>
                    <a:pt x="1177224" y="178789"/>
                  </a:lnTo>
                  <a:lnTo>
                    <a:pt x="1176477" y="173255"/>
                  </a:lnTo>
                  <a:lnTo>
                    <a:pt x="1174379" y="168147"/>
                  </a:lnTo>
                  <a:lnTo>
                    <a:pt x="1172545" y="163883"/>
                  </a:lnTo>
                  <a:lnTo>
                    <a:pt x="1170713" y="159620"/>
                  </a:lnTo>
                  <a:lnTo>
                    <a:pt x="1167279" y="154987"/>
                  </a:lnTo>
                  <a:lnTo>
                    <a:pt x="1166224" y="15320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559423" y="48686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2593" y="0"/>
                  </a:lnTo>
                  <a:lnTo>
                    <a:pt x="604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6228621" y="5138615"/>
            <a:ext cx="1422400" cy="1422400"/>
            <a:chOff x="16228621" y="5138615"/>
            <a:chExt cx="1422400" cy="1422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28621" y="5138615"/>
              <a:ext cx="1421860" cy="14218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2610" y="5362603"/>
              <a:ext cx="710930" cy="71093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9125691" y="1764181"/>
            <a:ext cx="40005" cy="6808470"/>
          </a:xfrm>
          <a:custGeom>
            <a:avLst/>
            <a:gdLst/>
            <a:ahLst/>
            <a:cxnLst/>
            <a:rect l="l" t="t" r="r" b="b"/>
            <a:pathLst>
              <a:path w="40004" h="6808470">
                <a:moveTo>
                  <a:pt x="0" y="6808343"/>
                </a:moveTo>
                <a:lnTo>
                  <a:pt x="18307" y="0"/>
                </a:lnTo>
                <a:lnTo>
                  <a:pt x="39584" y="57"/>
                </a:lnTo>
                <a:lnTo>
                  <a:pt x="21277" y="6808343"/>
                </a:lnTo>
                <a:lnTo>
                  <a:pt x="0" y="680834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279770" y="2898744"/>
            <a:ext cx="5499735" cy="803910"/>
          </a:xfrm>
          <a:custGeom>
            <a:avLst/>
            <a:gdLst/>
            <a:ahLst/>
            <a:cxnLst/>
            <a:rect l="l" t="t" r="r" b="b"/>
            <a:pathLst>
              <a:path w="5499734" h="803910">
                <a:moveTo>
                  <a:pt x="5097419" y="803835"/>
                </a:moveTo>
                <a:lnTo>
                  <a:pt x="401917" y="803835"/>
                </a:lnTo>
                <a:lnTo>
                  <a:pt x="349088" y="800349"/>
                </a:lnTo>
                <a:lnTo>
                  <a:pt x="297610" y="790065"/>
                </a:lnTo>
                <a:lnTo>
                  <a:pt x="248110" y="773241"/>
                </a:lnTo>
                <a:lnTo>
                  <a:pt x="201211" y="750135"/>
                </a:lnTo>
                <a:lnTo>
                  <a:pt x="157539" y="721008"/>
                </a:lnTo>
                <a:lnTo>
                  <a:pt x="117718" y="686116"/>
                </a:lnTo>
                <a:lnTo>
                  <a:pt x="82827" y="646295"/>
                </a:lnTo>
                <a:lnTo>
                  <a:pt x="53699" y="602623"/>
                </a:lnTo>
                <a:lnTo>
                  <a:pt x="30594" y="555725"/>
                </a:lnTo>
                <a:lnTo>
                  <a:pt x="13769" y="506224"/>
                </a:lnTo>
                <a:lnTo>
                  <a:pt x="3485" y="454747"/>
                </a:lnTo>
                <a:lnTo>
                  <a:pt x="0" y="401917"/>
                </a:lnTo>
                <a:lnTo>
                  <a:pt x="3485" y="349088"/>
                </a:lnTo>
                <a:lnTo>
                  <a:pt x="13769" y="297610"/>
                </a:lnTo>
                <a:lnTo>
                  <a:pt x="30594" y="248110"/>
                </a:lnTo>
                <a:lnTo>
                  <a:pt x="53699" y="201211"/>
                </a:lnTo>
                <a:lnTo>
                  <a:pt x="82827" y="157539"/>
                </a:lnTo>
                <a:lnTo>
                  <a:pt x="117718" y="117718"/>
                </a:lnTo>
                <a:lnTo>
                  <a:pt x="157539" y="82827"/>
                </a:lnTo>
                <a:lnTo>
                  <a:pt x="201211" y="53699"/>
                </a:lnTo>
                <a:lnTo>
                  <a:pt x="248110" y="30594"/>
                </a:lnTo>
                <a:lnTo>
                  <a:pt x="297610" y="13769"/>
                </a:lnTo>
                <a:lnTo>
                  <a:pt x="349088" y="3485"/>
                </a:lnTo>
                <a:lnTo>
                  <a:pt x="401917" y="0"/>
                </a:lnTo>
                <a:lnTo>
                  <a:pt x="5097419" y="0"/>
                </a:lnTo>
                <a:lnTo>
                  <a:pt x="5150248" y="3485"/>
                </a:lnTo>
                <a:lnTo>
                  <a:pt x="5201726" y="13769"/>
                </a:lnTo>
                <a:lnTo>
                  <a:pt x="5251226" y="30594"/>
                </a:lnTo>
                <a:lnTo>
                  <a:pt x="5298124" y="53699"/>
                </a:lnTo>
                <a:lnTo>
                  <a:pt x="5341797" y="82827"/>
                </a:lnTo>
                <a:lnTo>
                  <a:pt x="5381617" y="117718"/>
                </a:lnTo>
                <a:lnTo>
                  <a:pt x="5416509" y="157539"/>
                </a:lnTo>
                <a:lnTo>
                  <a:pt x="5445637" y="201211"/>
                </a:lnTo>
                <a:lnTo>
                  <a:pt x="5468742" y="248110"/>
                </a:lnTo>
                <a:lnTo>
                  <a:pt x="5485567" y="297610"/>
                </a:lnTo>
                <a:lnTo>
                  <a:pt x="5495851" y="349088"/>
                </a:lnTo>
                <a:lnTo>
                  <a:pt x="5499336" y="401917"/>
                </a:lnTo>
                <a:lnTo>
                  <a:pt x="5495851" y="454747"/>
                </a:lnTo>
                <a:lnTo>
                  <a:pt x="5485567" y="506224"/>
                </a:lnTo>
                <a:lnTo>
                  <a:pt x="5468742" y="555725"/>
                </a:lnTo>
                <a:lnTo>
                  <a:pt x="5445637" y="602623"/>
                </a:lnTo>
                <a:lnTo>
                  <a:pt x="5416509" y="646295"/>
                </a:lnTo>
                <a:lnTo>
                  <a:pt x="5381617" y="686116"/>
                </a:lnTo>
                <a:lnTo>
                  <a:pt x="5341797" y="721008"/>
                </a:lnTo>
                <a:lnTo>
                  <a:pt x="5298124" y="750135"/>
                </a:lnTo>
                <a:lnTo>
                  <a:pt x="5251226" y="773241"/>
                </a:lnTo>
                <a:lnTo>
                  <a:pt x="5201726" y="790065"/>
                </a:lnTo>
                <a:lnTo>
                  <a:pt x="5150248" y="800349"/>
                </a:lnTo>
                <a:lnTo>
                  <a:pt x="5097419" y="803835"/>
                </a:lnTo>
                <a:close/>
              </a:path>
            </a:pathLst>
          </a:custGeom>
          <a:solidFill>
            <a:srgbClr val="E1ED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141715" y="3214723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02770" y="0"/>
                </a:moveTo>
                <a:lnTo>
                  <a:pt x="835102" y="6527"/>
                </a:lnTo>
                <a:lnTo>
                  <a:pt x="861504" y="24329"/>
                </a:lnTo>
                <a:lnTo>
                  <a:pt x="879306" y="50731"/>
                </a:lnTo>
                <a:lnTo>
                  <a:pt x="885833" y="83063"/>
                </a:lnTo>
                <a:lnTo>
                  <a:pt x="879306" y="115389"/>
                </a:lnTo>
                <a:lnTo>
                  <a:pt x="861504" y="141792"/>
                </a:lnTo>
                <a:lnTo>
                  <a:pt x="835102" y="159596"/>
                </a:lnTo>
                <a:lnTo>
                  <a:pt x="802770" y="166125"/>
                </a:lnTo>
                <a:lnTo>
                  <a:pt x="770439" y="159596"/>
                </a:lnTo>
                <a:lnTo>
                  <a:pt x="744037" y="141792"/>
                </a:lnTo>
                <a:lnTo>
                  <a:pt x="726235" y="115389"/>
                </a:lnTo>
                <a:lnTo>
                  <a:pt x="722552" y="97150"/>
                </a:lnTo>
                <a:lnTo>
                  <a:pt x="751422" y="97150"/>
                </a:lnTo>
                <a:lnTo>
                  <a:pt x="751422" y="68963"/>
                </a:lnTo>
                <a:lnTo>
                  <a:pt x="722554" y="68963"/>
                </a:lnTo>
                <a:lnTo>
                  <a:pt x="726235" y="50731"/>
                </a:lnTo>
                <a:lnTo>
                  <a:pt x="744037" y="24329"/>
                </a:lnTo>
                <a:lnTo>
                  <a:pt x="770439" y="6527"/>
                </a:lnTo>
                <a:lnTo>
                  <a:pt x="802770" y="0"/>
                </a:lnTo>
                <a:close/>
              </a:path>
              <a:path w="886459" h="166370">
                <a:moveTo>
                  <a:pt x="722554" y="68963"/>
                </a:moveTo>
                <a:lnTo>
                  <a:pt x="751422" y="68963"/>
                </a:lnTo>
                <a:lnTo>
                  <a:pt x="751422" y="97150"/>
                </a:lnTo>
                <a:lnTo>
                  <a:pt x="722552" y="97150"/>
                </a:lnTo>
                <a:lnTo>
                  <a:pt x="719708" y="83063"/>
                </a:lnTo>
                <a:lnTo>
                  <a:pt x="722554" y="68963"/>
                </a:lnTo>
                <a:close/>
              </a:path>
              <a:path w="886459" h="166370">
                <a:moveTo>
                  <a:pt x="397026" y="68963"/>
                </a:moveTo>
                <a:lnTo>
                  <a:pt x="722554" y="68963"/>
                </a:lnTo>
                <a:lnTo>
                  <a:pt x="719708" y="83063"/>
                </a:lnTo>
                <a:lnTo>
                  <a:pt x="722552" y="97150"/>
                </a:lnTo>
                <a:lnTo>
                  <a:pt x="397026" y="97150"/>
                </a:lnTo>
                <a:lnTo>
                  <a:pt x="397026" y="68963"/>
                </a:lnTo>
                <a:close/>
              </a:path>
              <a:path w="886459" h="166370">
                <a:moveTo>
                  <a:pt x="0" y="68963"/>
                </a:moveTo>
                <a:lnTo>
                  <a:pt x="397020" y="68963"/>
                </a:lnTo>
                <a:lnTo>
                  <a:pt x="397020" y="97150"/>
                </a:lnTo>
                <a:lnTo>
                  <a:pt x="0" y="97150"/>
                </a:lnTo>
                <a:lnTo>
                  <a:pt x="0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2235379" y="3207084"/>
            <a:ext cx="389890" cy="202565"/>
            <a:chOff x="12235379" y="3207084"/>
            <a:chExt cx="389890" cy="20256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35379" y="3207084"/>
              <a:ext cx="192252" cy="20253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55519" y="3207313"/>
              <a:ext cx="169156" cy="20161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12712199" y="3207313"/>
            <a:ext cx="394335" cy="206375"/>
            <a:chOff x="12712199" y="3207313"/>
            <a:chExt cx="394335" cy="20637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12199" y="3207313"/>
              <a:ext cx="173500" cy="20230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759" y="3219657"/>
              <a:ext cx="186758" cy="193844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91906" y="3206856"/>
            <a:ext cx="170985" cy="206188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3439376" y="3207084"/>
            <a:ext cx="390525" cy="207010"/>
            <a:chOff x="13439376" y="3207084"/>
            <a:chExt cx="390525" cy="207010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39376" y="3207084"/>
              <a:ext cx="195673" cy="20641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59280" y="3207084"/>
              <a:ext cx="170071" cy="206188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9141715" y="4410576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02770" y="0"/>
                </a:moveTo>
                <a:lnTo>
                  <a:pt x="835102" y="6527"/>
                </a:lnTo>
                <a:lnTo>
                  <a:pt x="861504" y="24329"/>
                </a:lnTo>
                <a:lnTo>
                  <a:pt x="879306" y="50731"/>
                </a:lnTo>
                <a:lnTo>
                  <a:pt x="885833" y="83063"/>
                </a:lnTo>
                <a:lnTo>
                  <a:pt x="879306" y="115389"/>
                </a:lnTo>
                <a:lnTo>
                  <a:pt x="861504" y="141792"/>
                </a:lnTo>
                <a:lnTo>
                  <a:pt x="835102" y="159596"/>
                </a:lnTo>
                <a:lnTo>
                  <a:pt x="802770" y="166125"/>
                </a:lnTo>
                <a:lnTo>
                  <a:pt x="770439" y="159596"/>
                </a:lnTo>
                <a:lnTo>
                  <a:pt x="744037" y="141792"/>
                </a:lnTo>
                <a:lnTo>
                  <a:pt x="726235" y="115389"/>
                </a:lnTo>
                <a:lnTo>
                  <a:pt x="722552" y="97150"/>
                </a:lnTo>
                <a:lnTo>
                  <a:pt x="751422" y="97150"/>
                </a:lnTo>
                <a:lnTo>
                  <a:pt x="751422" y="68963"/>
                </a:lnTo>
                <a:lnTo>
                  <a:pt x="722554" y="68963"/>
                </a:lnTo>
                <a:lnTo>
                  <a:pt x="726235" y="50731"/>
                </a:lnTo>
                <a:lnTo>
                  <a:pt x="744037" y="24329"/>
                </a:lnTo>
                <a:lnTo>
                  <a:pt x="770439" y="6527"/>
                </a:lnTo>
                <a:lnTo>
                  <a:pt x="802770" y="0"/>
                </a:lnTo>
                <a:close/>
              </a:path>
              <a:path w="886459" h="166370">
                <a:moveTo>
                  <a:pt x="722554" y="68963"/>
                </a:moveTo>
                <a:lnTo>
                  <a:pt x="751422" y="68963"/>
                </a:lnTo>
                <a:lnTo>
                  <a:pt x="751422" y="97150"/>
                </a:lnTo>
                <a:lnTo>
                  <a:pt x="722552" y="97150"/>
                </a:lnTo>
                <a:lnTo>
                  <a:pt x="719708" y="83063"/>
                </a:lnTo>
                <a:lnTo>
                  <a:pt x="722554" y="68963"/>
                </a:lnTo>
                <a:close/>
              </a:path>
              <a:path w="886459" h="166370">
                <a:moveTo>
                  <a:pt x="397026" y="68963"/>
                </a:moveTo>
                <a:lnTo>
                  <a:pt x="722554" y="68963"/>
                </a:lnTo>
                <a:lnTo>
                  <a:pt x="719708" y="83063"/>
                </a:lnTo>
                <a:lnTo>
                  <a:pt x="722552" y="97150"/>
                </a:lnTo>
                <a:lnTo>
                  <a:pt x="397026" y="97150"/>
                </a:lnTo>
                <a:lnTo>
                  <a:pt x="397026" y="68963"/>
                </a:lnTo>
                <a:close/>
              </a:path>
              <a:path w="886459" h="166370">
                <a:moveTo>
                  <a:pt x="0" y="68963"/>
                </a:moveTo>
                <a:lnTo>
                  <a:pt x="397020" y="68963"/>
                </a:lnTo>
                <a:lnTo>
                  <a:pt x="397020" y="97150"/>
                </a:lnTo>
                <a:lnTo>
                  <a:pt x="0" y="97150"/>
                </a:lnTo>
                <a:lnTo>
                  <a:pt x="0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10289422" y="4094597"/>
            <a:ext cx="5499735" cy="803910"/>
            <a:chOff x="10289422" y="4094597"/>
            <a:chExt cx="5499735" cy="803910"/>
          </a:xfrm>
        </p:grpSpPr>
        <p:sp>
          <p:nvSpPr>
            <p:cNvPr id="21" name="object 21" descr=""/>
            <p:cNvSpPr/>
            <p:nvPr/>
          </p:nvSpPr>
          <p:spPr>
            <a:xfrm>
              <a:off x="10289422" y="4094597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10">
                  <a:moveTo>
                    <a:pt x="5097419" y="803835"/>
                  </a:moveTo>
                  <a:lnTo>
                    <a:pt x="401917" y="803835"/>
                  </a:lnTo>
                  <a:lnTo>
                    <a:pt x="349088" y="800349"/>
                  </a:lnTo>
                  <a:lnTo>
                    <a:pt x="297610" y="790065"/>
                  </a:lnTo>
                  <a:lnTo>
                    <a:pt x="248110" y="773241"/>
                  </a:lnTo>
                  <a:lnTo>
                    <a:pt x="201211" y="750135"/>
                  </a:lnTo>
                  <a:lnTo>
                    <a:pt x="157539" y="721008"/>
                  </a:lnTo>
                  <a:lnTo>
                    <a:pt x="117718" y="686116"/>
                  </a:lnTo>
                  <a:lnTo>
                    <a:pt x="82827" y="646295"/>
                  </a:lnTo>
                  <a:lnTo>
                    <a:pt x="53699" y="602623"/>
                  </a:lnTo>
                  <a:lnTo>
                    <a:pt x="30594" y="555725"/>
                  </a:lnTo>
                  <a:lnTo>
                    <a:pt x="13769" y="506224"/>
                  </a:lnTo>
                  <a:lnTo>
                    <a:pt x="3485" y="454747"/>
                  </a:lnTo>
                  <a:lnTo>
                    <a:pt x="0" y="401917"/>
                  </a:lnTo>
                  <a:lnTo>
                    <a:pt x="3485" y="349088"/>
                  </a:lnTo>
                  <a:lnTo>
                    <a:pt x="13769" y="297610"/>
                  </a:lnTo>
                  <a:lnTo>
                    <a:pt x="30594" y="248110"/>
                  </a:lnTo>
                  <a:lnTo>
                    <a:pt x="53699" y="201211"/>
                  </a:lnTo>
                  <a:lnTo>
                    <a:pt x="82827" y="157539"/>
                  </a:lnTo>
                  <a:lnTo>
                    <a:pt x="117718" y="117718"/>
                  </a:lnTo>
                  <a:lnTo>
                    <a:pt x="157539" y="82827"/>
                  </a:lnTo>
                  <a:lnTo>
                    <a:pt x="201211" y="53699"/>
                  </a:lnTo>
                  <a:lnTo>
                    <a:pt x="248110" y="30594"/>
                  </a:lnTo>
                  <a:lnTo>
                    <a:pt x="297610" y="13769"/>
                  </a:lnTo>
                  <a:lnTo>
                    <a:pt x="349088" y="3485"/>
                  </a:lnTo>
                  <a:lnTo>
                    <a:pt x="401917" y="0"/>
                  </a:lnTo>
                  <a:lnTo>
                    <a:pt x="5097419" y="0"/>
                  </a:lnTo>
                  <a:lnTo>
                    <a:pt x="5150248" y="3485"/>
                  </a:lnTo>
                  <a:lnTo>
                    <a:pt x="5201726" y="13769"/>
                  </a:lnTo>
                  <a:lnTo>
                    <a:pt x="5251226" y="30594"/>
                  </a:lnTo>
                  <a:lnTo>
                    <a:pt x="5298124" y="53699"/>
                  </a:lnTo>
                  <a:lnTo>
                    <a:pt x="5341797" y="82827"/>
                  </a:lnTo>
                  <a:lnTo>
                    <a:pt x="5381617" y="117718"/>
                  </a:lnTo>
                  <a:lnTo>
                    <a:pt x="5416509" y="157539"/>
                  </a:lnTo>
                  <a:lnTo>
                    <a:pt x="5445637" y="201211"/>
                  </a:lnTo>
                  <a:lnTo>
                    <a:pt x="5468742" y="248110"/>
                  </a:lnTo>
                  <a:lnTo>
                    <a:pt x="5485567" y="297610"/>
                  </a:lnTo>
                  <a:lnTo>
                    <a:pt x="5495851" y="349088"/>
                  </a:lnTo>
                  <a:lnTo>
                    <a:pt x="5499336" y="401917"/>
                  </a:lnTo>
                  <a:lnTo>
                    <a:pt x="5495851" y="454747"/>
                  </a:lnTo>
                  <a:lnTo>
                    <a:pt x="5485567" y="506224"/>
                  </a:lnTo>
                  <a:lnTo>
                    <a:pt x="5468742" y="555725"/>
                  </a:lnTo>
                  <a:lnTo>
                    <a:pt x="5445637" y="602623"/>
                  </a:lnTo>
                  <a:lnTo>
                    <a:pt x="5416509" y="646295"/>
                  </a:lnTo>
                  <a:lnTo>
                    <a:pt x="5381617" y="686116"/>
                  </a:lnTo>
                  <a:lnTo>
                    <a:pt x="5341797" y="721008"/>
                  </a:lnTo>
                  <a:lnTo>
                    <a:pt x="5298124" y="750135"/>
                  </a:lnTo>
                  <a:lnTo>
                    <a:pt x="5251226" y="773241"/>
                  </a:lnTo>
                  <a:lnTo>
                    <a:pt x="5201726" y="790065"/>
                  </a:lnTo>
                  <a:lnTo>
                    <a:pt x="5150248" y="800349"/>
                  </a:lnTo>
                  <a:lnTo>
                    <a:pt x="5097419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92406" y="4402700"/>
              <a:ext cx="171671" cy="20710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04538" y="4416187"/>
              <a:ext cx="186987" cy="16664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23528" y="4402700"/>
              <a:ext cx="165956" cy="20413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6320" y="4415501"/>
              <a:ext cx="186758" cy="19384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285709" y="4402700"/>
              <a:ext cx="172814" cy="20664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3496925" y="4419053"/>
              <a:ext cx="187325" cy="165100"/>
            </a:xfrm>
            <a:custGeom>
              <a:avLst/>
              <a:gdLst/>
              <a:ahLst/>
              <a:cxnLst/>
              <a:rect l="l" t="t" r="r" b="b"/>
              <a:pathLst>
                <a:path w="187325" h="165100">
                  <a:moveTo>
                    <a:pt x="186982" y="146050"/>
                  </a:moveTo>
                  <a:lnTo>
                    <a:pt x="104914" y="146050"/>
                  </a:lnTo>
                  <a:lnTo>
                    <a:pt x="104914" y="97790"/>
                  </a:lnTo>
                  <a:lnTo>
                    <a:pt x="165950" y="97790"/>
                  </a:lnTo>
                  <a:lnTo>
                    <a:pt x="165950" y="78740"/>
                  </a:lnTo>
                  <a:lnTo>
                    <a:pt x="46405" y="78740"/>
                  </a:lnTo>
                  <a:lnTo>
                    <a:pt x="46405" y="17780"/>
                  </a:lnTo>
                  <a:lnTo>
                    <a:pt x="164122" y="17780"/>
                  </a:lnTo>
                  <a:lnTo>
                    <a:pt x="164122" y="0"/>
                  </a:lnTo>
                  <a:lnTo>
                    <a:pt x="22860" y="0"/>
                  </a:lnTo>
                  <a:lnTo>
                    <a:pt x="22860" y="17780"/>
                  </a:lnTo>
                  <a:lnTo>
                    <a:pt x="22860" y="78740"/>
                  </a:lnTo>
                  <a:lnTo>
                    <a:pt x="22860" y="97790"/>
                  </a:lnTo>
                  <a:lnTo>
                    <a:pt x="81368" y="97790"/>
                  </a:lnTo>
                  <a:lnTo>
                    <a:pt x="81368" y="146050"/>
                  </a:lnTo>
                  <a:lnTo>
                    <a:pt x="0" y="146050"/>
                  </a:lnTo>
                  <a:lnTo>
                    <a:pt x="0" y="165100"/>
                  </a:lnTo>
                  <a:lnTo>
                    <a:pt x="186982" y="165100"/>
                  </a:lnTo>
                  <a:lnTo>
                    <a:pt x="186982" y="14605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9141715" y="5606429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02770" y="0"/>
                </a:moveTo>
                <a:lnTo>
                  <a:pt x="835102" y="6527"/>
                </a:lnTo>
                <a:lnTo>
                  <a:pt x="861504" y="24329"/>
                </a:lnTo>
                <a:lnTo>
                  <a:pt x="879306" y="50731"/>
                </a:lnTo>
                <a:lnTo>
                  <a:pt x="885833" y="83063"/>
                </a:lnTo>
                <a:lnTo>
                  <a:pt x="879306" y="115389"/>
                </a:lnTo>
                <a:lnTo>
                  <a:pt x="861504" y="141792"/>
                </a:lnTo>
                <a:lnTo>
                  <a:pt x="835102" y="159596"/>
                </a:lnTo>
                <a:lnTo>
                  <a:pt x="802770" y="166125"/>
                </a:lnTo>
                <a:lnTo>
                  <a:pt x="770439" y="159596"/>
                </a:lnTo>
                <a:lnTo>
                  <a:pt x="744037" y="141792"/>
                </a:lnTo>
                <a:lnTo>
                  <a:pt x="726235" y="115389"/>
                </a:lnTo>
                <a:lnTo>
                  <a:pt x="722552" y="97150"/>
                </a:lnTo>
                <a:lnTo>
                  <a:pt x="751422" y="97150"/>
                </a:lnTo>
                <a:lnTo>
                  <a:pt x="751422" y="68963"/>
                </a:lnTo>
                <a:lnTo>
                  <a:pt x="722554" y="68963"/>
                </a:lnTo>
                <a:lnTo>
                  <a:pt x="726235" y="50731"/>
                </a:lnTo>
                <a:lnTo>
                  <a:pt x="744037" y="24329"/>
                </a:lnTo>
                <a:lnTo>
                  <a:pt x="770439" y="6527"/>
                </a:lnTo>
                <a:lnTo>
                  <a:pt x="802770" y="0"/>
                </a:lnTo>
                <a:close/>
              </a:path>
              <a:path w="886459" h="166370">
                <a:moveTo>
                  <a:pt x="722554" y="68963"/>
                </a:moveTo>
                <a:lnTo>
                  <a:pt x="751422" y="68963"/>
                </a:lnTo>
                <a:lnTo>
                  <a:pt x="751422" y="97150"/>
                </a:lnTo>
                <a:lnTo>
                  <a:pt x="722552" y="97150"/>
                </a:lnTo>
                <a:lnTo>
                  <a:pt x="719708" y="83063"/>
                </a:lnTo>
                <a:lnTo>
                  <a:pt x="722554" y="68963"/>
                </a:lnTo>
                <a:close/>
              </a:path>
              <a:path w="886459" h="166370">
                <a:moveTo>
                  <a:pt x="397026" y="68963"/>
                </a:moveTo>
                <a:lnTo>
                  <a:pt x="722554" y="68963"/>
                </a:lnTo>
                <a:lnTo>
                  <a:pt x="719708" y="83063"/>
                </a:lnTo>
                <a:lnTo>
                  <a:pt x="722552" y="97150"/>
                </a:lnTo>
                <a:lnTo>
                  <a:pt x="397026" y="97150"/>
                </a:lnTo>
                <a:lnTo>
                  <a:pt x="397026" y="68963"/>
                </a:lnTo>
                <a:close/>
              </a:path>
              <a:path w="886459" h="166370">
                <a:moveTo>
                  <a:pt x="0" y="68963"/>
                </a:moveTo>
                <a:lnTo>
                  <a:pt x="397020" y="68963"/>
                </a:lnTo>
                <a:lnTo>
                  <a:pt x="397020" y="97150"/>
                </a:lnTo>
                <a:lnTo>
                  <a:pt x="0" y="97150"/>
                </a:lnTo>
                <a:lnTo>
                  <a:pt x="0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10289422" y="5290450"/>
            <a:ext cx="5499735" cy="803910"/>
            <a:chOff x="10289422" y="5290450"/>
            <a:chExt cx="5499735" cy="803910"/>
          </a:xfrm>
        </p:grpSpPr>
        <p:sp>
          <p:nvSpPr>
            <p:cNvPr id="30" name="object 30" descr=""/>
            <p:cNvSpPr/>
            <p:nvPr/>
          </p:nvSpPr>
          <p:spPr>
            <a:xfrm>
              <a:off x="10289422" y="5290450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10">
                  <a:moveTo>
                    <a:pt x="5097419" y="803835"/>
                  </a:moveTo>
                  <a:lnTo>
                    <a:pt x="401917" y="803835"/>
                  </a:lnTo>
                  <a:lnTo>
                    <a:pt x="349088" y="800349"/>
                  </a:lnTo>
                  <a:lnTo>
                    <a:pt x="297610" y="790065"/>
                  </a:lnTo>
                  <a:lnTo>
                    <a:pt x="248110" y="773241"/>
                  </a:lnTo>
                  <a:lnTo>
                    <a:pt x="201211" y="750135"/>
                  </a:lnTo>
                  <a:lnTo>
                    <a:pt x="157539" y="721008"/>
                  </a:lnTo>
                  <a:lnTo>
                    <a:pt x="117718" y="686116"/>
                  </a:lnTo>
                  <a:lnTo>
                    <a:pt x="82827" y="646295"/>
                  </a:lnTo>
                  <a:lnTo>
                    <a:pt x="53699" y="602623"/>
                  </a:lnTo>
                  <a:lnTo>
                    <a:pt x="30594" y="555725"/>
                  </a:lnTo>
                  <a:lnTo>
                    <a:pt x="13769" y="506224"/>
                  </a:lnTo>
                  <a:lnTo>
                    <a:pt x="3485" y="454747"/>
                  </a:lnTo>
                  <a:lnTo>
                    <a:pt x="0" y="401917"/>
                  </a:lnTo>
                  <a:lnTo>
                    <a:pt x="3485" y="349088"/>
                  </a:lnTo>
                  <a:lnTo>
                    <a:pt x="13769" y="297610"/>
                  </a:lnTo>
                  <a:lnTo>
                    <a:pt x="30594" y="248110"/>
                  </a:lnTo>
                  <a:lnTo>
                    <a:pt x="53699" y="201211"/>
                  </a:lnTo>
                  <a:lnTo>
                    <a:pt x="82827" y="157539"/>
                  </a:lnTo>
                  <a:lnTo>
                    <a:pt x="117718" y="117718"/>
                  </a:lnTo>
                  <a:lnTo>
                    <a:pt x="157539" y="82827"/>
                  </a:lnTo>
                  <a:lnTo>
                    <a:pt x="201211" y="53699"/>
                  </a:lnTo>
                  <a:lnTo>
                    <a:pt x="248110" y="30594"/>
                  </a:lnTo>
                  <a:lnTo>
                    <a:pt x="297610" y="13769"/>
                  </a:lnTo>
                  <a:lnTo>
                    <a:pt x="349088" y="3485"/>
                  </a:lnTo>
                  <a:lnTo>
                    <a:pt x="401917" y="0"/>
                  </a:lnTo>
                  <a:lnTo>
                    <a:pt x="5097419" y="0"/>
                  </a:lnTo>
                  <a:lnTo>
                    <a:pt x="5150248" y="3485"/>
                  </a:lnTo>
                  <a:lnTo>
                    <a:pt x="5201726" y="13769"/>
                  </a:lnTo>
                  <a:lnTo>
                    <a:pt x="5251226" y="30594"/>
                  </a:lnTo>
                  <a:lnTo>
                    <a:pt x="5298124" y="53699"/>
                  </a:lnTo>
                  <a:lnTo>
                    <a:pt x="5341797" y="82827"/>
                  </a:lnTo>
                  <a:lnTo>
                    <a:pt x="5381617" y="117718"/>
                  </a:lnTo>
                  <a:lnTo>
                    <a:pt x="5416509" y="157539"/>
                  </a:lnTo>
                  <a:lnTo>
                    <a:pt x="5445637" y="201211"/>
                  </a:lnTo>
                  <a:lnTo>
                    <a:pt x="5468742" y="248110"/>
                  </a:lnTo>
                  <a:lnTo>
                    <a:pt x="5485567" y="297610"/>
                  </a:lnTo>
                  <a:lnTo>
                    <a:pt x="5495851" y="349088"/>
                  </a:lnTo>
                  <a:lnTo>
                    <a:pt x="5499336" y="401917"/>
                  </a:lnTo>
                  <a:lnTo>
                    <a:pt x="5495851" y="454747"/>
                  </a:lnTo>
                  <a:lnTo>
                    <a:pt x="5485567" y="506224"/>
                  </a:lnTo>
                  <a:lnTo>
                    <a:pt x="5468742" y="555725"/>
                  </a:lnTo>
                  <a:lnTo>
                    <a:pt x="5445637" y="602623"/>
                  </a:lnTo>
                  <a:lnTo>
                    <a:pt x="5416509" y="646295"/>
                  </a:lnTo>
                  <a:lnTo>
                    <a:pt x="5381617" y="686116"/>
                  </a:lnTo>
                  <a:lnTo>
                    <a:pt x="5341797" y="721008"/>
                  </a:lnTo>
                  <a:lnTo>
                    <a:pt x="5298124" y="750135"/>
                  </a:lnTo>
                  <a:lnTo>
                    <a:pt x="5251226" y="773241"/>
                  </a:lnTo>
                  <a:lnTo>
                    <a:pt x="5201726" y="790065"/>
                  </a:lnTo>
                  <a:lnTo>
                    <a:pt x="5150248" y="800349"/>
                  </a:lnTo>
                  <a:lnTo>
                    <a:pt x="5097419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00633" y="5598784"/>
              <a:ext cx="176700" cy="20641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2219165" y="5598401"/>
              <a:ext cx="183515" cy="204470"/>
            </a:xfrm>
            <a:custGeom>
              <a:avLst/>
              <a:gdLst/>
              <a:ahLst/>
              <a:cxnLst/>
              <a:rect l="l" t="t" r="r" b="b"/>
              <a:pathLst>
                <a:path w="183515" h="204470">
                  <a:moveTo>
                    <a:pt x="97370" y="36830"/>
                  </a:moveTo>
                  <a:lnTo>
                    <a:pt x="74053" y="36830"/>
                  </a:lnTo>
                  <a:lnTo>
                    <a:pt x="74053" y="54610"/>
                  </a:lnTo>
                  <a:lnTo>
                    <a:pt x="74053" y="80010"/>
                  </a:lnTo>
                  <a:lnTo>
                    <a:pt x="23545" y="80010"/>
                  </a:lnTo>
                  <a:lnTo>
                    <a:pt x="23545" y="54610"/>
                  </a:lnTo>
                  <a:lnTo>
                    <a:pt x="74053" y="54610"/>
                  </a:lnTo>
                  <a:lnTo>
                    <a:pt x="74053" y="36830"/>
                  </a:lnTo>
                  <a:lnTo>
                    <a:pt x="23545" y="36830"/>
                  </a:lnTo>
                  <a:lnTo>
                    <a:pt x="23545" y="8890"/>
                  </a:lnTo>
                  <a:lnTo>
                    <a:pt x="0" y="8890"/>
                  </a:lnTo>
                  <a:lnTo>
                    <a:pt x="0" y="36830"/>
                  </a:lnTo>
                  <a:lnTo>
                    <a:pt x="0" y="54610"/>
                  </a:lnTo>
                  <a:lnTo>
                    <a:pt x="0" y="80010"/>
                  </a:lnTo>
                  <a:lnTo>
                    <a:pt x="0" y="99060"/>
                  </a:lnTo>
                  <a:lnTo>
                    <a:pt x="97370" y="99060"/>
                  </a:lnTo>
                  <a:lnTo>
                    <a:pt x="97370" y="80619"/>
                  </a:lnTo>
                  <a:lnTo>
                    <a:pt x="97370" y="80010"/>
                  </a:lnTo>
                  <a:lnTo>
                    <a:pt x="97370" y="54610"/>
                  </a:lnTo>
                  <a:lnTo>
                    <a:pt x="97370" y="54330"/>
                  </a:lnTo>
                  <a:lnTo>
                    <a:pt x="97370" y="36830"/>
                  </a:lnTo>
                  <a:close/>
                </a:path>
                <a:path w="183515" h="204470">
                  <a:moveTo>
                    <a:pt x="97370" y="9080"/>
                  </a:moveTo>
                  <a:lnTo>
                    <a:pt x="74053" y="9080"/>
                  </a:lnTo>
                  <a:lnTo>
                    <a:pt x="74053" y="36283"/>
                  </a:lnTo>
                  <a:lnTo>
                    <a:pt x="97370" y="36283"/>
                  </a:lnTo>
                  <a:lnTo>
                    <a:pt x="97370" y="9080"/>
                  </a:lnTo>
                  <a:close/>
                </a:path>
                <a:path w="183515" h="204470">
                  <a:moveTo>
                    <a:pt x="160921" y="186690"/>
                  </a:moveTo>
                  <a:lnTo>
                    <a:pt x="44335" y="186690"/>
                  </a:lnTo>
                  <a:lnTo>
                    <a:pt x="44335" y="167640"/>
                  </a:lnTo>
                  <a:lnTo>
                    <a:pt x="154063" y="167640"/>
                  </a:lnTo>
                  <a:lnTo>
                    <a:pt x="154063" y="151130"/>
                  </a:lnTo>
                  <a:lnTo>
                    <a:pt x="154063" y="133350"/>
                  </a:lnTo>
                  <a:lnTo>
                    <a:pt x="154063" y="115570"/>
                  </a:lnTo>
                  <a:lnTo>
                    <a:pt x="20802" y="115570"/>
                  </a:lnTo>
                  <a:lnTo>
                    <a:pt x="20802" y="133350"/>
                  </a:lnTo>
                  <a:lnTo>
                    <a:pt x="130746" y="133350"/>
                  </a:lnTo>
                  <a:lnTo>
                    <a:pt x="130746" y="151130"/>
                  </a:lnTo>
                  <a:lnTo>
                    <a:pt x="21259" y="151130"/>
                  </a:lnTo>
                  <a:lnTo>
                    <a:pt x="21259" y="167640"/>
                  </a:lnTo>
                  <a:lnTo>
                    <a:pt x="21259" y="186690"/>
                  </a:lnTo>
                  <a:lnTo>
                    <a:pt x="21259" y="204470"/>
                  </a:lnTo>
                  <a:lnTo>
                    <a:pt x="160921" y="204470"/>
                  </a:lnTo>
                  <a:lnTo>
                    <a:pt x="160921" y="186690"/>
                  </a:lnTo>
                  <a:close/>
                </a:path>
                <a:path w="183515" h="204470">
                  <a:moveTo>
                    <a:pt x="183095" y="43180"/>
                  </a:moveTo>
                  <a:lnTo>
                    <a:pt x="154063" y="43180"/>
                  </a:lnTo>
                  <a:lnTo>
                    <a:pt x="154063" y="0"/>
                  </a:lnTo>
                  <a:lnTo>
                    <a:pt x="130517" y="0"/>
                  </a:lnTo>
                  <a:lnTo>
                    <a:pt x="130517" y="43180"/>
                  </a:lnTo>
                  <a:lnTo>
                    <a:pt x="130517" y="62230"/>
                  </a:lnTo>
                  <a:lnTo>
                    <a:pt x="130517" y="106680"/>
                  </a:lnTo>
                  <a:lnTo>
                    <a:pt x="154063" y="106680"/>
                  </a:lnTo>
                  <a:lnTo>
                    <a:pt x="154063" y="62230"/>
                  </a:lnTo>
                  <a:lnTo>
                    <a:pt x="183095" y="62230"/>
                  </a:lnTo>
                  <a:lnTo>
                    <a:pt x="183095" y="4318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71734" y="5597870"/>
              <a:ext cx="191793" cy="20344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86158" y="5598784"/>
              <a:ext cx="170071" cy="20550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956010" y="5598555"/>
              <a:ext cx="170985" cy="20618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205994" y="5598784"/>
              <a:ext cx="176700" cy="20641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3424522" y="5598401"/>
              <a:ext cx="183515" cy="204470"/>
            </a:xfrm>
            <a:custGeom>
              <a:avLst/>
              <a:gdLst/>
              <a:ahLst/>
              <a:cxnLst/>
              <a:rect l="l" t="t" r="r" b="b"/>
              <a:pathLst>
                <a:path w="183515" h="204470">
                  <a:moveTo>
                    <a:pt x="97383" y="36830"/>
                  </a:moveTo>
                  <a:lnTo>
                    <a:pt x="74066" y="36830"/>
                  </a:lnTo>
                  <a:lnTo>
                    <a:pt x="74066" y="54610"/>
                  </a:lnTo>
                  <a:lnTo>
                    <a:pt x="74066" y="80010"/>
                  </a:lnTo>
                  <a:lnTo>
                    <a:pt x="23545" y="80010"/>
                  </a:lnTo>
                  <a:lnTo>
                    <a:pt x="23545" y="54610"/>
                  </a:lnTo>
                  <a:lnTo>
                    <a:pt x="74066" y="54610"/>
                  </a:lnTo>
                  <a:lnTo>
                    <a:pt x="74066" y="36830"/>
                  </a:lnTo>
                  <a:lnTo>
                    <a:pt x="23545" y="36830"/>
                  </a:lnTo>
                  <a:lnTo>
                    <a:pt x="23545" y="8890"/>
                  </a:lnTo>
                  <a:lnTo>
                    <a:pt x="0" y="8890"/>
                  </a:lnTo>
                  <a:lnTo>
                    <a:pt x="0" y="36830"/>
                  </a:lnTo>
                  <a:lnTo>
                    <a:pt x="0" y="54610"/>
                  </a:lnTo>
                  <a:lnTo>
                    <a:pt x="0" y="80010"/>
                  </a:lnTo>
                  <a:lnTo>
                    <a:pt x="0" y="99060"/>
                  </a:lnTo>
                  <a:lnTo>
                    <a:pt x="97383" y="99060"/>
                  </a:lnTo>
                  <a:lnTo>
                    <a:pt x="97383" y="80619"/>
                  </a:lnTo>
                  <a:lnTo>
                    <a:pt x="97383" y="80010"/>
                  </a:lnTo>
                  <a:lnTo>
                    <a:pt x="97383" y="54610"/>
                  </a:lnTo>
                  <a:lnTo>
                    <a:pt x="97383" y="54330"/>
                  </a:lnTo>
                  <a:lnTo>
                    <a:pt x="97383" y="36830"/>
                  </a:lnTo>
                  <a:close/>
                </a:path>
                <a:path w="183515" h="204470">
                  <a:moveTo>
                    <a:pt x="97383" y="9080"/>
                  </a:moveTo>
                  <a:lnTo>
                    <a:pt x="74066" y="9080"/>
                  </a:lnTo>
                  <a:lnTo>
                    <a:pt x="74066" y="36283"/>
                  </a:lnTo>
                  <a:lnTo>
                    <a:pt x="97383" y="36283"/>
                  </a:lnTo>
                  <a:lnTo>
                    <a:pt x="97383" y="9080"/>
                  </a:lnTo>
                  <a:close/>
                </a:path>
                <a:path w="183515" h="204470">
                  <a:moveTo>
                    <a:pt x="160921" y="186690"/>
                  </a:moveTo>
                  <a:lnTo>
                    <a:pt x="44348" y="186690"/>
                  </a:lnTo>
                  <a:lnTo>
                    <a:pt x="44348" y="167640"/>
                  </a:lnTo>
                  <a:lnTo>
                    <a:pt x="154063" y="167640"/>
                  </a:lnTo>
                  <a:lnTo>
                    <a:pt x="154063" y="151130"/>
                  </a:lnTo>
                  <a:lnTo>
                    <a:pt x="154063" y="133350"/>
                  </a:lnTo>
                  <a:lnTo>
                    <a:pt x="154063" y="115570"/>
                  </a:lnTo>
                  <a:lnTo>
                    <a:pt x="20802" y="115570"/>
                  </a:lnTo>
                  <a:lnTo>
                    <a:pt x="20802" y="133350"/>
                  </a:lnTo>
                  <a:lnTo>
                    <a:pt x="130746" y="133350"/>
                  </a:lnTo>
                  <a:lnTo>
                    <a:pt x="130746" y="151130"/>
                  </a:lnTo>
                  <a:lnTo>
                    <a:pt x="21259" y="151130"/>
                  </a:lnTo>
                  <a:lnTo>
                    <a:pt x="21259" y="167640"/>
                  </a:lnTo>
                  <a:lnTo>
                    <a:pt x="21259" y="186690"/>
                  </a:lnTo>
                  <a:lnTo>
                    <a:pt x="21259" y="204470"/>
                  </a:lnTo>
                  <a:lnTo>
                    <a:pt x="160921" y="204470"/>
                  </a:lnTo>
                  <a:lnTo>
                    <a:pt x="160921" y="186690"/>
                  </a:lnTo>
                  <a:close/>
                </a:path>
                <a:path w="183515" h="204470">
                  <a:moveTo>
                    <a:pt x="183095" y="43180"/>
                  </a:moveTo>
                  <a:lnTo>
                    <a:pt x="154063" y="43180"/>
                  </a:lnTo>
                  <a:lnTo>
                    <a:pt x="154063" y="0"/>
                  </a:lnTo>
                  <a:lnTo>
                    <a:pt x="130517" y="0"/>
                  </a:lnTo>
                  <a:lnTo>
                    <a:pt x="130517" y="43180"/>
                  </a:lnTo>
                  <a:lnTo>
                    <a:pt x="130517" y="62230"/>
                  </a:lnTo>
                  <a:lnTo>
                    <a:pt x="130517" y="106680"/>
                  </a:lnTo>
                  <a:lnTo>
                    <a:pt x="154063" y="106680"/>
                  </a:lnTo>
                  <a:lnTo>
                    <a:pt x="154063" y="62230"/>
                  </a:lnTo>
                  <a:lnTo>
                    <a:pt x="183095" y="62230"/>
                  </a:lnTo>
                  <a:lnTo>
                    <a:pt x="183095" y="4318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686006" y="5598784"/>
              <a:ext cx="183329" cy="206645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3898588" y="5598566"/>
              <a:ext cx="161925" cy="204470"/>
            </a:xfrm>
            <a:custGeom>
              <a:avLst/>
              <a:gdLst/>
              <a:ahLst/>
              <a:cxnLst/>
              <a:rect l="l" t="t" r="r" b="b"/>
              <a:pathLst>
                <a:path w="161925" h="204470">
                  <a:moveTo>
                    <a:pt x="161620" y="122745"/>
                  </a:moveTo>
                  <a:lnTo>
                    <a:pt x="138074" y="122745"/>
                  </a:lnTo>
                  <a:lnTo>
                    <a:pt x="138074" y="144614"/>
                  </a:lnTo>
                  <a:lnTo>
                    <a:pt x="50749" y="144614"/>
                  </a:lnTo>
                  <a:lnTo>
                    <a:pt x="50749" y="123024"/>
                  </a:lnTo>
                  <a:lnTo>
                    <a:pt x="27432" y="123024"/>
                  </a:lnTo>
                  <a:lnTo>
                    <a:pt x="27432" y="144614"/>
                  </a:lnTo>
                  <a:lnTo>
                    <a:pt x="27432" y="163664"/>
                  </a:lnTo>
                  <a:lnTo>
                    <a:pt x="27432" y="185254"/>
                  </a:lnTo>
                  <a:lnTo>
                    <a:pt x="27432" y="204304"/>
                  </a:lnTo>
                  <a:lnTo>
                    <a:pt x="161620" y="204304"/>
                  </a:lnTo>
                  <a:lnTo>
                    <a:pt x="161620" y="185254"/>
                  </a:lnTo>
                  <a:lnTo>
                    <a:pt x="50749" y="185254"/>
                  </a:lnTo>
                  <a:lnTo>
                    <a:pt x="50749" y="163664"/>
                  </a:lnTo>
                  <a:lnTo>
                    <a:pt x="138074" y="163664"/>
                  </a:lnTo>
                  <a:lnTo>
                    <a:pt x="138074" y="184924"/>
                  </a:lnTo>
                  <a:lnTo>
                    <a:pt x="161620" y="184924"/>
                  </a:lnTo>
                  <a:lnTo>
                    <a:pt x="161620" y="163664"/>
                  </a:lnTo>
                  <a:lnTo>
                    <a:pt x="161620" y="163207"/>
                  </a:lnTo>
                  <a:lnTo>
                    <a:pt x="161620" y="144691"/>
                  </a:lnTo>
                  <a:lnTo>
                    <a:pt x="161620" y="122745"/>
                  </a:lnTo>
                  <a:close/>
                </a:path>
                <a:path w="161925" h="204470">
                  <a:moveTo>
                    <a:pt x="161620" y="68567"/>
                  </a:moveTo>
                  <a:lnTo>
                    <a:pt x="138074" y="68567"/>
                  </a:lnTo>
                  <a:lnTo>
                    <a:pt x="138074" y="113372"/>
                  </a:lnTo>
                  <a:lnTo>
                    <a:pt x="161620" y="113372"/>
                  </a:lnTo>
                  <a:lnTo>
                    <a:pt x="161620" y="68567"/>
                  </a:lnTo>
                  <a:close/>
                </a:path>
                <a:path w="161925" h="204470">
                  <a:moveTo>
                    <a:pt x="161620" y="228"/>
                  </a:moveTo>
                  <a:lnTo>
                    <a:pt x="138074" y="0"/>
                  </a:lnTo>
                  <a:lnTo>
                    <a:pt x="138074" y="49364"/>
                  </a:lnTo>
                  <a:lnTo>
                    <a:pt x="95097" y="49364"/>
                  </a:lnTo>
                  <a:lnTo>
                    <a:pt x="95097" y="39776"/>
                  </a:lnTo>
                  <a:lnTo>
                    <a:pt x="95097" y="39204"/>
                  </a:lnTo>
                  <a:lnTo>
                    <a:pt x="95097" y="10744"/>
                  </a:lnTo>
                  <a:lnTo>
                    <a:pt x="72009" y="10744"/>
                  </a:lnTo>
                  <a:lnTo>
                    <a:pt x="72009" y="39204"/>
                  </a:lnTo>
                  <a:lnTo>
                    <a:pt x="72009" y="58254"/>
                  </a:lnTo>
                  <a:lnTo>
                    <a:pt x="72009" y="68414"/>
                  </a:lnTo>
                  <a:lnTo>
                    <a:pt x="72009" y="87464"/>
                  </a:lnTo>
                  <a:lnTo>
                    <a:pt x="23317" y="87464"/>
                  </a:lnTo>
                  <a:lnTo>
                    <a:pt x="23317" y="58254"/>
                  </a:lnTo>
                  <a:lnTo>
                    <a:pt x="72009" y="58254"/>
                  </a:lnTo>
                  <a:lnTo>
                    <a:pt x="72009" y="39204"/>
                  </a:lnTo>
                  <a:lnTo>
                    <a:pt x="23317" y="39204"/>
                  </a:lnTo>
                  <a:lnTo>
                    <a:pt x="23317" y="9994"/>
                  </a:lnTo>
                  <a:lnTo>
                    <a:pt x="0" y="9994"/>
                  </a:lnTo>
                  <a:lnTo>
                    <a:pt x="0" y="106514"/>
                  </a:lnTo>
                  <a:lnTo>
                    <a:pt x="95097" y="106514"/>
                  </a:lnTo>
                  <a:lnTo>
                    <a:pt x="95097" y="87464"/>
                  </a:lnTo>
                  <a:lnTo>
                    <a:pt x="95097" y="68414"/>
                  </a:lnTo>
                  <a:lnTo>
                    <a:pt x="161620" y="68414"/>
                  </a:lnTo>
                  <a:lnTo>
                    <a:pt x="161620" y="58254"/>
                  </a:lnTo>
                  <a:lnTo>
                    <a:pt x="161620" y="49377"/>
                  </a:lnTo>
                  <a:lnTo>
                    <a:pt x="161620" y="228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9141715" y="6802282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02770" y="0"/>
                </a:moveTo>
                <a:lnTo>
                  <a:pt x="835102" y="6527"/>
                </a:lnTo>
                <a:lnTo>
                  <a:pt x="861504" y="24329"/>
                </a:lnTo>
                <a:lnTo>
                  <a:pt x="879306" y="50731"/>
                </a:lnTo>
                <a:lnTo>
                  <a:pt x="885833" y="83063"/>
                </a:lnTo>
                <a:lnTo>
                  <a:pt x="879306" y="115389"/>
                </a:lnTo>
                <a:lnTo>
                  <a:pt x="861504" y="141792"/>
                </a:lnTo>
                <a:lnTo>
                  <a:pt x="835102" y="159596"/>
                </a:lnTo>
                <a:lnTo>
                  <a:pt x="802770" y="166125"/>
                </a:lnTo>
                <a:lnTo>
                  <a:pt x="770439" y="159596"/>
                </a:lnTo>
                <a:lnTo>
                  <a:pt x="744037" y="141792"/>
                </a:lnTo>
                <a:lnTo>
                  <a:pt x="726235" y="115389"/>
                </a:lnTo>
                <a:lnTo>
                  <a:pt x="722552" y="97150"/>
                </a:lnTo>
                <a:lnTo>
                  <a:pt x="751422" y="97150"/>
                </a:lnTo>
                <a:lnTo>
                  <a:pt x="751422" y="68963"/>
                </a:lnTo>
                <a:lnTo>
                  <a:pt x="722554" y="68963"/>
                </a:lnTo>
                <a:lnTo>
                  <a:pt x="726235" y="50731"/>
                </a:lnTo>
                <a:lnTo>
                  <a:pt x="744037" y="24329"/>
                </a:lnTo>
                <a:lnTo>
                  <a:pt x="770439" y="6527"/>
                </a:lnTo>
                <a:lnTo>
                  <a:pt x="802770" y="0"/>
                </a:lnTo>
                <a:close/>
              </a:path>
              <a:path w="886459" h="166370">
                <a:moveTo>
                  <a:pt x="722554" y="68963"/>
                </a:moveTo>
                <a:lnTo>
                  <a:pt x="751422" y="68963"/>
                </a:lnTo>
                <a:lnTo>
                  <a:pt x="751422" y="97150"/>
                </a:lnTo>
                <a:lnTo>
                  <a:pt x="722552" y="97150"/>
                </a:lnTo>
                <a:lnTo>
                  <a:pt x="719708" y="83063"/>
                </a:lnTo>
                <a:lnTo>
                  <a:pt x="722554" y="68963"/>
                </a:lnTo>
                <a:close/>
              </a:path>
              <a:path w="886459" h="166370">
                <a:moveTo>
                  <a:pt x="397026" y="68963"/>
                </a:moveTo>
                <a:lnTo>
                  <a:pt x="722554" y="68963"/>
                </a:lnTo>
                <a:lnTo>
                  <a:pt x="719708" y="83063"/>
                </a:lnTo>
                <a:lnTo>
                  <a:pt x="722552" y="97150"/>
                </a:lnTo>
                <a:lnTo>
                  <a:pt x="397026" y="97150"/>
                </a:lnTo>
                <a:lnTo>
                  <a:pt x="397026" y="68963"/>
                </a:lnTo>
                <a:close/>
              </a:path>
              <a:path w="886459" h="166370">
                <a:moveTo>
                  <a:pt x="0" y="68963"/>
                </a:moveTo>
                <a:lnTo>
                  <a:pt x="397020" y="68963"/>
                </a:lnTo>
                <a:lnTo>
                  <a:pt x="397020" y="97150"/>
                </a:lnTo>
                <a:lnTo>
                  <a:pt x="0" y="97150"/>
                </a:lnTo>
                <a:lnTo>
                  <a:pt x="0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10289422" y="6486303"/>
            <a:ext cx="5499735" cy="803910"/>
            <a:chOff x="10289422" y="6486303"/>
            <a:chExt cx="5499735" cy="803910"/>
          </a:xfrm>
        </p:grpSpPr>
        <p:sp>
          <p:nvSpPr>
            <p:cNvPr id="42" name="object 42" descr=""/>
            <p:cNvSpPr/>
            <p:nvPr/>
          </p:nvSpPr>
          <p:spPr>
            <a:xfrm>
              <a:off x="10289422" y="6486303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09">
                  <a:moveTo>
                    <a:pt x="5097419" y="803835"/>
                  </a:moveTo>
                  <a:lnTo>
                    <a:pt x="401917" y="803835"/>
                  </a:lnTo>
                  <a:lnTo>
                    <a:pt x="349088" y="800349"/>
                  </a:lnTo>
                  <a:lnTo>
                    <a:pt x="297610" y="790065"/>
                  </a:lnTo>
                  <a:lnTo>
                    <a:pt x="248110" y="773241"/>
                  </a:lnTo>
                  <a:lnTo>
                    <a:pt x="201211" y="750135"/>
                  </a:lnTo>
                  <a:lnTo>
                    <a:pt x="157539" y="721008"/>
                  </a:lnTo>
                  <a:lnTo>
                    <a:pt x="117718" y="686116"/>
                  </a:lnTo>
                  <a:lnTo>
                    <a:pt x="82827" y="646295"/>
                  </a:lnTo>
                  <a:lnTo>
                    <a:pt x="53699" y="602623"/>
                  </a:lnTo>
                  <a:lnTo>
                    <a:pt x="30594" y="555725"/>
                  </a:lnTo>
                  <a:lnTo>
                    <a:pt x="13769" y="506224"/>
                  </a:lnTo>
                  <a:lnTo>
                    <a:pt x="3485" y="454747"/>
                  </a:lnTo>
                  <a:lnTo>
                    <a:pt x="0" y="401917"/>
                  </a:lnTo>
                  <a:lnTo>
                    <a:pt x="3485" y="349088"/>
                  </a:lnTo>
                  <a:lnTo>
                    <a:pt x="13769" y="297610"/>
                  </a:lnTo>
                  <a:lnTo>
                    <a:pt x="30594" y="248110"/>
                  </a:lnTo>
                  <a:lnTo>
                    <a:pt x="53699" y="201211"/>
                  </a:lnTo>
                  <a:lnTo>
                    <a:pt x="82827" y="157539"/>
                  </a:lnTo>
                  <a:lnTo>
                    <a:pt x="117718" y="117718"/>
                  </a:lnTo>
                  <a:lnTo>
                    <a:pt x="157539" y="82827"/>
                  </a:lnTo>
                  <a:lnTo>
                    <a:pt x="201211" y="53699"/>
                  </a:lnTo>
                  <a:lnTo>
                    <a:pt x="248110" y="30594"/>
                  </a:lnTo>
                  <a:lnTo>
                    <a:pt x="297610" y="13769"/>
                  </a:lnTo>
                  <a:lnTo>
                    <a:pt x="349088" y="3485"/>
                  </a:lnTo>
                  <a:lnTo>
                    <a:pt x="401917" y="0"/>
                  </a:lnTo>
                  <a:lnTo>
                    <a:pt x="5097419" y="0"/>
                  </a:lnTo>
                  <a:lnTo>
                    <a:pt x="5150248" y="3485"/>
                  </a:lnTo>
                  <a:lnTo>
                    <a:pt x="5201726" y="13769"/>
                  </a:lnTo>
                  <a:lnTo>
                    <a:pt x="5251226" y="30594"/>
                  </a:lnTo>
                  <a:lnTo>
                    <a:pt x="5298124" y="53699"/>
                  </a:lnTo>
                  <a:lnTo>
                    <a:pt x="5341797" y="82827"/>
                  </a:lnTo>
                  <a:lnTo>
                    <a:pt x="5381617" y="117718"/>
                  </a:lnTo>
                  <a:lnTo>
                    <a:pt x="5416509" y="157539"/>
                  </a:lnTo>
                  <a:lnTo>
                    <a:pt x="5445637" y="201211"/>
                  </a:lnTo>
                  <a:lnTo>
                    <a:pt x="5468742" y="248110"/>
                  </a:lnTo>
                  <a:lnTo>
                    <a:pt x="5485567" y="297610"/>
                  </a:lnTo>
                  <a:lnTo>
                    <a:pt x="5495851" y="349088"/>
                  </a:lnTo>
                  <a:lnTo>
                    <a:pt x="5499336" y="401917"/>
                  </a:lnTo>
                  <a:lnTo>
                    <a:pt x="5495851" y="454747"/>
                  </a:lnTo>
                  <a:lnTo>
                    <a:pt x="5485567" y="506224"/>
                  </a:lnTo>
                  <a:lnTo>
                    <a:pt x="5468742" y="555725"/>
                  </a:lnTo>
                  <a:lnTo>
                    <a:pt x="5445637" y="602623"/>
                  </a:lnTo>
                  <a:lnTo>
                    <a:pt x="5416509" y="646295"/>
                  </a:lnTo>
                  <a:lnTo>
                    <a:pt x="5381617" y="686116"/>
                  </a:lnTo>
                  <a:lnTo>
                    <a:pt x="5341797" y="721008"/>
                  </a:lnTo>
                  <a:lnTo>
                    <a:pt x="5298124" y="750135"/>
                  </a:lnTo>
                  <a:lnTo>
                    <a:pt x="5251226" y="773241"/>
                  </a:lnTo>
                  <a:lnTo>
                    <a:pt x="5201726" y="790065"/>
                  </a:lnTo>
                  <a:lnTo>
                    <a:pt x="5150248" y="800349"/>
                  </a:lnTo>
                  <a:lnTo>
                    <a:pt x="5097419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32374" y="6803554"/>
              <a:ext cx="186758" cy="19750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43134" y="6792810"/>
              <a:ext cx="190187" cy="20573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03699" y="6794410"/>
              <a:ext cx="178757" cy="20413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813317" y="6794639"/>
              <a:ext cx="177843" cy="20641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076320" y="6801268"/>
              <a:ext cx="186529" cy="200016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85481" y="6794410"/>
              <a:ext cx="176929" cy="20664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551989" y="6794410"/>
              <a:ext cx="172357" cy="204131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758406" y="6794639"/>
              <a:ext cx="171900" cy="206645"/>
            </a:xfrm>
            <a:prstGeom prst="rect">
              <a:avLst/>
            </a:prstGeom>
          </p:spPr>
        </p:pic>
      </p:grpSp>
      <p:sp>
        <p:nvSpPr>
          <p:cNvPr id="51" name="object 51" descr=""/>
          <p:cNvSpPr/>
          <p:nvPr/>
        </p:nvSpPr>
        <p:spPr>
          <a:xfrm>
            <a:off x="8260450" y="2616797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69">
                <a:moveTo>
                  <a:pt x="83062" y="0"/>
                </a:moveTo>
                <a:lnTo>
                  <a:pt x="50731" y="6527"/>
                </a:lnTo>
                <a:lnTo>
                  <a:pt x="24328" y="24329"/>
                </a:lnTo>
                <a:lnTo>
                  <a:pt x="6527" y="50731"/>
                </a:lnTo>
                <a:lnTo>
                  <a:pt x="0" y="83063"/>
                </a:lnTo>
                <a:lnTo>
                  <a:pt x="6527" y="115389"/>
                </a:lnTo>
                <a:lnTo>
                  <a:pt x="24328" y="141792"/>
                </a:lnTo>
                <a:lnTo>
                  <a:pt x="50731" y="159596"/>
                </a:lnTo>
                <a:lnTo>
                  <a:pt x="83062" y="166125"/>
                </a:lnTo>
                <a:lnTo>
                  <a:pt x="115393" y="159596"/>
                </a:lnTo>
                <a:lnTo>
                  <a:pt x="141796" y="141792"/>
                </a:lnTo>
                <a:lnTo>
                  <a:pt x="159597" y="115389"/>
                </a:lnTo>
                <a:lnTo>
                  <a:pt x="163280" y="97150"/>
                </a:lnTo>
                <a:lnTo>
                  <a:pt x="134410" y="97150"/>
                </a:lnTo>
                <a:lnTo>
                  <a:pt x="134410" y="68963"/>
                </a:lnTo>
                <a:lnTo>
                  <a:pt x="163278" y="68963"/>
                </a:lnTo>
                <a:lnTo>
                  <a:pt x="159597" y="50731"/>
                </a:lnTo>
                <a:lnTo>
                  <a:pt x="141796" y="24329"/>
                </a:lnTo>
                <a:lnTo>
                  <a:pt x="115394" y="6527"/>
                </a:lnTo>
                <a:lnTo>
                  <a:pt x="83062" y="0"/>
                </a:lnTo>
                <a:close/>
              </a:path>
              <a:path w="886459" h="166369">
                <a:moveTo>
                  <a:pt x="163278" y="68963"/>
                </a:moveTo>
                <a:lnTo>
                  <a:pt x="134410" y="68963"/>
                </a:lnTo>
                <a:lnTo>
                  <a:pt x="134410" y="97150"/>
                </a:lnTo>
                <a:lnTo>
                  <a:pt x="163280" y="97150"/>
                </a:lnTo>
                <a:lnTo>
                  <a:pt x="166125" y="83063"/>
                </a:lnTo>
                <a:lnTo>
                  <a:pt x="163278" y="68963"/>
                </a:lnTo>
                <a:close/>
              </a:path>
              <a:path w="886459" h="166369">
                <a:moveTo>
                  <a:pt x="488807" y="68963"/>
                </a:moveTo>
                <a:lnTo>
                  <a:pt x="163278" y="68963"/>
                </a:lnTo>
                <a:lnTo>
                  <a:pt x="166125" y="83063"/>
                </a:lnTo>
                <a:lnTo>
                  <a:pt x="163280" y="97150"/>
                </a:lnTo>
                <a:lnTo>
                  <a:pt x="488807" y="97150"/>
                </a:lnTo>
                <a:lnTo>
                  <a:pt x="488807" y="68963"/>
                </a:lnTo>
                <a:close/>
              </a:path>
              <a:path w="886459" h="166369">
                <a:moveTo>
                  <a:pt x="885833" y="68963"/>
                </a:moveTo>
                <a:lnTo>
                  <a:pt x="488812" y="68963"/>
                </a:lnTo>
                <a:lnTo>
                  <a:pt x="488812" y="97150"/>
                </a:lnTo>
                <a:lnTo>
                  <a:pt x="885833" y="97150"/>
                </a:lnTo>
                <a:lnTo>
                  <a:pt x="885833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2499240" y="2300818"/>
            <a:ext cx="5499735" cy="803910"/>
            <a:chOff x="2499240" y="2300818"/>
            <a:chExt cx="5499735" cy="803910"/>
          </a:xfrm>
        </p:grpSpPr>
        <p:sp>
          <p:nvSpPr>
            <p:cNvPr id="53" name="object 53" descr=""/>
            <p:cNvSpPr/>
            <p:nvPr/>
          </p:nvSpPr>
          <p:spPr>
            <a:xfrm>
              <a:off x="2499240" y="2300818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10">
                  <a:moveTo>
                    <a:pt x="401917" y="803835"/>
                  </a:moveTo>
                  <a:lnTo>
                    <a:pt x="5097419" y="803835"/>
                  </a:lnTo>
                  <a:lnTo>
                    <a:pt x="5150248" y="800349"/>
                  </a:lnTo>
                  <a:lnTo>
                    <a:pt x="5201726" y="790065"/>
                  </a:lnTo>
                  <a:lnTo>
                    <a:pt x="5251226" y="773241"/>
                  </a:lnTo>
                  <a:lnTo>
                    <a:pt x="5298124" y="750135"/>
                  </a:lnTo>
                  <a:lnTo>
                    <a:pt x="5341797" y="721008"/>
                  </a:lnTo>
                  <a:lnTo>
                    <a:pt x="5381617" y="686116"/>
                  </a:lnTo>
                  <a:lnTo>
                    <a:pt x="5416509" y="646295"/>
                  </a:lnTo>
                  <a:lnTo>
                    <a:pt x="5445637" y="602623"/>
                  </a:lnTo>
                  <a:lnTo>
                    <a:pt x="5468742" y="555725"/>
                  </a:lnTo>
                  <a:lnTo>
                    <a:pt x="5485567" y="506224"/>
                  </a:lnTo>
                  <a:lnTo>
                    <a:pt x="5495851" y="454747"/>
                  </a:lnTo>
                  <a:lnTo>
                    <a:pt x="5499336" y="401917"/>
                  </a:lnTo>
                  <a:lnTo>
                    <a:pt x="5495851" y="349088"/>
                  </a:lnTo>
                  <a:lnTo>
                    <a:pt x="5485567" y="297610"/>
                  </a:lnTo>
                  <a:lnTo>
                    <a:pt x="5468742" y="248110"/>
                  </a:lnTo>
                  <a:lnTo>
                    <a:pt x="5445637" y="201211"/>
                  </a:lnTo>
                  <a:lnTo>
                    <a:pt x="5416509" y="157539"/>
                  </a:lnTo>
                  <a:lnTo>
                    <a:pt x="5381617" y="117718"/>
                  </a:lnTo>
                  <a:lnTo>
                    <a:pt x="5341797" y="82827"/>
                  </a:lnTo>
                  <a:lnTo>
                    <a:pt x="5298124" y="53699"/>
                  </a:lnTo>
                  <a:lnTo>
                    <a:pt x="5251226" y="30594"/>
                  </a:lnTo>
                  <a:lnTo>
                    <a:pt x="5201726" y="13769"/>
                  </a:lnTo>
                  <a:lnTo>
                    <a:pt x="5150248" y="3485"/>
                  </a:lnTo>
                  <a:lnTo>
                    <a:pt x="5097419" y="0"/>
                  </a:lnTo>
                  <a:lnTo>
                    <a:pt x="401917" y="0"/>
                  </a:lnTo>
                  <a:lnTo>
                    <a:pt x="349088" y="3485"/>
                  </a:lnTo>
                  <a:lnTo>
                    <a:pt x="297610" y="13769"/>
                  </a:lnTo>
                  <a:lnTo>
                    <a:pt x="248110" y="30594"/>
                  </a:lnTo>
                  <a:lnTo>
                    <a:pt x="201211" y="53699"/>
                  </a:lnTo>
                  <a:lnTo>
                    <a:pt x="157539" y="82827"/>
                  </a:lnTo>
                  <a:lnTo>
                    <a:pt x="117718" y="117718"/>
                  </a:lnTo>
                  <a:lnTo>
                    <a:pt x="82827" y="157539"/>
                  </a:lnTo>
                  <a:lnTo>
                    <a:pt x="53699" y="201211"/>
                  </a:lnTo>
                  <a:lnTo>
                    <a:pt x="30594" y="248110"/>
                  </a:lnTo>
                  <a:lnTo>
                    <a:pt x="13769" y="297610"/>
                  </a:lnTo>
                  <a:lnTo>
                    <a:pt x="3485" y="349088"/>
                  </a:lnTo>
                  <a:lnTo>
                    <a:pt x="0" y="401917"/>
                  </a:lnTo>
                  <a:lnTo>
                    <a:pt x="3485" y="454747"/>
                  </a:lnTo>
                  <a:lnTo>
                    <a:pt x="13769" y="506224"/>
                  </a:lnTo>
                  <a:lnTo>
                    <a:pt x="30594" y="555725"/>
                  </a:lnTo>
                  <a:lnTo>
                    <a:pt x="53699" y="602623"/>
                  </a:lnTo>
                  <a:lnTo>
                    <a:pt x="82827" y="646295"/>
                  </a:lnTo>
                  <a:lnTo>
                    <a:pt x="117718" y="686116"/>
                  </a:lnTo>
                  <a:lnTo>
                    <a:pt x="157539" y="721008"/>
                  </a:lnTo>
                  <a:lnTo>
                    <a:pt x="201211" y="750135"/>
                  </a:lnTo>
                  <a:lnTo>
                    <a:pt x="248110" y="773241"/>
                  </a:lnTo>
                  <a:lnTo>
                    <a:pt x="297610" y="790065"/>
                  </a:lnTo>
                  <a:lnTo>
                    <a:pt x="349088" y="800349"/>
                  </a:lnTo>
                  <a:lnTo>
                    <a:pt x="401917" y="803835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78039" y="2618059"/>
              <a:ext cx="186758" cy="19750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788799" y="2607315"/>
              <a:ext cx="190187" cy="20573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49374" y="2608915"/>
              <a:ext cx="178757" cy="204131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58991" y="2609144"/>
              <a:ext cx="177843" cy="206417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20843" y="2609144"/>
              <a:ext cx="176700" cy="206417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32289" y="2621030"/>
              <a:ext cx="186987" cy="169156"/>
            </a:xfrm>
            <a:prstGeom prst="rect">
              <a:avLst/>
            </a:prstGeom>
          </p:spPr>
        </p:pic>
      </p:grpSp>
      <p:sp>
        <p:nvSpPr>
          <p:cNvPr id="60" name="object 60" descr=""/>
          <p:cNvSpPr/>
          <p:nvPr/>
        </p:nvSpPr>
        <p:spPr>
          <a:xfrm>
            <a:off x="8260450" y="3812650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3062" y="0"/>
                </a:moveTo>
                <a:lnTo>
                  <a:pt x="50731" y="6527"/>
                </a:lnTo>
                <a:lnTo>
                  <a:pt x="24328" y="24329"/>
                </a:lnTo>
                <a:lnTo>
                  <a:pt x="6527" y="50731"/>
                </a:lnTo>
                <a:lnTo>
                  <a:pt x="0" y="83063"/>
                </a:lnTo>
                <a:lnTo>
                  <a:pt x="6527" y="115389"/>
                </a:lnTo>
                <a:lnTo>
                  <a:pt x="24328" y="141792"/>
                </a:lnTo>
                <a:lnTo>
                  <a:pt x="50731" y="159596"/>
                </a:lnTo>
                <a:lnTo>
                  <a:pt x="83062" y="166125"/>
                </a:lnTo>
                <a:lnTo>
                  <a:pt x="115393" y="159596"/>
                </a:lnTo>
                <a:lnTo>
                  <a:pt x="141796" y="141792"/>
                </a:lnTo>
                <a:lnTo>
                  <a:pt x="159597" y="115389"/>
                </a:lnTo>
                <a:lnTo>
                  <a:pt x="163280" y="97150"/>
                </a:lnTo>
                <a:lnTo>
                  <a:pt x="134410" y="97150"/>
                </a:lnTo>
                <a:lnTo>
                  <a:pt x="134410" y="68963"/>
                </a:lnTo>
                <a:lnTo>
                  <a:pt x="163278" y="68963"/>
                </a:lnTo>
                <a:lnTo>
                  <a:pt x="159597" y="50731"/>
                </a:lnTo>
                <a:lnTo>
                  <a:pt x="141796" y="24329"/>
                </a:lnTo>
                <a:lnTo>
                  <a:pt x="115394" y="6527"/>
                </a:lnTo>
                <a:lnTo>
                  <a:pt x="83062" y="0"/>
                </a:lnTo>
                <a:close/>
              </a:path>
              <a:path w="886459" h="166370">
                <a:moveTo>
                  <a:pt x="163278" y="68963"/>
                </a:moveTo>
                <a:lnTo>
                  <a:pt x="134410" y="68963"/>
                </a:lnTo>
                <a:lnTo>
                  <a:pt x="134410" y="97150"/>
                </a:lnTo>
                <a:lnTo>
                  <a:pt x="163280" y="97150"/>
                </a:lnTo>
                <a:lnTo>
                  <a:pt x="166125" y="83063"/>
                </a:lnTo>
                <a:lnTo>
                  <a:pt x="163278" y="68963"/>
                </a:lnTo>
                <a:close/>
              </a:path>
              <a:path w="886459" h="166370">
                <a:moveTo>
                  <a:pt x="488807" y="68963"/>
                </a:moveTo>
                <a:lnTo>
                  <a:pt x="163278" y="68963"/>
                </a:lnTo>
                <a:lnTo>
                  <a:pt x="166125" y="83063"/>
                </a:lnTo>
                <a:lnTo>
                  <a:pt x="163280" y="97150"/>
                </a:lnTo>
                <a:lnTo>
                  <a:pt x="488807" y="97150"/>
                </a:lnTo>
                <a:lnTo>
                  <a:pt x="488807" y="68963"/>
                </a:lnTo>
                <a:close/>
              </a:path>
              <a:path w="886459" h="166370">
                <a:moveTo>
                  <a:pt x="885833" y="68963"/>
                </a:moveTo>
                <a:lnTo>
                  <a:pt x="488812" y="68963"/>
                </a:lnTo>
                <a:lnTo>
                  <a:pt x="488812" y="97150"/>
                </a:lnTo>
                <a:lnTo>
                  <a:pt x="885833" y="97150"/>
                </a:lnTo>
                <a:lnTo>
                  <a:pt x="885833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2499240" y="3496671"/>
            <a:ext cx="5499735" cy="803910"/>
          </a:xfrm>
          <a:custGeom>
            <a:avLst/>
            <a:gdLst/>
            <a:ahLst/>
            <a:cxnLst/>
            <a:rect l="l" t="t" r="r" b="b"/>
            <a:pathLst>
              <a:path w="5499734" h="803910">
                <a:moveTo>
                  <a:pt x="401917" y="803835"/>
                </a:moveTo>
                <a:lnTo>
                  <a:pt x="5097419" y="803835"/>
                </a:lnTo>
                <a:lnTo>
                  <a:pt x="5150248" y="800349"/>
                </a:lnTo>
                <a:lnTo>
                  <a:pt x="5201726" y="790065"/>
                </a:lnTo>
                <a:lnTo>
                  <a:pt x="5251226" y="773241"/>
                </a:lnTo>
                <a:lnTo>
                  <a:pt x="5298124" y="750135"/>
                </a:lnTo>
                <a:lnTo>
                  <a:pt x="5341797" y="721008"/>
                </a:lnTo>
                <a:lnTo>
                  <a:pt x="5381617" y="686116"/>
                </a:lnTo>
                <a:lnTo>
                  <a:pt x="5416509" y="646295"/>
                </a:lnTo>
                <a:lnTo>
                  <a:pt x="5445637" y="602623"/>
                </a:lnTo>
                <a:lnTo>
                  <a:pt x="5468742" y="555725"/>
                </a:lnTo>
                <a:lnTo>
                  <a:pt x="5485567" y="506224"/>
                </a:lnTo>
                <a:lnTo>
                  <a:pt x="5495851" y="454747"/>
                </a:lnTo>
                <a:lnTo>
                  <a:pt x="5499336" y="401917"/>
                </a:lnTo>
                <a:lnTo>
                  <a:pt x="5495851" y="349088"/>
                </a:lnTo>
                <a:lnTo>
                  <a:pt x="5485567" y="297610"/>
                </a:lnTo>
                <a:lnTo>
                  <a:pt x="5468742" y="248110"/>
                </a:lnTo>
                <a:lnTo>
                  <a:pt x="5445637" y="201211"/>
                </a:lnTo>
                <a:lnTo>
                  <a:pt x="5416509" y="157539"/>
                </a:lnTo>
                <a:lnTo>
                  <a:pt x="5381617" y="117718"/>
                </a:lnTo>
                <a:lnTo>
                  <a:pt x="5341797" y="82827"/>
                </a:lnTo>
                <a:lnTo>
                  <a:pt x="5298124" y="53699"/>
                </a:lnTo>
                <a:lnTo>
                  <a:pt x="5251226" y="30594"/>
                </a:lnTo>
                <a:lnTo>
                  <a:pt x="5201726" y="13769"/>
                </a:lnTo>
                <a:lnTo>
                  <a:pt x="5150248" y="3485"/>
                </a:lnTo>
                <a:lnTo>
                  <a:pt x="5097419" y="0"/>
                </a:lnTo>
                <a:lnTo>
                  <a:pt x="401917" y="0"/>
                </a:lnTo>
                <a:lnTo>
                  <a:pt x="349088" y="3485"/>
                </a:lnTo>
                <a:lnTo>
                  <a:pt x="297610" y="13769"/>
                </a:lnTo>
                <a:lnTo>
                  <a:pt x="248110" y="30594"/>
                </a:lnTo>
                <a:lnTo>
                  <a:pt x="201211" y="53699"/>
                </a:lnTo>
                <a:lnTo>
                  <a:pt x="157539" y="82827"/>
                </a:lnTo>
                <a:lnTo>
                  <a:pt x="117718" y="117718"/>
                </a:lnTo>
                <a:lnTo>
                  <a:pt x="82827" y="157539"/>
                </a:lnTo>
                <a:lnTo>
                  <a:pt x="53699" y="201211"/>
                </a:lnTo>
                <a:lnTo>
                  <a:pt x="30594" y="248110"/>
                </a:lnTo>
                <a:lnTo>
                  <a:pt x="13769" y="297610"/>
                </a:lnTo>
                <a:lnTo>
                  <a:pt x="3485" y="349088"/>
                </a:lnTo>
                <a:lnTo>
                  <a:pt x="0" y="401917"/>
                </a:lnTo>
                <a:lnTo>
                  <a:pt x="3485" y="454747"/>
                </a:lnTo>
                <a:lnTo>
                  <a:pt x="13769" y="506224"/>
                </a:lnTo>
                <a:lnTo>
                  <a:pt x="30594" y="555725"/>
                </a:lnTo>
                <a:lnTo>
                  <a:pt x="53699" y="602623"/>
                </a:lnTo>
                <a:lnTo>
                  <a:pt x="82827" y="646295"/>
                </a:lnTo>
                <a:lnTo>
                  <a:pt x="117718" y="686116"/>
                </a:lnTo>
                <a:lnTo>
                  <a:pt x="157539" y="721008"/>
                </a:lnTo>
                <a:lnTo>
                  <a:pt x="201211" y="750135"/>
                </a:lnTo>
                <a:lnTo>
                  <a:pt x="248110" y="773241"/>
                </a:lnTo>
                <a:lnTo>
                  <a:pt x="297610" y="790065"/>
                </a:lnTo>
                <a:lnTo>
                  <a:pt x="349088" y="800349"/>
                </a:lnTo>
                <a:lnTo>
                  <a:pt x="401917" y="803835"/>
                </a:lnTo>
                <a:close/>
              </a:path>
            </a:pathLst>
          </a:custGeom>
          <a:solidFill>
            <a:srgbClr val="E1ED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8260450" y="5008503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3062" y="0"/>
                </a:moveTo>
                <a:lnTo>
                  <a:pt x="50731" y="6527"/>
                </a:lnTo>
                <a:lnTo>
                  <a:pt x="24328" y="24329"/>
                </a:lnTo>
                <a:lnTo>
                  <a:pt x="6527" y="50731"/>
                </a:lnTo>
                <a:lnTo>
                  <a:pt x="0" y="83063"/>
                </a:lnTo>
                <a:lnTo>
                  <a:pt x="6527" y="115389"/>
                </a:lnTo>
                <a:lnTo>
                  <a:pt x="24328" y="141792"/>
                </a:lnTo>
                <a:lnTo>
                  <a:pt x="50731" y="159596"/>
                </a:lnTo>
                <a:lnTo>
                  <a:pt x="83062" y="166125"/>
                </a:lnTo>
                <a:lnTo>
                  <a:pt x="115393" y="159596"/>
                </a:lnTo>
                <a:lnTo>
                  <a:pt x="141796" y="141792"/>
                </a:lnTo>
                <a:lnTo>
                  <a:pt x="159597" y="115389"/>
                </a:lnTo>
                <a:lnTo>
                  <a:pt x="163280" y="97150"/>
                </a:lnTo>
                <a:lnTo>
                  <a:pt x="134410" y="97150"/>
                </a:lnTo>
                <a:lnTo>
                  <a:pt x="134410" y="68963"/>
                </a:lnTo>
                <a:lnTo>
                  <a:pt x="163278" y="68963"/>
                </a:lnTo>
                <a:lnTo>
                  <a:pt x="159597" y="50731"/>
                </a:lnTo>
                <a:lnTo>
                  <a:pt x="141796" y="24329"/>
                </a:lnTo>
                <a:lnTo>
                  <a:pt x="115394" y="6527"/>
                </a:lnTo>
                <a:lnTo>
                  <a:pt x="83062" y="0"/>
                </a:lnTo>
                <a:close/>
              </a:path>
              <a:path w="886459" h="166370">
                <a:moveTo>
                  <a:pt x="163278" y="68963"/>
                </a:moveTo>
                <a:lnTo>
                  <a:pt x="134410" y="68963"/>
                </a:lnTo>
                <a:lnTo>
                  <a:pt x="134410" y="97150"/>
                </a:lnTo>
                <a:lnTo>
                  <a:pt x="163280" y="97150"/>
                </a:lnTo>
                <a:lnTo>
                  <a:pt x="166125" y="83063"/>
                </a:lnTo>
                <a:lnTo>
                  <a:pt x="163278" y="68963"/>
                </a:lnTo>
                <a:close/>
              </a:path>
              <a:path w="886459" h="166370">
                <a:moveTo>
                  <a:pt x="488807" y="68963"/>
                </a:moveTo>
                <a:lnTo>
                  <a:pt x="163278" y="68963"/>
                </a:lnTo>
                <a:lnTo>
                  <a:pt x="166125" y="83063"/>
                </a:lnTo>
                <a:lnTo>
                  <a:pt x="163280" y="97150"/>
                </a:lnTo>
                <a:lnTo>
                  <a:pt x="488807" y="97150"/>
                </a:lnTo>
                <a:lnTo>
                  <a:pt x="488807" y="68963"/>
                </a:lnTo>
                <a:close/>
              </a:path>
              <a:path w="886459" h="166370">
                <a:moveTo>
                  <a:pt x="885833" y="68963"/>
                </a:moveTo>
                <a:lnTo>
                  <a:pt x="488812" y="68963"/>
                </a:lnTo>
                <a:lnTo>
                  <a:pt x="488812" y="97150"/>
                </a:lnTo>
                <a:lnTo>
                  <a:pt x="885833" y="97150"/>
                </a:lnTo>
                <a:lnTo>
                  <a:pt x="885833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2499240" y="4692524"/>
            <a:ext cx="5499735" cy="803910"/>
            <a:chOff x="2499240" y="4692524"/>
            <a:chExt cx="5499735" cy="803910"/>
          </a:xfrm>
        </p:grpSpPr>
        <p:sp>
          <p:nvSpPr>
            <p:cNvPr id="64" name="object 64" descr=""/>
            <p:cNvSpPr/>
            <p:nvPr/>
          </p:nvSpPr>
          <p:spPr>
            <a:xfrm>
              <a:off x="2499240" y="4692524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10">
                  <a:moveTo>
                    <a:pt x="401917" y="803835"/>
                  </a:moveTo>
                  <a:lnTo>
                    <a:pt x="5097419" y="803835"/>
                  </a:lnTo>
                  <a:lnTo>
                    <a:pt x="5150248" y="800349"/>
                  </a:lnTo>
                  <a:lnTo>
                    <a:pt x="5201726" y="790065"/>
                  </a:lnTo>
                  <a:lnTo>
                    <a:pt x="5251226" y="773241"/>
                  </a:lnTo>
                  <a:lnTo>
                    <a:pt x="5298124" y="750135"/>
                  </a:lnTo>
                  <a:lnTo>
                    <a:pt x="5341797" y="721008"/>
                  </a:lnTo>
                  <a:lnTo>
                    <a:pt x="5381617" y="686116"/>
                  </a:lnTo>
                  <a:lnTo>
                    <a:pt x="5416509" y="646295"/>
                  </a:lnTo>
                  <a:lnTo>
                    <a:pt x="5445637" y="602623"/>
                  </a:lnTo>
                  <a:lnTo>
                    <a:pt x="5468742" y="555725"/>
                  </a:lnTo>
                  <a:lnTo>
                    <a:pt x="5485567" y="506224"/>
                  </a:lnTo>
                  <a:lnTo>
                    <a:pt x="5495851" y="454747"/>
                  </a:lnTo>
                  <a:lnTo>
                    <a:pt x="5499336" y="401917"/>
                  </a:lnTo>
                  <a:lnTo>
                    <a:pt x="5495851" y="349088"/>
                  </a:lnTo>
                  <a:lnTo>
                    <a:pt x="5485567" y="297610"/>
                  </a:lnTo>
                  <a:lnTo>
                    <a:pt x="5468742" y="248110"/>
                  </a:lnTo>
                  <a:lnTo>
                    <a:pt x="5445637" y="201211"/>
                  </a:lnTo>
                  <a:lnTo>
                    <a:pt x="5416509" y="157539"/>
                  </a:lnTo>
                  <a:lnTo>
                    <a:pt x="5381617" y="117718"/>
                  </a:lnTo>
                  <a:lnTo>
                    <a:pt x="5341797" y="82827"/>
                  </a:lnTo>
                  <a:lnTo>
                    <a:pt x="5298124" y="53699"/>
                  </a:lnTo>
                  <a:lnTo>
                    <a:pt x="5251226" y="30594"/>
                  </a:lnTo>
                  <a:lnTo>
                    <a:pt x="5201726" y="13769"/>
                  </a:lnTo>
                  <a:lnTo>
                    <a:pt x="5150248" y="3485"/>
                  </a:lnTo>
                  <a:lnTo>
                    <a:pt x="5097419" y="0"/>
                  </a:lnTo>
                  <a:lnTo>
                    <a:pt x="401917" y="0"/>
                  </a:lnTo>
                  <a:lnTo>
                    <a:pt x="349088" y="3485"/>
                  </a:lnTo>
                  <a:lnTo>
                    <a:pt x="297610" y="13769"/>
                  </a:lnTo>
                  <a:lnTo>
                    <a:pt x="248110" y="30594"/>
                  </a:lnTo>
                  <a:lnTo>
                    <a:pt x="201211" y="53699"/>
                  </a:lnTo>
                  <a:lnTo>
                    <a:pt x="157539" y="82827"/>
                  </a:lnTo>
                  <a:lnTo>
                    <a:pt x="117718" y="117718"/>
                  </a:lnTo>
                  <a:lnTo>
                    <a:pt x="82827" y="157539"/>
                  </a:lnTo>
                  <a:lnTo>
                    <a:pt x="53699" y="201211"/>
                  </a:lnTo>
                  <a:lnTo>
                    <a:pt x="30594" y="248110"/>
                  </a:lnTo>
                  <a:lnTo>
                    <a:pt x="13769" y="297610"/>
                  </a:lnTo>
                  <a:lnTo>
                    <a:pt x="3485" y="349088"/>
                  </a:lnTo>
                  <a:lnTo>
                    <a:pt x="0" y="401917"/>
                  </a:lnTo>
                  <a:lnTo>
                    <a:pt x="3485" y="454747"/>
                  </a:lnTo>
                  <a:lnTo>
                    <a:pt x="13769" y="506224"/>
                  </a:lnTo>
                  <a:lnTo>
                    <a:pt x="30594" y="555725"/>
                  </a:lnTo>
                  <a:lnTo>
                    <a:pt x="53699" y="602623"/>
                  </a:lnTo>
                  <a:lnTo>
                    <a:pt x="82827" y="646295"/>
                  </a:lnTo>
                  <a:lnTo>
                    <a:pt x="117718" y="686116"/>
                  </a:lnTo>
                  <a:lnTo>
                    <a:pt x="157539" y="721008"/>
                  </a:lnTo>
                  <a:lnTo>
                    <a:pt x="201211" y="750135"/>
                  </a:lnTo>
                  <a:lnTo>
                    <a:pt x="248110" y="773241"/>
                  </a:lnTo>
                  <a:lnTo>
                    <a:pt x="297610" y="790065"/>
                  </a:lnTo>
                  <a:lnTo>
                    <a:pt x="349088" y="800349"/>
                  </a:lnTo>
                  <a:lnTo>
                    <a:pt x="401917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7600" y="5014110"/>
              <a:ext cx="186987" cy="16664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35468" y="5000623"/>
              <a:ext cx="171671" cy="207102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66589" y="5000623"/>
              <a:ext cx="165956" cy="204131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4919370" y="5008092"/>
              <a:ext cx="396875" cy="196850"/>
            </a:xfrm>
            <a:custGeom>
              <a:avLst/>
              <a:gdLst/>
              <a:ahLst/>
              <a:cxnLst/>
              <a:rect l="l" t="t" r="r" b="b"/>
              <a:pathLst>
                <a:path w="396875" h="196850">
                  <a:moveTo>
                    <a:pt x="165277" y="8890"/>
                  </a:moveTo>
                  <a:lnTo>
                    <a:pt x="20802" y="8890"/>
                  </a:lnTo>
                  <a:lnTo>
                    <a:pt x="20802" y="27940"/>
                  </a:lnTo>
                  <a:lnTo>
                    <a:pt x="20802" y="88900"/>
                  </a:lnTo>
                  <a:lnTo>
                    <a:pt x="20802" y="107950"/>
                  </a:lnTo>
                  <a:lnTo>
                    <a:pt x="165277" y="107950"/>
                  </a:lnTo>
                  <a:lnTo>
                    <a:pt x="165277" y="89230"/>
                  </a:lnTo>
                  <a:lnTo>
                    <a:pt x="165277" y="88900"/>
                  </a:lnTo>
                  <a:lnTo>
                    <a:pt x="165277" y="27965"/>
                  </a:lnTo>
                  <a:lnTo>
                    <a:pt x="142189" y="27965"/>
                  </a:lnTo>
                  <a:lnTo>
                    <a:pt x="142189" y="88900"/>
                  </a:lnTo>
                  <a:lnTo>
                    <a:pt x="43891" y="88900"/>
                  </a:lnTo>
                  <a:lnTo>
                    <a:pt x="43891" y="27940"/>
                  </a:lnTo>
                  <a:lnTo>
                    <a:pt x="165277" y="27940"/>
                  </a:lnTo>
                  <a:lnTo>
                    <a:pt x="165277" y="8890"/>
                  </a:lnTo>
                  <a:close/>
                </a:path>
                <a:path w="396875" h="196850">
                  <a:moveTo>
                    <a:pt x="186994" y="154609"/>
                  </a:moveTo>
                  <a:lnTo>
                    <a:pt x="104927" y="154609"/>
                  </a:lnTo>
                  <a:lnTo>
                    <a:pt x="104927" y="107975"/>
                  </a:lnTo>
                  <a:lnTo>
                    <a:pt x="81381" y="107975"/>
                  </a:lnTo>
                  <a:lnTo>
                    <a:pt x="81381" y="154609"/>
                  </a:lnTo>
                  <a:lnTo>
                    <a:pt x="0" y="154609"/>
                  </a:lnTo>
                  <a:lnTo>
                    <a:pt x="0" y="173812"/>
                  </a:lnTo>
                  <a:lnTo>
                    <a:pt x="186994" y="173812"/>
                  </a:lnTo>
                  <a:lnTo>
                    <a:pt x="186994" y="154609"/>
                  </a:lnTo>
                  <a:close/>
                </a:path>
                <a:path w="396875" h="196850">
                  <a:moveTo>
                    <a:pt x="375119" y="43180"/>
                  </a:moveTo>
                  <a:lnTo>
                    <a:pt x="257632" y="43180"/>
                  </a:lnTo>
                  <a:lnTo>
                    <a:pt x="257632" y="17780"/>
                  </a:lnTo>
                  <a:lnTo>
                    <a:pt x="373062" y="17780"/>
                  </a:lnTo>
                  <a:lnTo>
                    <a:pt x="373062" y="0"/>
                  </a:lnTo>
                  <a:lnTo>
                    <a:pt x="234315" y="0"/>
                  </a:lnTo>
                  <a:lnTo>
                    <a:pt x="234315" y="17780"/>
                  </a:lnTo>
                  <a:lnTo>
                    <a:pt x="234315" y="43180"/>
                  </a:lnTo>
                  <a:lnTo>
                    <a:pt x="234315" y="62230"/>
                  </a:lnTo>
                  <a:lnTo>
                    <a:pt x="375119" y="62230"/>
                  </a:lnTo>
                  <a:lnTo>
                    <a:pt x="375119" y="43180"/>
                  </a:lnTo>
                  <a:close/>
                </a:path>
                <a:path w="396875" h="196850">
                  <a:moveTo>
                    <a:pt x="379463" y="179070"/>
                  </a:moveTo>
                  <a:lnTo>
                    <a:pt x="256032" y="179070"/>
                  </a:lnTo>
                  <a:lnTo>
                    <a:pt x="256032" y="162560"/>
                  </a:lnTo>
                  <a:lnTo>
                    <a:pt x="373519" y="162560"/>
                  </a:lnTo>
                  <a:lnTo>
                    <a:pt x="373519" y="146050"/>
                  </a:lnTo>
                  <a:lnTo>
                    <a:pt x="373519" y="130810"/>
                  </a:lnTo>
                  <a:lnTo>
                    <a:pt x="373519" y="113030"/>
                  </a:lnTo>
                  <a:lnTo>
                    <a:pt x="232029" y="113030"/>
                  </a:lnTo>
                  <a:lnTo>
                    <a:pt x="232029" y="130810"/>
                  </a:lnTo>
                  <a:lnTo>
                    <a:pt x="350431" y="130810"/>
                  </a:lnTo>
                  <a:lnTo>
                    <a:pt x="350431" y="146050"/>
                  </a:lnTo>
                  <a:lnTo>
                    <a:pt x="232714" y="146050"/>
                  </a:lnTo>
                  <a:lnTo>
                    <a:pt x="232714" y="162560"/>
                  </a:lnTo>
                  <a:lnTo>
                    <a:pt x="232714" y="179070"/>
                  </a:lnTo>
                  <a:lnTo>
                    <a:pt x="232714" y="196850"/>
                  </a:lnTo>
                  <a:lnTo>
                    <a:pt x="379463" y="196850"/>
                  </a:lnTo>
                  <a:lnTo>
                    <a:pt x="379463" y="179070"/>
                  </a:lnTo>
                  <a:close/>
                </a:path>
                <a:path w="396875" h="196850">
                  <a:moveTo>
                    <a:pt x="396836" y="76428"/>
                  </a:moveTo>
                  <a:lnTo>
                    <a:pt x="209854" y="76428"/>
                  </a:lnTo>
                  <a:lnTo>
                    <a:pt x="209854" y="95402"/>
                  </a:lnTo>
                  <a:lnTo>
                    <a:pt x="259461" y="95402"/>
                  </a:lnTo>
                  <a:lnTo>
                    <a:pt x="259461" y="113004"/>
                  </a:lnTo>
                  <a:lnTo>
                    <a:pt x="283006" y="113004"/>
                  </a:lnTo>
                  <a:lnTo>
                    <a:pt x="283006" y="95402"/>
                  </a:lnTo>
                  <a:lnTo>
                    <a:pt x="325742" y="95402"/>
                  </a:lnTo>
                  <a:lnTo>
                    <a:pt x="325742" y="113004"/>
                  </a:lnTo>
                  <a:lnTo>
                    <a:pt x="349288" y="113004"/>
                  </a:lnTo>
                  <a:lnTo>
                    <a:pt x="349288" y="95402"/>
                  </a:lnTo>
                  <a:lnTo>
                    <a:pt x="396836" y="95402"/>
                  </a:lnTo>
                  <a:lnTo>
                    <a:pt x="396836" y="76428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89107" y="5000623"/>
              <a:ext cx="388603" cy="206645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62414" y="5000623"/>
              <a:ext cx="178757" cy="204131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072031" y="5000851"/>
              <a:ext cx="177843" cy="206417"/>
            </a:xfrm>
            <a:prstGeom prst="rect">
              <a:avLst/>
            </a:prstGeom>
          </p:spPr>
        </p:pic>
      </p:grpSp>
      <p:sp>
        <p:nvSpPr>
          <p:cNvPr id="72" name="object 72" descr=""/>
          <p:cNvSpPr/>
          <p:nvPr/>
        </p:nvSpPr>
        <p:spPr>
          <a:xfrm>
            <a:off x="8260450" y="6204356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3062" y="0"/>
                </a:moveTo>
                <a:lnTo>
                  <a:pt x="50731" y="6527"/>
                </a:lnTo>
                <a:lnTo>
                  <a:pt x="24328" y="24329"/>
                </a:lnTo>
                <a:lnTo>
                  <a:pt x="6527" y="50731"/>
                </a:lnTo>
                <a:lnTo>
                  <a:pt x="0" y="83063"/>
                </a:lnTo>
                <a:lnTo>
                  <a:pt x="6527" y="115389"/>
                </a:lnTo>
                <a:lnTo>
                  <a:pt x="24328" y="141792"/>
                </a:lnTo>
                <a:lnTo>
                  <a:pt x="50731" y="159596"/>
                </a:lnTo>
                <a:lnTo>
                  <a:pt x="83062" y="166125"/>
                </a:lnTo>
                <a:lnTo>
                  <a:pt x="115393" y="159596"/>
                </a:lnTo>
                <a:lnTo>
                  <a:pt x="141796" y="141792"/>
                </a:lnTo>
                <a:lnTo>
                  <a:pt x="159597" y="115389"/>
                </a:lnTo>
                <a:lnTo>
                  <a:pt x="163280" y="97150"/>
                </a:lnTo>
                <a:lnTo>
                  <a:pt x="134410" y="97150"/>
                </a:lnTo>
                <a:lnTo>
                  <a:pt x="134410" y="68963"/>
                </a:lnTo>
                <a:lnTo>
                  <a:pt x="163278" y="68963"/>
                </a:lnTo>
                <a:lnTo>
                  <a:pt x="159597" y="50731"/>
                </a:lnTo>
                <a:lnTo>
                  <a:pt x="141796" y="24329"/>
                </a:lnTo>
                <a:lnTo>
                  <a:pt x="115394" y="6527"/>
                </a:lnTo>
                <a:lnTo>
                  <a:pt x="83062" y="0"/>
                </a:lnTo>
                <a:close/>
              </a:path>
              <a:path w="886459" h="166370">
                <a:moveTo>
                  <a:pt x="163278" y="68963"/>
                </a:moveTo>
                <a:lnTo>
                  <a:pt x="134410" y="68963"/>
                </a:lnTo>
                <a:lnTo>
                  <a:pt x="134410" y="97150"/>
                </a:lnTo>
                <a:lnTo>
                  <a:pt x="163280" y="97150"/>
                </a:lnTo>
                <a:lnTo>
                  <a:pt x="166125" y="83063"/>
                </a:lnTo>
                <a:lnTo>
                  <a:pt x="163278" y="68963"/>
                </a:lnTo>
                <a:close/>
              </a:path>
              <a:path w="886459" h="166370">
                <a:moveTo>
                  <a:pt x="488807" y="68963"/>
                </a:moveTo>
                <a:lnTo>
                  <a:pt x="163278" y="68963"/>
                </a:lnTo>
                <a:lnTo>
                  <a:pt x="166125" y="83063"/>
                </a:lnTo>
                <a:lnTo>
                  <a:pt x="163280" y="97150"/>
                </a:lnTo>
                <a:lnTo>
                  <a:pt x="488807" y="97150"/>
                </a:lnTo>
                <a:lnTo>
                  <a:pt x="488807" y="68963"/>
                </a:lnTo>
                <a:close/>
              </a:path>
              <a:path w="886459" h="166370">
                <a:moveTo>
                  <a:pt x="885833" y="68963"/>
                </a:moveTo>
                <a:lnTo>
                  <a:pt x="488812" y="68963"/>
                </a:lnTo>
                <a:lnTo>
                  <a:pt x="488812" y="97150"/>
                </a:lnTo>
                <a:lnTo>
                  <a:pt x="885833" y="97150"/>
                </a:lnTo>
                <a:lnTo>
                  <a:pt x="885833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3" name="object 73" descr=""/>
          <p:cNvGrpSpPr/>
          <p:nvPr/>
        </p:nvGrpSpPr>
        <p:grpSpPr>
          <a:xfrm>
            <a:off x="2499240" y="5888377"/>
            <a:ext cx="5499735" cy="803910"/>
            <a:chOff x="2499240" y="5888377"/>
            <a:chExt cx="5499735" cy="803910"/>
          </a:xfrm>
        </p:grpSpPr>
        <p:sp>
          <p:nvSpPr>
            <p:cNvPr id="74" name="object 74" descr=""/>
            <p:cNvSpPr/>
            <p:nvPr/>
          </p:nvSpPr>
          <p:spPr>
            <a:xfrm>
              <a:off x="2499240" y="5888377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09">
                  <a:moveTo>
                    <a:pt x="401917" y="803835"/>
                  </a:moveTo>
                  <a:lnTo>
                    <a:pt x="5097419" y="803835"/>
                  </a:lnTo>
                  <a:lnTo>
                    <a:pt x="5150248" y="800349"/>
                  </a:lnTo>
                  <a:lnTo>
                    <a:pt x="5201726" y="790065"/>
                  </a:lnTo>
                  <a:lnTo>
                    <a:pt x="5251226" y="773241"/>
                  </a:lnTo>
                  <a:lnTo>
                    <a:pt x="5298124" y="750135"/>
                  </a:lnTo>
                  <a:lnTo>
                    <a:pt x="5341797" y="721008"/>
                  </a:lnTo>
                  <a:lnTo>
                    <a:pt x="5381617" y="686116"/>
                  </a:lnTo>
                  <a:lnTo>
                    <a:pt x="5416509" y="646295"/>
                  </a:lnTo>
                  <a:lnTo>
                    <a:pt x="5445637" y="602623"/>
                  </a:lnTo>
                  <a:lnTo>
                    <a:pt x="5468742" y="555725"/>
                  </a:lnTo>
                  <a:lnTo>
                    <a:pt x="5485567" y="506224"/>
                  </a:lnTo>
                  <a:lnTo>
                    <a:pt x="5495851" y="454747"/>
                  </a:lnTo>
                  <a:lnTo>
                    <a:pt x="5499336" y="401917"/>
                  </a:lnTo>
                  <a:lnTo>
                    <a:pt x="5495851" y="349088"/>
                  </a:lnTo>
                  <a:lnTo>
                    <a:pt x="5485567" y="297610"/>
                  </a:lnTo>
                  <a:lnTo>
                    <a:pt x="5468742" y="248110"/>
                  </a:lnTo>
                  <a:lnTo>
                    <a:pt x="5445637" y="201211"/>
                  </a:lnTo>
                  <a:lnTo>
                    <a:pt x="5416509" y="157539"/>
                  </a:lnTo>
                  <a:lnTo>
                    <a:pt x="5381617" y="117718"/>
                  </a:lnTo>
                  <a:lnTo>
                    <a:pt x="5341797" y="82827"/>
                  </a:lnTo>
                  <a:lnTo>
                    <a:pt x="5298124" y="53699"/>
                  </a:lnTo>
                  <a:lnTo>
                    <a:pt x="5251226" y="30594"/>
                  </a:lnTo>
                  <a:lnTo>
                    <a:pt x="5201726" y="13769"/>
                  </a:lnTo>
                  <a:lnTo>
                    <a:pt x="5150248" y="3485"/>
                  </a:lnTo>
                  <a:lnTo>
                    <a:pt x="5097419" y="0"/>
                  </a:lnTo>
                  <a:lnTo>
                    <a:pt x="401917" y="0"/>
                  </a:lnTo>
                  <a:lnTo>
                    <a:pt x="349088" y="3485"/>
                  </a:lnTo>
                  <a:lnTo>
                    <a:pt x="297610" y="13769"/>
                  </a:lnTo>
                  <a:lnTo>
                    <a:pt x="248110" y="30594"/>
                  </a:lnTo>
                  <a:lnTo>
                    <a:pt x="201211" y="53699"/>
                  </a:lnTo>
                  <a:lnTo>
                    <a:pt x="157539" y="82827"/>
                  </a:lnTo>
                  <a:lnTo>
                    <a:pt x="117718" y="117718"/>
                  </a:lnTo>
                  <a:lnTo>
                    <a:pt x="82827" y="157539"/>
                  </a:lnTo>
                  <a:lnTo>
                    <a:pt x="53699" y="201211"/>
                  </a:lnTo>
                  <a:lnTo>
                    <a:pt x="30594" y="248110"/>
                  </a:lnTo>
                  <a:lnTo>
                    <a:pt x="13769" y="297610"/>
                  </a:lnTo>
                  <a:lnTo>
                    <a:pt x="3485" y="349088"/>
                  </a:lnTo>
                  <a:lnTo>
                    <a:pt x="0" y="401917"/>
                  </a:lnTo>
                  <a:lnTo>
                    <a:pt x="3485" y="454747"/>
                  </a:lnTo>
                  <a:lnTo>
                    <a:pt x="13769" y="506224"/>
                  </a:lnTo>
                  <a:lnTo>
                    <a:pt x="30594" y="555725"/>
                  </a:lnTo>
                  <a:lnTo>
                    <a:pt x="53699" y="602623"/>
                  </a:lnTo>
                  <a:lnTo>
                    <a:pt x="82827" y="646295"/>
                  </a:lnTo>
                  <a:lnTo>
                    <a:pt x="117718" y="686116"/>
                  </a:lnTo>
                  <a:lnTo>
                    <a:pt x="157539" y="721008"/>
                  </a:lnTo>
                  <a:lnTo>
                    <a:pt x="201211" y="750135"/>
                  </a:lnTo>
                  <a:lnTo>
                    <a:pt x="248110" y="773241"/>
                  </a:lnTo>
                  <a:lnTo>
                    <a:pt x="297610" y="790065"/>
                  </a:lnTo>
                  <a:lnTo>
                    <a:pt x="349088" y="800349"/>
                  </a:lnTo>
                  <a:lnTo>
                    <a:pt x="401917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17055" y="6196706"/>
              <a:ext cx="168242" cy="203902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5024374" y="6202679"/>
              <a:ext cx="448945" cy="200660"/>
            </a:xfrm>
            <a:custGeom>
              <a:avLst/>
              <a:gdLst/>
              <a:ahLst/>
              <a:cxnLst/>
              <a:rect l="l" t="t" r="r" b="b"/>
              <a:pathLst>
                <a:path w="448945" h="200660">
                  <a:moveTo>
                    <a:pt x="163906" y="5080"/>
                  </a:moveTo>
                  <a:lnTo>
                    <a:pt x="140589" y="5080"/>
                  </a:lnTo>
                  <a:lnTo>
                    <a:pt x="140589" y="24130"/>
                  </a:lnTo>
                  <a:lnTo>
                    <a:pt x="140589" y="67310"/>
                  </a:lnTo>
                  <a:lnTo>
                    <a:pt x="46177" y="67310"/>
                  </a:lnTo>
                  <a:lnTo>
                    <a:pt x="46177" y="24130"/>
                  </a:lnTo>
                  <a:lnTo>
                    <a:pt x="140589" y="24130"/>
                  </a:lnTo>
                  <a:lnTo>
                    <a:pt x="140589" y="5080"/>
                  </a:lnTo>
                  <a:lnTo>
                    <a:pt x="22860" y="5080"/>
                  </a:lnTo>
                  <a:lnTo>
                    <a:pt x="22860" y="24130"/>
                  </a:lnTo>
                  <a:lnTo>
                    <a:pt x="22860" y="67310"/>
                  </a:lnTo>
                  <a:lnTo>
                    <a:pt x="22860" y="86360"/>
                  </a:lnTo>
                  <a:lnTo>
                    <a:pt x="163906" y="86360"/>
                  </a:lnTo>
                  <a:lnTo>
                    <a:pt x="163906" y="67640"/>
                  </a:lnTo>
                  <a:lnTo>
                    <a:pt x="163906" y="67310"/>
                  </a:lnTo>
                  <a:lnTo>
                    <a:pt x="163906" y="24130"/>
                  </a:lnTo>
                  <a:lnTo>
                    <a:pt x="163906" y="23749"/>
                  </a:lnTo>
                  <a:lnTo>
                    <a:pt x="163906" y="5080"/>
                  </a:lnTo>
                  <a:close/>
                </a:path>
                <a:path w="448945" h="200660">
                  <a:moveTo>
                    <a:pt x="187223" y="111988"/>
                  </a:moveTo>
                  <a:lnTo>
                    <a:pt x="0" y="111988"/>
                  </a:lnTo>
                  <a:lnTo>
                    <a:pt x="0" y="130962"/>
                  </a:lnTo>
                  <a:lnTo>
                    <a:pt x="81153" y="130962"/>
                  </a:lnTo>
                  <a:lnTo>
                    <a:pt x="81153" y="200444"/>
                  </a:lnTo>
                  <a:lnTo>
                    <a:pt x="104698" y="200444"/>
                  </a:lnTo>
                  <a:lnTo>
                    <a:pt x="104698" y="130962"/>
                  </a:lnTo>
                  <a:lnTo>
                    <a:pt x="187223" y="130962"/>
                  </a:lnTo>
                  <a:lnTo>
                    <a:pt x="187223" y="111988"/>
                  </a:lnTo>
                  <a:close/>
                </a:path>
                <a:path w="448945" h="200660">
                  <a:moveTo>
                    <a:pt x="424243" y="42494"/>
                  </a:moveTo>
                  <a:lnTo>
                    <a:pt x="400926" y="42494"/>
                  </a:lnTo>
                  <a:lnTo>
                    <a:pt x="400926" y="65582"/>
                  </a:lnTo>
                  <a:lnTo>
                    <a:pt x="424243" y="65582"/>
                  </a:lnTo>
                  <a:lnTo>
                    <a:pt x="424243" y="42494"/>
                  </a:lnTo>
                  <a:close/>
                </a:path>
                <a:path w="448945" h="200660">
                  <a:moveTo>
                    <a:pt x="424243" y="431"/>
                  </a:moveTo>
                  <a:lnTo>
                    <a:pt x="400926" y="431"/>
                  </a:lnTo>
                  <a:lnTo>
                    <a:pt x="400926" y="24130"/>
                  </a:lnTo>
                  <a:lnTo>
                    <a:pt x="309029" y="24130"/>
                  </a:lnTo>
                  <a:lnTo>
                    <a:pt x="309029" y="0"/>
                  </a:lnTo>
                  <a:lnTo>
                    <a:pt x="285711" y="0"/>
                  </a:lnTo>
                  <a:lnTo>
                    <a:pt x="285711" y="24130"/>
                  </a:lnTo>
                  <a:lnTo>
                    <a:pt x="285711" y="41910"/>
                  </a:lnTo>
                  <a:lnTo>
                    <a:pt x="285711" y="66040"/>
                  </a:lnTo>
                  <a:lnTo>
                    <a:pt x="285711" y="83820"/>
                  </a:lnTo>
                  <a:lnTo>
                    <a:pt x="424243" y="83820"/>
                  </a:lnTo>
                  <a:lnTo>
                    <a:pt x="424243" y="66040"/>
                  </a:lnTo>
                  <a:lnTo>
                    <a:pt x="309029" y="66040"/>
                  </a:lnTo>
                  <a:lnTo>
                    <a:pt x="309029" y="41910"/>
                  </a:lnTo>
                  <a:lnTo>
                    <a:pt x="424243" y="41910"/>
                  </a:lnTo>
                  <a:lnTo>
                    <a:pt x="424243" y="24434"/>
                  </a:lnTo>
                  <a:lnTo>
                    <a:pt x="424243" y="24130"/>
                  </a:lnTo>
                  <a:lnTo>
                    <a:pt x="424243" y="431"/>
                  </a:lnTo>
                  <a:close/>
                </a:path>
                <a:path w="448945" h="200660">
                  <a:moveTo>
                    <a:pt x="427901" y="177800"/>
                  </a:moveTo>
                  <a:lnTo>
                    <a:pt x="307886" y="177800"/>
                  </a:lnTo>
                  <a:lnTo>
                    <a:pt x="307886" y="139700"/>
                  </a:lnTo>
                  <a:lnTo>
                    <a:pt x="284340" y="139700"/>
                  </a:lnTo>
                  <a:lnTo>
                    <a:pt x="284340" y="177800"/>
                  </a:lnTo>
                  <a:lnTo>
                    <a:pt x="284340" y="196850"/>
                  </a:lnTo>
                  <a:lnTo>
                    <a:pt x="427901" y="196850"/>
                  </a:lnTo>
                  <a:lnTo>
                    <a:pt x="427901" y="177800"/>
                  </a:lnTo>
                  <a:close/>
                </a:path>
                <a:path w="448945" h="200660">
                  <a:moveTo>
                    <a:pt x="448703" y="101473"/>
                  </a:moveTo>
                  <a:lnTo>
                    <a:pt x="261480" y="101473"/>
                  </a:lnTo>
                  <a:lnTo>
                    <a:pt x="261480" y="120446"/>
                  </a:lnTo>
                  <a:lnTo>
                    <a:pt x="345147" y="120446"/>
                  </a:lnTo>
                  <a:lnTo>
                    <a:pt x="345147" y="157251"/>
                  </a:lnTo>
                  <a:lnTo>
                    <a:pt x="368693" y="157251"/>
                  </a:lnTo>
                  <a:lnTo>
                    <a:pt x="368693" y="120446"/>
                  </a:lnTo>
                  <a:lnTo>
                    <a:pt x="448703" y="120446"/>
                  </a:lnTo>
                  <a:lnTo>
                    <a:pt x="448703" y="101473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04855" y="6196477"/>
              <a:ext cx="181958" cy="204131"/>
            </a:xfrm>
            <a:prstGeom prst="rect">
              <a:avLst/>
            </a:prstGeom>
          </p:spPr>
        </p:pic>
      </p:grpSp>
      <p:sp>
        <p:nvSpPr>
          <p:cNvPr id="78" name="object 78" descr=""/>
          <p:cNvSpPr/>
          <p:nvPr/>
        </p:nvSpPr>
        <p:spPr>
          <a:xfrm>
            <a:off x="11699342" y="1854161"/>
            <a:ext cx="2691765" cy="464184"/>
          </a:xfrm>
          <a:custGeom>
            <a:avLst/>
            <a:gdLst/>
            <a:ahLst/>
            <a:cxnLst/>
            <a:rect l="l" t="t" r="r" b="b"/>
            <a:pathLst>
              <a:path w="2691765" h="464185">
                <a:moveTo>
                  <a:pt x="341858" y="141973"/>
                </a:moveTo>
                <a:lnTo>
                  <a:pt x="338670" y="102565"/>
                </a:lnTo>
                <a:lnTo>
                  <a:pt x="319697" y="60083"/>
                </a:lnTo>
                <a:lnTo>
                  <a:pt x="269506" y="15773"/>
                </a:lnTo>
                <a:lnTo>
                  <a:pt x="221488" y="584"/>
                </a:lnTo>
                <a:lnTo>
                  <a:pt x="176936" y="0"/>
                </a:lnTo>
                <a:lnTo>
                  <a:pt x="152438" y="152"/>
                </a:lnTo>
                <a:lnTo>
                  <a:pt x="102666" y="10375"/>
                </a:lnTo>
                <a:lnTo>
                  <a:pt x="60744" y="29451"/>
                </a:lnTo>
                <a:lnTo>
                  <a:pt x="25400" y="64160"/>
                </a:lnTo>
                <a:lnTo>
                  <a:pt x="5080" y="113893"/>
                </a:lnTo>
                <a:lnTo>
                  <a:pt x="0" y="170370"/>
                </a:lnTo>
                <a:lnTo>
                  <a:pt x="0" y="299250"/>
                </a:lnTo>
                <a:lnTo>
                  <a:pt x="1409" y="341363"/>
                </a:lnTo>
                <a:lnTo>
                  <a:pt x="18008" y="392379"/>
                </a:lnTo>
                <a:lnTo>
                  <a:pt x="43967" y="425399"/>
                </a:lnTo>
                <a:lnTo>
                  <a:pt x="78676" y="449199"/>
                </a:lnTo>
                <a:lnTo>
                  <a:pt x="116586" y="460248"/>
                </a:lnTo>
                <a:lnTo>
                  <a:pt x="170383" y="464172"/>
                </a:lnTo>
                <a:lnTo>
                  <a:pt x="192963" y="464032"/>
                </a:lnTo>
                <a:lnTo>
                  <a:pt x="239458" y="455155"/>
                </a:lnTo>
                <a:lnTo>
                  <a:pt x="279171" y="438683"/>
                </a:lnTo>
                <a:lnTo>
                  <a:pt x="313321" y="408940"/>
                </a:lnTo>
                <a:lnTo>
                  <a:pt x="333971" y="366458"/>
                </a:lnTo>
                <a:lnTo>
                  <a:pt x="340766" y="319455"/>
                </a:lnTo>
                <a:lnTo>
                  <a:pt x="251752" y="319455"/>
                </a:lnTo>
                <a:lnTo>
                  <a:pt x="249212" y="341503"/>
                </a:lnTo>
                <a:lnTo>
                  <a:pt x="245808" y="354545"/>
                </a:lnTo>
                <a:lnTo>
                  <a:pt x="214617" y="383857"/>
                </a:lnTo>
                <a:lnTo>
                  <a:pt x="170383" y="390994"/>
                </a:lnTo>
                <a:lnTo>
                  <a:pt x="157187" y="390906"/>
                </a:lnTo>
                <a:lnTo>
                  <a:pt x="116522" y="379183"/>
                </a:lnTo>
                <a:lnTo>
                  <a:pt x="93764" y="346506"/>
                </a:lnTo>
                <a:lnTo>
                  <a:pt x="86360" y="301650"/>
                </a:lnTo>
                <a:lnTo>
                  <a:pt x="86283" y="187845"/>
                </a:lnTo>
                <a:lnTo>
                  <a:pt x="86639" y="152400"/>
                </a:lnTo>
                <a:lnTo>
                  <a:pt x="108953" y="101015"/>
                </a:lnTo>
                <a:lnTo>
                  <a:pt x="150380" y="75222"/>
                </a:lnTo>
                <a:lnTo>
                  <a:pt x="176936" y="74803"/>
                </a:lnTo>
                <a:lnTo>
                  <a:pt x="198056" y="75057"/>
                </a:lnTo>
                <a:lnTo>
                  <a:pt x="241515" y="99936"/>
                </a:lnTo>
                <a:lnTo>
                  <a:pt x="255028" y="141973"/>
                </a:lnTo>
                <a:lnTo>
                  <a:pt x="341858" y="141973"/>
                </a:lnTo>
                <a:close/>
              </a:path>
              <a:path w="2691765" h="464185">
                <a:moveTo>
                  <a:pt x="720839" y="175831"/>
                </a:moveTo>
                <a:lnTo>
                  <a:pt x="719201" y="133515"/>
                </a:lnTo>
                <a:lnTo>
                  <a:pt x="699782" y="80098"/>
                </a:lnTo>
                <a:lnTo>
                  <a:pt x="670877" y="44500"/>
                </a:lnTo>
                <a:lnTo>
                  <a:pt x="633209" y="18008"/>
                </a:lnTo>
                <a:lnTo>
                  <a:pt x="632371" y="17729"/>
                </a:lnTo>
                <a:lnTo>
                  <a:pt x="632371" y="187845"/>
                </a:lnTo>
                <a:lnTo>
                  <a:pt x="632256" y="289420"/>
                </a:lnTo>
                <a:lnTo>
                  <a:pt x="629335" y="334340"/>
                </a:lnTo>
                <a:lnTo>
                  <a:pt x="593305" y="379933"/>
                </a:lnTo>
                <a:lnTo>
                  <a:pt x="537895" y="390994"/>
                </a:lnTo>
                <a:lnTo>
                  <a:pt x="510692" y="390588"/>
                </a:lnTo>
                <a:lnTo>
                  <a:pt x="467182" y="364782"/>
                </a:lnTo>
                <a:lnTo>
                  <a:pt x="443268" y="313639"/>
                </a:lnTo>
                <a:lnTo>
                  <a:pt x="442887" y="187845"/>
                </a:lnTo>
                <a:lnTo>
                  <a:pt x="443268" y="152400"/>
                </a:lnTo>
                <a:lnTo>
                  <a:pt x="467461" y="101015"/>
                </a:lnTo>
                <a:lnTo>
                  <a:pt x="510997" y="75222"/>
                </a:lnTo>
                <a:lnTo>
                  <a:pt x="537895" y="74803"/>
                </a:lnTo>
                <a:lnTo>
                  <a:pt x="564489" y="75222"/>
                </a:lnTo>
                <a:lnTo>
                  <a:pt x="607796" y="101015"/>
                </a:lnTo>
                <a:lnTo>
                  <a:pt x="631990" y="152400"/>
                </a:lnTo>
                <a:lnTo>
                  <a:pt x="632371" y="187845"/>
                </a:lnTo>
                <a:lnTo>
                  <a:pt x="632371" y="17729"/>
                </a:lnTo>
                <a:lnTo>
                  <a:pt x="593039" y="4711"/>
                </a:lnTo>
                <a:lnTo>
                  <a:pt x="537895" y="0"/>
                </a:lnTo>
                <a:lnTo>
                  <a:pt x="513384" y="165"/>
                </a:lnTo>
                <a:lnTo>
                  <a:pt x="462813" y="11188"/>
                </a:lnTo>
                <a:lnTo>
                  <a:pt x="419735" y="31534"/>
                </a:lnTo>
                <a:lnTo>
                  <a:pt x="391541" y="57797"/>
                </a:lnTo>
                <a:lnTo>
                  <a:pt x="368884" y="99377"/>
                </a:lnTo>
                <a:lnTo>
                  <a:pt x="356260" y="150063"/>
                </a:lnTo>
                <a:lnTo>
                  <a:pt x="356057" y="175831"/>
                </a:lnTo>
                <a:lnTo>
                  <a:pt x="356057" y="289420"/>
                </a:lnTo>
                <a:lnTo>
                  <a:pt x="357657" y="331266"/>
                </a:lnTo>
                <a:lnTo>
                  <a:pt x="376682" y="384606"/>
                </a:lnTo>
                <a:lnTo>
                  <a:pt x="405472" y="419938"/>
                </a:lnTo>
                <a:lnTo>
                  <a:pt x="443026" y="446163"/>
                </a:lnTo>
                <a:lnTo>
                  <a:pt x="482879" y="459447"/>
                </a:lnTo>
                <a:lnTo>
                  <a:pt x="537895" y="464172"/>
                </a:lnTo>
                <a:lnTo>
                  <a:pt x="562419" y="463994"/>
                </a:lnTo>
                <a:lnTo>
                  <a:pt x="613257" y="452970"/>
                </a:lnTo>
                <a:lnTo>
                  <a:pt x="656615" y="432739"/>
                </a:lnTo>
                <a:lnTo>
                  <a:pt x="684809" y="406793"/>
                </a:lnTo>
                <a:lnTo>
                  <a:pt x="707732" y="365328"/>
                </a:lnTo>
                <a:lnTo>
                  <a:pt x="720636" y="314871"/>
                </a:lnTo>
                <a:lnTo>
                  <a:pt x="720839" y="289420"/>
                </a:lnTo>
                <a:lnTo>
                  <a:pt x="720839" y="175831"/>
                </a:lnTo>
                <a:close/>
              </a:path>
              <a:path w="2691765" h="464185">
                <a:moveTo>
                  <a:pt x="1073607" y="14198"/>
                </a:moveTo>
                <a:lnTo>
                  <a:pt x="988428" y="14198"/>
                </a:lnTo>
                <a:lnTo>
                  <a:pt x="988428" y="294881"/>
                </a:lnTo>
                <a:lnTo>
                  <a:pt x="830605" y="14198"/>
                </a:lnTo>
                <a:lnTo>
                  <a:pt x="748690" y="14198"/>
                </a:lnTo>
                <a:lnTo>
                  <a:pt x="748690" y="455434"/>
                </a:lnTo>
                <a:lnTo>
                  <a:pt x="836612" y="455434"/>
                </a:lnTo>
                <a:lnTo>
                  <a:pt x="836612" y="175285"/>
                </a:lnTo>
                <a:lnTo>
                  <a:pt x="993343" y="455434"/>
                </a:lnTo>
                <a:lnTo>
                  <a:pt x="1073607" y="455434"/>
                </a:lnTo>
                <a:lnTo>
                  <a:pt x="1073607" y="14198"/>
                </a:lnTo>
                <a:close/>
              </a:path>
              <a:path w="2691765" h="464185">
                <a:moveTo>
                  <a:pt x="1395260" y="14795"/>
                </a:moveTo>
                <a:lnTo>
                  <a:pt x="1086713" y="14795"/>
                </a:lnTo>
                <a:lnTo>
                  <a:pt x="1086713" y="88455"/>
                </a:lnTo>
                <a:lnTo>
                  <a:pt x="1197025" y="88455"/>
                </a:lnTo>
                <a:lnTo>
                  <a:pt x="1197025" y="455485"/>
                </a:lnTo>
                <a:lnTo>
                  <a:pt x="1284947" y="455485"/>
                </a:lnTo>
                <a:lnTo>
                  <a:pt x="1284947" y="88455"/>
                </a:lnTo>
                <a:lnTo>
                  <a:pt x="1395260" y="88455"/>
                </a:lnTo>
                <a:lnTo>
                  <a:pt x="1395260" y="14795"/>
                </a:lnTo>
                <a:close/>
              </a:path>
              <a:path w="2691765" h="464185">
                <a:moveTo>
                  <a:pt x="1692871" y="380555"/>
                </a:moveTo>
                <a:lnTo>
                  <a:pt x="1495196" y="380555"/>
                </a:lnTo>
                <a:lnTo>
                  <a:pt x="1495196" y="271335"/>
                </a:lnTo>
                <a:lnTo>
                  <a:pt x="1664474" y="271335"/>
                </a:lnTo>
                <a:lnTo>
                  <a:pt x="1664474" y="196405"/>
                </a:lnTo>
                <a:lnTo>
                  <a:pt x="1495196" y="196405"/>
                </a:lnTo>
                <a:lnTo>
                  <a:pt x="1495196" y="88455"/>
                </a:lnTo>
                <a:lnTo>
                  <a:pt x="1686864" y="88455"/>
                </a:lnTo>
                <a:lnTo>
                  <a:pt x="1686864" y="14795"/>
                </a:lnTo>
                <a:lnTo>
                  <a:pt x="1407274" y="14795"/>
                </a:lnTo>
                <a:lnTo>
                  <a:pt x="1407274" y="88455"/>
                </a:lnTo>
                <a:lnTo>
                  <a:pt x="1407274" y="196405"/>
                </a:lnTo>
                <a:lnTo>
                  <a:pt x="1407274" y="271335"/>
                </a:lnTo>
                <a:lnTo>
                  <a:pt x="1407274" y="380555"/>
                </a:lnTo>
                <a:lnTo>
                  <a:pt x="1407274" y="455485"/>
                </a:lnTo>
                <a:lnTo>
                  <a:pt x="1692871" y="455485"/>
                </a:lnTo>
                <a:lnTo>
                  <a:pt x="1692871" y="380555"/>
                </a:lnTo>
                <a:close/>
              </a:path>
              <a:path w="2691765" h="464185">
                <a:moveTo>
                  <a:pt x="2038553" y="14198"/>
                </a:moveTo>
                <a:lnTo>
                  <a:pt x="1953361" y="14198"/>
                </a:lnTo>
                <a:lnTo>
                  <a:pt x="1953361" y="294881"/>
                </a:lnTo>
                <a:lnTo>
                  <a:pt x="1795538" y="14198"/>
                </a:lnTo>
                <a:lnTo>
                  <a:pt x="1713623" y="14198"/>
                </a:lnTo>
                <a:lnTo>
                  <a:pt x="1713623" y="455434"/>
                </a:lnTo>
                <a:lnTo>
                  <a:pt x="1801545" y="455434"/>
                </a:lnTo>
                <a:lnTo>
                  <a:pt x="1801545" y="175285"/>
                </a:lnTo>
                <a:lnTo>
                  <a:pt x="1958276" y="455434"/>
                </a:lnTo>
                <a:lnTo>
                  <a:pt x="2038553" y="455434"/>
                </a:lnTo>
                <a:lnTo>
                  <a:pt x="2038553" y="14198"/>
                </a:lnTo>
                <a:close/>
              </a:path>
              <a:path w="2691765" h="464185">
                <a:moveTo>
                  <a:pt x="2360193" y="14795"/>
                </a:moveTo>
                <a:lnTo>
                  <a:pt x="2051659" y="14795"/>
                </a:lnTo>
                <a:lnTo>
                  <a:pt x="2051659" y="88455"/>
                </a:lnTo>
                <a:lnTo>
                  <a:pt x="2161959" y="88455"/>
                </a:lnTo>
                <a:lnTo>
                  <a:pt x="2161959" y="455485"/>
                </a:lnTo>
                <a:lnTo>
                  <a:pt x="2249881" y="455485"/>
                </a:lnTo>
                <a:lnTo>
                  <a:pt x="2249881" y="88455"/>
                </a:lnTo>
                <a:lnTo>
                  <a:pt x="2360193" y="88455"/>
                </a:lnTo>
                <a:lnTo>
                  <a:pt x="2360193" y="14795"/>
                </a:lnTo>
                <a:close/>
              </a:path>
              <a:path w="2691765" h="464185">
                <a:moveTo>
                  <a:pt x="2691676" y="328193"/>
                </a:moveTo>
                <a:lnTo>
                  <a:pt x="2687523" y="290296"/>
                </a:lnTo>
                <a:lnTo>
                  <a:pt x="2664790" y="250418"/>
                </a:lnTo>
                <a:lnTo>
                  <a:pt x="2627084" y="221043"/>
                </a:lnTo>
                <a:lnTo>
                  <a:pt x="2587815" y="203377"/>
                </a:lnTo>
                <a:lnTo>
                  <a:pt x="2519235" y="183578"/>
                </a:lnTo>
                <a:lnTo>
                  <a:pt x="2512174" y="181495"/>
                </a:lnTo>
                <a:lnTo>
                  <a:pt x="2474544" y="163372"/>
                </a:lnTo>
                <a:lnTo>
                  <a:pt x="2454859" y="114033"/>
                </a:lnTo>
                <a:lnTo>
                  <a:pt x="2456446" y="103644"/>
                </a:lnTo>
                <a:lnTo>
                  <a:pt x="2490914" y="76479"/>
                </a:lnTo>
                <a:lnTo>
                  <a:pt x="2521293" y="74803"/>
                </a:lnTo>
                <a:lnTo>
                  <a:pt x="2541168" y="75018"/>
                </a:lnTo>
                <a:lnTo>
                  <a:pt x="2585770" y="95973"/>
                </a:lnTo>
                <a:lnTo>
                  <a:pt x="2595562" y="132143"/>
                </a:lnTo>
                <a:lnTo>
                  <a:pt x="2682938" y="132143"/>
                </a:lnTo>
                <a:lnTo>
                  <a:pt x="2677134" y="92214"/>
                </a:lnTo>
                <a:lnTo>
                  <a:pt x="2658287" y="53886"/>
                </a:lnTo>
                <a:lnTo>
                  <a:pt x="2626677" y="25679"/>
                </a:lnTo>
                <a:lnTo>
                  <a:pt x="2589009" y="9283"/>
                </a:lnTo>
                <a:lnTo>
                  <a:pt x="2544076" y="139"/>
                </a:lnTo>
                <a:lnTo>
                  <a:pt x="2521839" y="0"/>
                </a:lnTo>
                <a:lnTo>
                  <a:pt x="2502128" y="127"/>
                </a:lnTo>
                <a:lnTo>
                  <a:pt x="2460129" y="8737"/>
                </a:lnTo>
                <a:lnTo>
                  <a:pt x="2423541" y="24358"/>
                </a:lnTo>
                <a:lnTo>
                  <a:pt x="2391867" y="51841"/>
                </a:lnTo>
                <a:lnTo>
                  <a:pt x="2372245" y="90932"/>
                </a:lnTo>
                <a:lnTo>
                  <a:pt x="2367292" y="133781"/>
                </a:lnTo>
                <a:lnTo>
                  <a:pt x="2367496" y="151472"/>
                </a:lnTo>
                <a:lnTo>
                  <a:pt x="2387854" y="196786"/>
                </a:lnTo>
                <a:lnTo>
                  <a:pt x="2424366" y="227431"/>
                </a:lnTo>
                <a:lnTo>
                  <a:pt x="2470988" y="247053"/>
                </a:lnTo>
                <a:lnTo>
                  <a:pt x="2503817" y="256654"/>
                </a:lnTo>
                <a:lnTo>
                  <a:pt x="2552128" y="271399"/>
                </a:lnTo>
                <a:lnTo>
                  <a:pt x="2586139" y="289280"/>
                </a:lnTo>
                <a:lnTo>
                  <a:pt x="2603754" y="327647"/>
                </a:lnTo>
                <a:lnTo>
                  <a:pt x="2604376" y="348691"/>
                </a:lnTo>
                <a:lnTo>
                  <a:pt x="2602585" y="360857"/>
                </a:lnTo>
                <a:lnTo>
                  <a:pt x="2572004" y="384797"/>
                </a:lnTo>
                <a:lnTo>
                  <a:pt x="2546934" y="390004"/>
                </a:lnTo>
                <a:lnTo>
                  <a:pt x="2522931" y="389902"/>
                </a:lnTo>
                <a:lnTo>
                  <a:pt x="2478125" y="380949"/>
                </a:lnTo>
                <a:lnTo>
                  <a:pt x="2445283" y="347268"/>
                </a:lnTo>
                <a:lnTo>
                  <a:pt x="2441562" y="311810"/>
                </a:lnTo>
                <a:lnTo>
                  <a:pt x="2355278" y="311810"/>
                </a:lnTo>
                <a:lnTo>
                  <a:pt x="2362073" y="361835"/>
                </a:lnTo>
                <a:lnTo>
                  <a:pt x="2382647" y="405638"/>
                </a:lnTo>
                <a:lnTo>
                  <a:pt x="2415997" y="436270"/>
                </a:lnTo>
                <a:lnTo>
                  <a:pt x="2454389" y="453250"/>
                </a:lnTo>
                <a:lnTo>
                  <a:pt x="2499131" y="462851"/>
                </a:lnTo>
                <a:lnTo>
                  <a:pt x="2541435" y="464146"/>
                </a:lnTo>
                <a:lnTo>
                  <a:pt x="2555214" y="463727"/>
                </a:lnTo>
                <a:lnTo>
                  <a:pt x="2605189" y="453694"/>
                </a:lnTo>
                <a:lnTo>
                  <a:pt x="2641435" y="434949"/>
                </a:lnTo>
                <a:lnTo>
                  <a:pt x="2670187" y="407924"/>
                </a:lnTo>
                <a:lnTo>
                  <a:pt x="2689999" y="364477"/>
                </a:lnTo>
                <a:lnTo>
                  <a:pt x="2691460" y="350393"/>
                </a:lnTo>
                <a:lnTo>
                  <a:pt x="2691676" y="32819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13789837" y="5391854"/>
            <a:ext cx="4498340" cy="4895215"/>
            <a:chOff x="13789837" y="5391854"/>
            <a:chExt cx="4498340" cy="4895215"/>
          </a:xfrm>
        </p:grpSpPr>
        <p:pic>
          <p:nvPicPr>
            <p:cNvPr id="80" name="object 8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48424" y="8124579"/>
              <a:ext cx="1421860" cy="1421860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2413" y="8348567"/>
              <a:ext cx="710930" cy="710930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789837" y="5391854"/>
              <a:ext cx="4498162" cy="489514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5344804" y="6444447"/>
              <a:ext cx="2943195" cy="3109935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8260450" y="7287049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3062" y="0"/>
                </a:moveTo>
                <a:lnTo>
                  <a:pt x="50731" y="6527"/>
                </a:lnTo>
                <a:lnTo>
                  <a:pt x="24328" y="24329"/>
                </a:lnTo>
                <a:lnTo>
                  <a:pt x="6527" y="50731"/>
                </a:lnTo>
                <a:lnTo>
                  <a:pt x="0" y="83063"/>
                </a:lnTo>
                <a:lnTo>
                  <a:pt x="6527" y="115389"/>
                </a:lnTo>
                <a:lnTo>
                  <a:pt x="24328" y="141792"/>
                </a:lnTo>
                <a:lnTo>
                  <a:pt x="50731" y="159596"/>
                </a:lnTo>
                <a:lnTo>
                  <a:pt x="83062" y="166125"/>
                </a:lnTo>
                <a:lnTo>
                  <a:pt x="115393" y="159596"/>
                </a:lnTo>
                <a:lnTo>
                  <a:pt x="141796" y="141792"/>
                </a:lnTo>
                <a:lnTo>
                  <a:pt x="159597" y="115389"/>
                </a:lnTo>
                <a:lnTo>
                  <a:pt x="163280" y="97150"/>
                </a:lnTo>
                <a:lnTo>
                  <a:pt x="134410" y="97150"/>
                </a:lnTo>
                <a:lnTo>
                  <a:pt x="134410" y="68963"/>
                </a:lnTo>
                <a:lnTo>
                  <a:pt x="163278" y="68963"/>
                </a:lnTo>
                <a:lnTo>
                  <a:pt x="159597" y="50731"/>
                </a:lnTo>
                <a:lnTo>
                  <a:pt x="141796" y="24329"/>
                </a:lnTo>
                <a:lnTo>
                  <a:pt x="115394" y="6527"/>
                </a:lnTo>
                <a:lnTo>
                  <a:pt x="83062" y="0"/>
                </a:lnTo>
                <a:close/>
              </a:path>
              <a:path w="886459" h="166370">
                <a:moveTo>
                  <a:pt x="163278" y="68963"/>
                </a:moveTo>
                <a:lnTo>
                  <a:pt x="134410" y="68963"/>
                </a:lnTo>
                <a:lnTo>
                  <a:pt x="134410" y="97150"/>
                </a:lnTo>
                <a:lnTo>
                  <a:pt x="163280" y="97150"/>
                </a:lnTo>
                <a:lnTo>
                  <a:pt x="166125" y="83063"/>
                </a:lnTo>
                <a:lnTo>
                  <a:pt x="163278" y="68963"/>
                </a:lnTo>
                <a:close/>
              </a:path>
              <a:path w="886459" h="166370">
                <a:moveTo>
                  <a:pt x="488807" y="68963"/>
                </a:moveTo>
                <a:lnTo>
                  <a:pt x="163278" y="68963"/>
                </a:lnTo>
                <a:lnTo>
                  <a:pt x="166125" y="83063"/>
                </a:lnTo>
                <a:lnTo>
                  <a:pt x="163280" y="97150"/>
                </a:lnTo>
                <a:lnTo>
                  <a:pt x="488807" y="97150"/>
                </a:lnTo>
                <a:lnTo>
                  <a:pt x="488807" y="68963"/>
                </a:lnTo>
                <a:close/>
              </a:path>
              <a:path w="886459" h="166370">
                <a:moveTo>
                  <a:pt x="885833" y="68963"/>
                </a:moveTo>
                <a:lnTo>
                  <a:pt x="488812" y="68963"/>
                </a:lnTo>
                <a:lnTo>
                  <a:pt x="488812" y="97150"/>
                </a:lnTo>
                <a:lnTo>
                  <a:pt x="885833" y="97150"/>
                </a:lnTo>
                <a:lnTo>
                  <a:pt x="885833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2499240" y="7078934"/>
            <a:ext cx="5499735" cy="803910"/>
            <a:chOff x="2499240" y="7078934"/>
            <a:chExt cx="5499735" cy="803910"/>
          </a:xfrm>
        </p:grpSpPr>
        <p:sp>
          <p:nvSpPr>
            <p:cNvPr id="86" name="object 86" descr=""/>
            <p:cNvSpPr/>
            <p:nvPr/>
          </p:nvSpPr>
          <p:spPr>
            <a:xfrm>
              <a:off x="2499240" y="7078934"/>
              <a:ext cx="5499735" cy="803910"/>
            </a:xfrm>
            <a:custGeom>
              <a:avLst/>
              <a:gdLst/>
              <a:ahLst/>
              <a:cxnLst/>
              <a:rect l="l" t="t" r="r" b="b"/>
              <a:pathLst>
                <a:path w="5499734" h="803909">
                  <a:moveTo>
                    <a:pt x="401917" y="803835"/>
                  </a:moveTo>
                  <a:lnTo>
                    <a:pt x="5097419" y="803835"/>
                  </a:lnTo>
                  <a:lnTo>
                    <a:pt x="5150248" y="800349"/>
                  </a:lnTo>
                  <a:lnTo>
                    <a:pt x="5201726" y="790065"/>
                  </a:lnTo>
                  <a:lnTo>
                    <a:pt x="5251226" y="773241"/>
                  </a:lnTo>
                  <a:lnTo>
                    <a:pt x="5298124" y="750135"/>
                  </a:lnTo>
                  <a:lnTo>
                    <a:pt x="5341797" y="721008"/>
                  </a:lnTo>
                  <a:lnTo>
                    <a:pt x="5381617" y="686116"/>
                  </a:lnTo>
                  <a:lnTo>
                    <a:pt x="5416509" y="646295"/>
                  </a:lnTo>
                  <a:lnTo>
                    <a:pt x="5445637" y="602623"/>
                  </a:lnTo>
                  <a:lnTo>
                    <a:pt x="5468742" y="555725"/>
                  </a:lnTo>
                  <a:lnTo>
                    <a:pt x="5485567" y="506224"/>
                  </a:lnTo>
                  <a:lnTo>
                    <a:pt x="5495851" y="454747"/>
                  </a:lnTo>
                  <a:lnTo>
                    <a:pt x="5499336" y="401917"/>
                  </a:lnTo>
                  <a:lnTo>
                    <a:pt x="5495851" y="349088"/>
                  </a:lnTo>
                  <a:lnTo>
                    <a:pt x="5485567" y="297610"/>
                  </a:lnTo>
                  <a:lnTo>
                    <a:pt x="5468742" y="248110"/>
                  </a:lnTo>
                  <a:lnTo>
                    <a:pt x="5445637" y="201211"/>
                  </a:lnTo>
                  <a:lnTo>
                    <a:pt x="5416509" y="157539"/>
                  </a:lnTo>
                  <a:lnTo>
                    <a:pt x="5381617" y="117718"/>
                  </a:lnTo>
                  <a:lnTo>
                    <a:pt x="5341797" y="82827"/>
                  </a:lnTo>
                  <a:lnTo>
                    <a:pt x="5298124" y="53699"/>
                  </a:lnTo>
                  <a:lnTo>
                    <a:pt x="5251226" y="30594"/>
                  </a:lnTo>
                  <a:lnTo>
                    <a:pt x="5201726" y="13769"/>
                  </a:lnTo>
                  <a:lnTo>
                    <a:pt x="5150248" y="3485"/>
                  </a:lnTo>
                  <a:lnTo>
                    <a:pt x="5097419" y="0"/>
                  </a:lnTo>
                  <a:lnTo>
                    <a:pt x="401917" y="0"/>
                  </a:lnTo>
                  <a:lnTo>
                    <a:pt x="349088" y="3485"/>
                  </a:lnTo>
                  <a:lnTo>
                    <a:pt x="297610" y="13769"/>
                  </a:lnTo>
                  <a:lnTo>
                    <a:pt x="248110" y="30594"/>
                  </a:lnTo>
                  <a:lnTo>
                    <a:pt x="201211" y="53699"/>
                  </a:lnTo>
                  <a:lnTo>
                    <a:pt x="157539" y="82827"/>
                  </a:lnTo>
                  <a:lnTo>
                    <a:pt x="117718" y="117718"/>
                  </a:lnTo>
                  <a:lnTo>
                    <a:pt x="82827" y="157539"/>
                  </a:lnTo>
                  <a:lnTo>
                    <a:pt x="53699" y="201211"/>
                  </a:lnTo>
                  <a:lnTo>
                    <a:pt x="30594" y="248110"/>
                  </a:lnTo>
                  <a:lnTo>
                    <a:pt x="13769" y="297610"/>
                  </a:lnTo>
                  <a:lnTo>
                    <a:pt x="3485" y="349088"/>
                  </a:lnTo>
                  <a:lnTo>
                    <a:pt x="0" y="401917"/>
                  </a:lnTo>
                  <a:lnTo>
                    <a:pt x="3485" y="454747"/>
                  </a:lnTo>
                  <a:lnTo>
                    <a:pt x="13769" y="506224"/>
                  </a:lnTo>
                  <a:lnTo>
                    <a:pt x="30594" y="555725"/>
                  </a:lnTo>
                  <a:lnTo>
                    <a:pt x="53699" y="602623"/>
                  </a:lnTo>
                  <a:lnTo>
                    <a:pt x="82827" y="646295"/>
                  </a:lnTo>
                  <a:lnTo>
                    <a:pt x="117718" y="686116"/>
                  </a:lnTo>
                  <a:lnTo>
                    <a:pt x="157539" y="721008"/>
                  </a:lnTo>
                  <a:lnTo>
                    <a:pt x="201211" y="750135"/>
                  </a:lnTo>
                  <a:lnTo>
                    <a:pt x="248110" y="773241"/>
                  </a:lnTo>
                  <a:lnTo>
                    <a:pt x="297610" y="790065"/>
                  </a:lnTo>
                  <a:lnTo>
                    <a:pt x="349088" y="800349"/>
                  </a:lnTo>
                  <a:lnTo>
                    <a:pt x="401917" y="803835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54058" y="7373937"/>
              <a:ext cx="130982" cy="17441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4817500" y="7365022"/>
              <a:ext cx="33655" cy="180975"/>
            </a:xfrm>
            <a:custGeom>
              <a:avLst/>
              <a:gdLst/>
              <a:ahLst/>
              <a:cxnLst/>
              <a:rect l="l" t="t" r="r" b="b"/>
              <a:pathLst>
                <a:path w="33654" h="180975">
                  <a:moveTo>
                    <a:pt x="29716" y="180357"/>
                  </a:moveTo>
                  <a:lnTo>
                    <a:pt x="3657" y="180357"/>
                  </a:lnTo>
                  <a:lnTo>
                    <a:pt x="3657" y="54633"/>
                  </a:lnTo>
                  <a:lnTo>
                    <a:pt x="29716" y="54633"/>
                  </a:lnTo>
                  <a:lnTo>
                    <a:pt x="29716" y="180357"/>
                  </a:lnTo>
                  <a:close/>
                </a:path>
                <a:path w="33654" h="180975">
                  <a:moveTo>
                    <a:pt x="26287" y="31088"/>
                  </a:moveTo>
                  <a:lnTo>
                    <a:pt x="7086" y="31088"/>
                  </a:lnTo>
                  <a:lnTo>
                    <a:pt x="0" y="24687"/>
                  </a:lnTo>
                  <a:lnTo>
                    <a:pt x="0" y="6171"/>
                  </a:lnTo>
                  <a:lnTo>
                    <a:pt x="7086" y="0"/>
                  </a:lnTo>
                  <a:lnTo>
                    <a:pt x="26287" y="0"/>
                  </a:lnTo>
                  <a:lnTo>
                    <a:pt x="33602" y="6171"/>
                  </a:lnTo>
                  <a:lnTo>
                    <a:pt x="33602" y="24687"/>
                  </a:lnTo>
                  <a:lnTo>
                    <a:pt x="26287" y="31088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72590" y="7384910"/>
              <a:ext cx="81149" cy="163442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977285" y="7363194"/>
              <a:ext cx="104465" cy="182186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117639" y="7419656"/>
              <a:ext cx="103780" cy="128696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260966" y="7363194"/>
              <a:ext cx="112695" cy="185158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447576" y="7368223"/>
              <a:ext cx="186758" cy="194987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657880" y="7369137"/>
              <a:ext cx="186987" cy="168242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4261228" y="3768777"/>
            <a:ext cx="399415" cy="207645"/>
            <a:chOff x="4261228" y="3768777"/>
            <a:chExt cx="399415" cy="207645"/>
          </a:xfrm>
        </p:grpSpPr>
        <p:pic>
          <p:nvPicPr>
            <p:cNvPr id="96" name="object 9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61228" y="3768777"/>
              <a:ext cx="171671" cy="207102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473360" y="3782264"/>
              <a:ext cx="186987" cy="166642"/>
            </a:xfrm>
            <a:prstGeom prst="rect">
              <a:avLst/>
            </a:prstGeom>
          </p:spPr>
        </p:pic>
      </p:grpSp>
      <p:pic>
        <p:nvPicPr>
          <p:cNvPr id="98" name="object 98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945133" y="3775635"/>
            <a:ext cx="186529" cy="200016"/>
          </a:xfrm>
          <a:prstGeom prst="rect">
            <a:avLst/>
          </a:prstGeom>
        </p:spPr>
      </p:pic>
      <p:pic>
        <p:nvPicPr>
          <p:cNvPr id="99" name="object 99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692350" y="3768777"/>
            <a:ext cx="165956" cy="204131"/>
          </a:xfrm>
          <a:prstGeom prst="rect">
            <a:avLst/>
          </a:prstGeom>
        </p:spPr>
      </p:pic>
      <p:pic>
        <p:nvPicPr>
          <p:cNvPr id="100" name="object 100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154293" y="3768777"/>
            <a:ext cx="176929" cy="206645"/>
          </a:xfrm>
          <a:prstGeom prst="rect">
            <a:avLst/>
          </a:prstGeom>
        </p:spPr>
      </p:pic>
      <p:pic>
        <p:nvPicPr>
          <p:cNvPr id="101" name="object 10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15086" y="3768777"/>
            <a:ext cx="171671" cy="207102"/>
          </a:xfrm>
          <a:prstGeom prst="rect">
            <a:avLst/>
          </a:prstGeom>
        </p:spPr>
      </p:pic>
      <p:grpSp>
        <p:nvGrpSpPr>
          <p:cNvPr id="102" name="object 102" descr=""/>
          <p:cNvGrpSpPr/>
          <p:nvPr/>
        </p:nvGrpSpPr>
        <p:grpSpPr>
          <a:xfrm>
            <a:off x="5634305" y="3768549"/>
            <a:ext cx="600710" cy="207645"/>
            <a:chOff x="5634305" y="3768549"/>
            <a:chExt cx="600710" cy="207645"/>
          </a:xfrm>
        </p:grpSpPr>
        <p:pic>
          <p:nvPicPr>
            <p:cNvPr id="103" name="object 103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634305" y="3769006"/>
              <a:ext cx="184015" cy="206417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848723" y="3768549"/>
              <a:ext cx="159098" cy="207331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047825" y="3781121"/>
              <a:ext cx="186987" cy="168928"/>
            </a:xfrm>
            <a:prstGeom prst="rect">
              <a:avLst/>
            </a:prstGeom>
          </p:spPr>
        </p:pic>
      </p:grpSp>
      <p:sp>
        <p:nvSpPr>
          <p:cNvPr id="106" name="object 106" descr=""/>
          <p:cNvSpPr/>
          <p:nvPr/>
        </p:nvSpPr>
        <p:spPr>
          <a:xfrm>
            <a:off x="10304804" y="7643524"/>
            <a:ext cx="5499735" cy="803910"/>
          </a:xfrm>
          <a:custGeom>
            <a:avLst/>
            <a:gdLst/>
            <a:ahLst/>
            <a:cxnLst/>
            <a:rect l="l" t="t" r="r" b="b"/>
            <a:pathLst>
              <a:path w="5499734" h="803909">
                <a:moveTo>
                  <a:pt x="401917" y="803835"/>
                </a:moveTo>
                <a:lnTo>
                  <a:pt x="5097419" y="803835"/>
                </a:lnTo>
                <a:lnTo>
                  <a:pt x="5150248" y="800349"/>
                </a:lnTo>
                <a:lnTo>
                  <a:pt x="5201726" y="790065"/>
                </a:lnTo>
                <a:lnTo>
                  <a:pt x="5251226" y="773241"/>
                </a:lnTo>
                <a:lnTo>
                  <a:pt x="5298124" y="750135"/>
                </a:lnTo>
                <a:lnTo>
                  <a:pt x="5341797" y="721008"/>
                </a:lnTo>
                <a:lnTo>
                  <a:pt x="5381617" y="686116"/>
                </a:lnTo>
                <a:lnTo>
                  <a:pt x="5416509" y="646295"/>
                </a:lnTo>
                <a:lnTo>
                  <a:pt x="5445637" y="602623"/>
                </a:lnTo>
                <a:lnTo>
                  <a:pt x="5468742" y="555725"/>
                </a:lnTo>
                <a:lnTo>
                  <a:pt x="5485567" y="506224"/>
                </a:lnTo>
                <a:lnTo>
                  <a:pt x="5495851" y="454747"/>
                </a:lnTo>
                <a:lnTo>
                  <a:pt x="5499336" y="401917"/>
                </a:lnTo>
                <a:lnTo>
                  <a:pt x="5495851" y="349088"/>
                </a:lnTo>
                <a:lnTo>
                  <a:pt x="5485567" y="297610"/>
                </a:lnTo>
                <a:lnTo>
                  <a:pt x="5468742" y="248110"/>
                </a:lnTo>
                <a:lnTo>
                  <a:pt x="5445637" y="201211"/>
                </a:lnTo>
                <a:lnTo>
                  <a:pt x="5416509" y="157539"/>
                </a:lnTo>
                <a:lnTo>
                  <a:pt x="5381617" y="117718"/>
                </a:lnTo>
                <a:lnTo>
                  <a:pt x="5341797" y="82827"/>
                </a:lnTo>
                <a:lnTo>
                  <a:pt x="5298124" y="53699"/>
                </a:lnTo>
                <a:lnTo>
                  <a:pt x="5251226" y="30594"/>
                </a:lnTo>
                <a:lnTo>
                  <a:pt x="5201726" y="13769"/>
                </a:lnTo>
                <a:lnTo>
                  <a:pt x="5150248" y="3485"/>
                </a:lnTo>
                <a:lnTo>
                  <a:pt x="5097419" y="0"/>
                </a:lnTo>
                <a:lnTo>
                  <a:pt x="401917" y="0"/>
                </a:lnTo>
                <a:lnTo>
                  <a:pt x="349088" y="3485"/>
                </a:lnTo>
                <a:lnTo>
                  <a:pt x="297610" y="13769"/>
                </a:lnTo>
                <a:lnTo>
                  <a:pt x="248110" y="30594"/>
                </a:lnTo>
                <a:lnTo>
                  <a:pt x="201211" y="53699"/>
                </a:lnTo>
                <a:lnTo>
                  <a:pt x="157539" y="82827"/>
                </a:lnTo>
                <a:lnTo>
                  <a:pt x="117718" y="117718"/>
                </a:lnTo>
                <a:lnTo>
                  <a:pt x="82827" y="157539"/>
                </a:lnTo>
                <a:lnTo>
                  <a:pt x="53699" y="201211"/>
                </a:lnTo>
                <a:lnTo>
                  <a:pt x="30594" y="248110"/>
                </a:lnTo>
                <a:lnTo>
                  <a:pt x="13769" y="297610"/>
                </a:lnTo>
                <a:lnTo>
                  <a:pt x="3485" y="349088"/>
                </a:lnTo>
                <a:lnTo>
                  <a:pt x="0" y="401917"/>
                </a:lnTo>
                <a:lnTo>
                  <a:pt x="3485" y="454747"/>
                </a:lnTo>
                <a:lnTo>
                  <a:pt x="13769" y="506224"/>
                </a:lnTo>
                <a:lnTo>
                  <a:pt x="30594" y="555725"/>
                </a:lnTo>
                <a:lnTo>
                  <a:pt x="53699" y="602623"/>
                </a:lnTo>
                <a:lnTo>
                  <a:pt x="82827" y="646295"/>
                </a:lnTo>
                <a:lnTo>
                  <a:pt x="117718" y="686116"/>
                </a:lnTo>
                <a:lnTo>
                  <a:pt x="157539" y="721008"/>
                </a:lnTo>
                <a:lnTo>
                  <a:pt x="201211" y="750135"/>
                </a:lnTo>
                <a:lnTo>
                  <a:pt x="248110" y="773241"/>
                </a:lnTo>
                <a:lnTo>
                  <a:pt x="297610" y="790065"/>
                </a:lnTo>
                <a:lnTo>
                  <a:pt x="349088" y="800349"/>
                </a:lnTo>
                <a:lnTo>
                  <a:pt x="401917" y="803835"/>
                </a:lnTo>
                <a:close/>
              </a:path>
            </a:pathLst>
          </a:custGeom>
          <a:solidFill>
            <a:srgbClr val="E1ED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9141715" y="7980983"/>
            <a:ext cx="886460" cy="166370"/>
          </a:xfrm>
          <a:custGeom>
            <a:avLst/>
            <a:gdLst/>
            <a:ahLst/>
            <a:cxnLst/>
            <a:rect l="l" t="t" r="r" b="b"/>
            <a:pathLst>
              <a:path w="886459" h="166370">
                <a:moveTo>
                  <a:pt x="802770" y="0"/>
                </a:moveTo>
                <a:lnTo>
                  <a:pt x="835102" y="6527"/>
                </a:lnTo>
                <a:lnTo>
                  <a:pt x="861504" y="24329"/>
                </a:lnTo>
                <a:lnTo>
                  <a:pt x="879306" y="50731"/>
                </a:lnTo>
                <a:lnTo>
                  <a:pt x="885833" y="83063"/>
                </a:lnTo>
                <a:lnTo>
                  <a:pt x="879306" y="115389"/>
                </a:lnTo>
                <a:lnTo>
                  <a:pt x="861504" y="141792"/>
                </a:lnTo>
                <a:lnTo>
                  <a:pt x="835102" y="159596"/>
                </a:lnTo>
                <a:lnTo>
                  <a:pt x="802770" y="166125"/>
                </a:lnTo>
                <a:lnTo>
                  <a:pt x="770439" y="159596"/>
                </a:lnTo>
                <a:lnTo>
                  <a:pt x="744037" y="141792"/>
                </a:lnTo>
                <a:lnTo>
                  <a:pt x="726235" y="115389"/>
                </a:lnTo>
                <a:lnTo>
                  <a:pt x="722552" y="97150"/>
                </a:lnTo>
                <a:lnTo>
                  <a:pt x="751422" y="97150"/>
                </a:lnTo>
                <a:lnTo>
                  <a:pt x="751422" y="68963"/>
                </a:lnTo>
                <a:lnTo>
                  <a:pt x="722554" y="68963"/>
                </a:lnTo>
                <a:lnTo>
                  <a:pt x="726235" y="50731"/>
                </a:lnTo>
                <a:lnTo>
                  <a:pt x="744037" y="24329"/>
                </a:lnTo>
                <a:lnTo>
                  <a:pt x="770439" y="6527"/>
                </a:lnTo>
                <a:lnTo>
                  <a:pt x="802770" y="0"/>
                </a:lnTo>
                <a:close/>
              </a:path>
              <a:path w="886459" h="166370">
                <a:moveTo>
                  <a:pt x="722554" y="68963"/>
                </a:moveTo>
                <a:lnTo>
                  <a:pt x="751422" y="68963"/>
                </a:lnTo>
                <a:lnTo>
                  <a:pt x="751422" y="97150"/>
                </a:lnTo>
                <a:lnTo>
                  <a:pt x="722552" y="97150"/>
                </a:lnTo>
                <a:lnTo>
                  <a:pt x="719708" y="83063"/>
                </a:lnTo>
                <a:lnTo>
                  <a:pt x="722554" y="68963"/>
                </a:lnTo>
                <a:close/>
              </a:path>
              <a:path w="886459" h="166370">
                <a:moveTo>
                  <a:pt x="397026" y="68963"/>
                </a:moveTo>
                <a:lnTo>
                  <a:pt x="722554" y="68963"/>
                </a:lnTo>
                <a:lnTo>
                  <a:pt x="719708" y="83063"/>
                </a:lnTo>
                <a:lnTo>
                  <a:pt x="722552" y="97150"/>
                </a:lnTo>
                <a:lnTo>
                  <a:pt x="397026" y="97150"/>
                </a:lnTo>
                <a:lnTo>
                  <a:pt x="397026" y="68963"/>
                </a:lnTo>
                <a:close/>
              </a:path>
              <a:path w="886459" h="166370">
                <a:moveTo>
                  <a:pt x="0" y="68963"/>
                </a:moveTo>
                <a:lnTo>
                  <a:pt x="397020" y="68963"/>
                </a:lnTo>
                <a:lnTo>
                  <a:pt x="397020" y="97150"/>
                </a:lnTo>
                <a:lnTo>
                  <a:pt x="0" y="97150"/>
                </a:lnTo>
                <a:lnTo>
                  <a:pt x="0" y="68963"/>
                </a:lnTo>
                <a:close/>
              </a:path>
            </a:pathLst>
          </a:custGeom>
          <a:solidFill>
            <a:srgbClr val="C8D5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12619194" y="7920240"/>
            <a:ext cx="398145" cy="205104"/>
            <a:chOff x="12619194" y="7920240"/>
            <a:chExt cx="398145" cy="205104"/>
          </a:xfrm>
        </p:grpSpPr>
        <p:pic>
          <p:nvPicPr>
            <p:cNvPr id="109" name="object 10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619194" y="7920240"/>
              <a:ext cx="191101" cy="20481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830183" y="7940356"/>
              <a:ext cx="186529" cy="160241"/>
            </a:xfrm>
            <a:prstGeom prst="rect">
              <a:avLst/>
            </a:prstGeom>
          </p:spPr>
        </p:pic>
      </p:grpSp>
      <p:grpSp>
        <p:nvGrpSpPr>
          <p:cNvPr id="111" name="object 111" descr=""/>
          <p:cNvGrpSpPr/>
          <p:nvPr/>
        </p:nvGrpSpPr>
        <p:grpSpPr>
          <a:xfrm>
            <a:off x="13091435" y="7920697"/>
            <a:ext cx="386715" cy="203835"/>
            <a:chOff x="13091435" y="7920697"/>
            <a:chExt cx="386715" cy="203835"/>
          </a:xfrm>
        </p:grpSpPr>
        <p:sp>
          <p:nvSpPr>
            <p:cNvPr id="112" name="object 112" descr=""/>
            <p:cNvSpPr/>
            <p:nvPr/>
          </p:nvSpPr>
          <p:spPr>
            <a:xfrm>
              <a:off x="13091427" y="7930934"/>
              <a:ext cx="187325" cy="193040"/>
            </a:xfrm>
            <a:custGeom>
              <a:avLst/>
              <a:gdLst/>
              <a:ahLst/>
              <a:cxnLst/>
              <a:rect l="l" t="t" r="r" b="b"/>
              <a:pathLst>
                <a:path w="187325" h="193040">
                  <a:moveTo>
                    <a:pt x="162991" y="0"/>
                  </a:moveTo>
                  <a:lnTo>
                    <a:pt x="23774" y="0"/>
                  </a:lnTo>
                  <a:lnTo>
                    <a:pt x="23774" y="17780"/>
                  </a:lnTo>
                  <a:lnTo>
                    <a:pt x="23774" y="54610"/>
                  </a:lnTo>
                  <a:lnTo>
                    <a:pt x="23774" y="73660"/>
                  </a:lnTo>
                  <a:lnTo>
                    <a:pt x="162991" y="73660"/>
                  </a:lnTo>
                  <a:lnTo>
                    <a:pt x="162991" y="55143"/>
                  </a:lnTo>
                  <a:lnTo>
                    <a:pt x="162991" y="54610"/>
                  </a:lnTo>
                  <a:lnTo>
                    <a:pt x="162991" y="18110"/>
                  </a:lnTo>
                  <a:lnTo>
                    <a:pt x="139903" y="18110"/>
                  </a:lnTo>
                  <a:lnTo>
                    <a:pt x="139903" y="54610"/>
                  </a:lnTo>
                  <a:lnTo>
                    <a:pt x="46863" y="54610"/>
                  </a:lnTo>
                  <a:lnTo>
                    <a:pt x="46863" y="17780"/>
                  </a:lnTo>
                  <a:lnTo>
                    <a:pt x="162991" y="17780"/>
                  </a:lnTo>
                  <a:lnTo>
                    <a:pt x="162991" y="0"/>
                  </a:lnTo>
                  <a:close/>
                </a:path>
                <a:path w="187325" h="193040">
                  <a:moveTo>
                    <a:pt x="166420" y="173990"/>
                  </a:moveTo>
                  <a:lnTo>
                    <a:pt x="46405" y="173990"/>
                  </a:lnTo>
                  <a:lnTo>
                    <a:pt x="46405" y="133350"/>
                  </a:lnTo>
                  <a:lnTo>
                    <a:pt x="22860" y="133350"/>
                  </a:lnTo>
                  <a:lnTo>
                    <a:pt x="22860" y="173990"/>
                  </a:lnTo>
                  <a:lnTo>
                    <a:pt x="22860" y="193040"/>
                  </a:lnTo>
                  <a:lnTo>
                    <a:pt x="166420" y="193040"/>
                  </a:lnTo>
                  <a:lnTo>
                    <a:pt x="166420" y="173990"/>
                  </a:lnTo>
                  <a:close/>
                </a:path>
                <a:path w="187325" h="193040">
                  <a:moveTo>
                    <a:pt x="187223" y="94234"/>
                  </a:moveTo>
                  <a:lnTo>
                    <a:pt x="0" y="94234"/>
                  </a:lnTo>
                  <a:lnTo>
                    <a:pt x="0" y="113207"/>
                  </a:lnTo>
                  <a:lnTo>
                    <a:pt x="83667" y="113207"/>
                  </a:lnTo>
                  <a:lnTo>
                    <a:pt x="83667" y="151841"/>
                  </a:lnTo>
                  <a:lnTo>
                    <a:pt x="107213" y="151841"/>
                  </a:lnTo>
                  <a:lnTo>
                    <a:pt x="107213" y="113207"/>
                  </a:lnTo>
                  <a:lnTo>
                    <a:pt x="187223" y="113207"/>
                  </a:lnTo>
                  <a:lnTo>
                    <a:pt x="187223" y="94234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302424" y="7920697"/>
              <a:ext cx="175328" cy="2029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35303" y="1428533"/>
            <a:ext cx="767715" cy="413384"/>
          </a:xfrm>
          <a:custGeom>
            <a:avLst/>
            <a:gdLst/>
            <a:ahLst/>
            <a:cxnLst/>
            <a:rect l="l" t="t" r="r" b="b"/>
            <a:pathLst>
              <a:path w="767714" h="413385">
                <a:moveTo>
                  <a:pt x="326263" y="340487"/>
                </a:moveTo>
                <a:lnTo>
                  <a:pt x="317296" y="312039"/>
                </a:lnTo>
                <a:lnTo>
                  <a:pt x="316547" y="309664"/>
                </a:lnTo>
                <a:lnTo>
                  <a:pt x="288480" y="286931"/>
                </a:lnTo>
                <a:lnTo>
                  <a:pt x="266700" y="280085"/>
                </a:lnTo>
                <a:lnTo>
                  <a:pt x="266700" y="340487"/>
                </a:lnTo>
                <a:lnTo>
                  <a:pt x="261531" y="353377"/>
                </a:lnTo>
                <a:lnTo>
                  <a:pt x="246037" y="362216"/>
                </a:lnTo>
                <a:lnTo>
                  <a:pt x="220192" y="367309"/>
                </a:lnTo>
                <a:lnTo>
                  <a:pt x="184023" y="368935"/>
                </a:lnTo>
                <a:lnTo>
                  <a:pt x="147853" y="367309"/>
                </a:lnTo>
                <a:lnTo>
                  <a:pt x="122021" y="362216"/>
                </a:lnTo>
                <a:lnTo>
                  <a:pt x="106514" y="353377"/>
                </a:lnTo>
                <a:lnTo>
                  <a:pt x="101346" y="340487"/>
                </a:lnTo>
                <a:lnTo>
                  <a:pt x="106514" y="327799"/>
                </a:lnTo>
                <a:lnTo>
                  <a:pt x="122021" y="318935"/>
                </a:lnTo>
                <a:lnTo>
                  <a:pt x="147853" y="313740"/>
                </a:lnTo>
                <a:lnTo>
                  <a:pt x="184023" y="312039"/>
                </a:lnTo>
                <a:lnTo>
                  <a:pt x="220192" y="313740"/>
                </a:lnTo>
                <a:lnTo>
                  <a:pt x="246037" y="318935"/>
                </a:lnTo>
                <a:lnTo>
                  <a:pt x="261531" y="327799"/>
                </a:lnTo>
                <a:lnTo>
                  <a:pt x="266700" y="340487"/>
                </a:lnTo>
                <a:lnTo>
                  <a:pt x="266700" y="280085"/>
                </a:lnTo>
                <a:lnTo>
                  <a:pt x="243751" y="272859"/>
                </a:lnTo>
                <a:lnTo>
                  <a:pt x="184023" y="268033"/>
                </a:lnTo>
                <a:lnTo>
                  <a:pt x="124358" y="272859"/>
                </a:lnTo>
                <a:lnTo>
                  <a:pt x="79794" y="286931"/>
                </a:lnTo>
                <a:lnTo>
                  <a:pt x="51879" y="309664"/>
                </a:lnTo>
                <a:lnTo>
                  <a:pt x="42227" y="340487"/>
                </a:lnTo>
                <a:lnTo>
                  <a:pt x="51879" y="371309"/>
                </a:lnTo>
                <a:lnTo>
                  <a:pt x="79794" y="394055"/>
                </a:lnTo>
                <a:lnTo>
                  <a:pt x="124358" y="408127"/>
                </a:lnTo>
                <a:lnTo>
                  <a:pt x="184023" y="412940"/>
                </a:lnTo>
                <a:lnTo>
                  <a:pt x="243751" y="408127"/>
                </a:lnTo>
                <a:lnTo>
                  <a:pt x="288480" y="394055"/>
                </a:lnTo>
                <a:lnTo>
                  <a:pt x="316547" y="371309"/>
                </a:lnTo>
                <a:lnTo>
                  <a:pt x="317296" y="368935"/>
                </a:lnTo>
                <a:lnTo>
                  <a:pt x="326263" y="340487"/>
                </a:lnTo>
                <a:close/>
              </a:path>
              <a:path w="767714" h="413385">
                <a:moveTo>
                  <a:pt x="354266" y="127127"/>
                </a:moveTo>
                <a:lnTo>
                  <a:pt x="303657" y="118935"/>
                </a:lnTo>
                <a:lnTo>
                  <a:pt x="266090" y="104902"/>
                </a:lnTo>
                <a:lnTo>
                  <a:pt x="256794" y="98234"/>
                </a:lnTo>
                <a:lnTo>
                  <a:pt x="240944" y="86880"/>
                </a:lnTo>
                <a:lnTo>
                  <a:pt x="227584" y="66675"/>
                </a:lnTo>
                <a:lnTo>
                  <a:pt x="336486" y="66675"/>
                </a:lnTo>
                <a:lnTo>
                  <a:pt x="336486" y="20002"/>
                </a:lnTo>
                <a:lnTo>
                  <a:pt x="33782" y="20002"/>
                </a:lnTo>
                <a:lnTo>
                  <a:pt x="33782" y="66675"/>
                </a:lnTo>
                <a:lnTo>
                  <a:pt x="142240" y="66675"/>
                </a:lnTo>
                <a:lnTo>
                  <a:pt x="128879" y="86880"/>
                </a:lnTo>
                <a:lnTo>
                  <a:pt x="103733" y="104902"/>
                </a:lnTo>
                <a:lnTo>
                  <a:pt x="66167" y="118935"/>
                </a:lnTo>
                <a:lnTo>
                  <a:pt x="15557" y="127127"/>
                </a:lnTo>
                <a:lnTo>
                  <a:pt x="35560" y="173355"/>
                </a:lnTo>
                <a:lnTo>
                  <a:pt x="88468" y="163931"/>
                </a:lnTo>
                <a:lnTo>
                  <a:pt x="131076" y="147637"/>
                </a:lnTo>
                <a:lnTo>
                  <a:pt x="163258" y="125412"/>
                </a:lnTo>
                <a:lnTo>
                  <a:pt x="184912" y="98234"/>
                </a:lnTo>
                <a:lnTo>
                  <a:pt x="206362" y="125412"/>
                </a:lnTo>
                <a:lnTo>
                  <a:pt x="238531" y="147637"/>
                </a:lnTo>
                <a:lnTo>
                  <a:pt x="281114" y="163931"/>
                </a:lnTo>
                <a:lnTo>
                  <a:pt x="333819" y="173355"/>
                </a:lnTo>
                <a:lnTo>
                  <a:pt x="354266" y="127127"/>
                </a:lnTo>
                <a:close/>
              </a:path>
              <a:path w="767714" h="413385">
                <a:moveTo>
                  <a:pt x="369824" y="199136"/>
                </a:moveTo>
                <a:lnTo>
                  <a:pt x="213804" y="199136"/>
                </a:lnTo>
                <a:lnTo>
                  <a:pt x="213804" y="149796"/>
                </a:lnTo>
                <a:lnTo>
                  <a:pt x="155130" y="149796"/>
                </a:lnTo>
                <a:lnTo>
                  <a:pt x="155130" y="199136"/>
                </a:lnTo>
                <a:lnTo>
                  <a:pt x="0" y="199136"/>
                </a:lnTo>
                <a:lnTo>
                  <a:pt x="0" y="245808"/>
                </a:lnTo>
                <a:lnTo>
                  <a:pt x="369824" y="245808"/>
                </a:lnTo>
                <a:lnTo>
                  <a:pt x="369824" y="199136"/>
                </a:lnTo>
                <a:close/>
              </a:path>
              <a:path w="767714" h="413385">
                <a:moveTo>
                  <a:pt x="612076" y="168465"/>
                </a:moveTo>
                <a:lnTo>
                  <a:pt x="604672" y="138684"/>
                </a:lnTo>
                <a:lnTo>
                  <a:pt x="584022" y="115900"/>
                </a:lnTo>
                <a:lnTo>
                  <a:pt x="556069" y="102971"/>
                </a:lnTo>
                <a:lnTo>
                  <a:pt x="556069" y="168465"/>
                </a:lnTo>
                <a:lnTo>
                  <a:pt x="552818" y="181368"/>
                </a:lnTo>
                <a:lnTo>
                  <a:pt x="543687" y="190690"/>
                </a:lnTo>
                <a:lnTo>
                  <a:pt x="529628" y="196342"/>
                </a:lnTo>
                <a:lnTo>
                  <a:pt x="511619" y="198247"/>
                </a:lnTo>
                <a:lnTo>
                  <a:pt x="493610" y="196342"/>
                </a:lnTo>
                <a:lnTo>
                  <a:pt x="479564" y="190690"/>
                </a:lnTo>
                <a:lnTo>
                  <a:pt x="470433" y="181368"/>
                </a:lnTo>
                <a:lnTo>
                  <a:pt x="467169" y="168465"/>
                </a:lnTo>
                <a:lnTo>
                  <a:pt x="470433" y="155562"/>
                </a:lnTo>
                <a:lnTo>
                  <a:pt x="479564" y="146240"/>
                </a:lnTo>
                <a:lnTo>
                  <a:pt x="493610" y="140589"/>
                </a:lnTo>
                <a:lnTo>
                  <a:pt x="511619" y="138684"/>
                </a:lnTo>
                <a:lnTo>
                  <a:pt x="529628" y="140589"/>
                </a:lnTo>
                <a:lnTo>
                  <a:pt x="543687" y="146240"/>
                </a:lnTo>
                <a:lnTo>
                  <a:pt x="552818" y="155562"/>
                </a:lnTo>
                <a:lnTo>
                  <a:pt x="556069" y="168465"/>
                </a:lnTo>
                <a:lnTo>
                  <a:pt x="556069" y="102971"/>
                </a:lnTo>
                <a:lnTo>
                  <a:pt x="552259" y="101206"/>
                </a:lnTo>
                <a:lnTo>
                  <a:pt x="511619" y="96012"/>
                </a:lnTo>
                <a:lnTo>
                  <a:pt x="470979" y="101206"/>
                </a:lnTo>
                <a:lnTo>
                  <a:pt x="439229" y="115900"/>
                </a:lnTo>
                <a:lnTo>
                  <a:pt x="418617" y="138684"/>
                </a:lnTo>
                <a:lnTo>
                  <a:pt x="418096" y="140589"/>
                </a:lnTo>
                <a:lnTo>
                  <a:pt x="411162" y="168465"/>
                </a:lnTo>
                <a:lnTo>
                  <a:pt x="418553" y="197980"/>
                </a:lnTo>
                <a:lnTo>
                  <a:pt x="439229" y="220865"/>
                </a:lnTo>
                <a:lnTo>
                  <a:pt x="470979" y="235661"/>
                </a:lnTo>
                <a:lnTo>
                  <a:pt x="511619" y="240919"/>
                </a:lnTo>
                <a:lnTo>
                  <a:pt x="552259" y="235661"/>
                </a:lnTo>
                <a:lnTo>
                  <a:pt x="584022" y="220865"/>
                </a:lnTo>
                <a:lnTo>
                  <a:pt x="604456" y="198247"/>
                </a:lnTo>
                <a:lnTo>
                  <a:pt x="604697" y="197980"/>
                </a:lnTo>
                <a:lnTo>
                  <a:pt x="612076" y="168465"/>
                </a:lnTo>
                <a:close/>
              </a:path>
              <a:path w="767714" h="413385">
                <a:moveTo>
                  <a:pt x="632523" y="39116"/>
                </a:moveTo>
                <a:lnTo>
                  <a:pt x="540956" y="39116"/>
                </a:lnTo>
                <a:lnTo>
                  <a:pt x="540956" y="0"/>
                </a:lnTo>
                <a:lnTo>
                  <a:pt x="481838" y="0"/>
                </a:lnTo>
                <a:lnTo>
                  <a:pt x="481838" y="39116"/>
                </a:lnTo>
                <a:lnTo>
                  <a:pt x="390715" y="39116"/>
                </a:lnTo>
                <a:lnTo>
                  <a:pt x="390715" y="84899"/>
                </a:lnTo>
                <a:lnTo>
                  <a:pt x="632079" y="84899"/>
                </a:lnTo>
                <a:lnTo>
                  <a:pt x="632523" y="39116"/>
                </a:lnTo>
                <a:close/>
              </a:path>
              <a:path w="767714" h="413385">
                <a:moveTo>
                  <a:pt x="713422" y="258254"/>
                </a:moveTo>
                <a:lnTo>
                  <a:pt x="655193" y="258254"/>
                </a:lnTo>
                <a:lnTo>
                  <a:pt x="655193" y="289369"/>
                </a:lnTo>
                <a:lnTo>
                  <a:pt x="655193" y="333819"/>
                </a:lnTo>
                <a:lnTo>
                  <a:pt x="655193" y="362267"/>
                </a:lnTo>
                <a:lnTo>
                  <a:pt x="505396" y="362267"/>
                </a:lnTo>
                <a:lnTo>
                  <a:pt x="505396" y="333819"/>
                </a:lnTo>
                <a:lnTo>
                  <a:pt x="655193" y="333819"/>
                </a:lnTo>
                <a:lnTo>
                  <a:pt x="655193" y="289369"/>
                </a:lnTo>
                <a:lnTo>
                  <a:pt x="505396" y="289369"/>
                </a:lnTo>
                <a:lnTo>
                  <a:pt x="505396" y="258254"/>
                </a:lnTo>
                <a:lnTo>
                  <a:pt x="447167" y="258254"/>
                </a:lnTo>
                <a:lnTo>
                  <a:pt x="447167" y="408051"/>
                </a:lnTo>
                <a:lnTo>
                  <a:pt x="713422" y="408051"/>
                </a:lnTo>
                <a:lnTo>
                  <a:pt x="713422" y="362267"/>
                </a:lnTo>
                <a:lnTo>
                  <a:pt x="713422" y="333819"/>
                </a:lnTo>
                <a:lnTo>
                  <a:pt x="713422" y="289369"/>
                </a:lnTo>
                <a:lnTo>
                  <a:pt x="713422" y="258254"/>
                </a:lnTo>
                <a:close/>
              </a:path>
              <a:path w="767714" h="413385">
                <a:moveTo>
                  <a:pt x="767651" y="101346"/>
                </a:moveTo>
                <a:lnTo>
                  <a:pt x="713422" y="101346"/>
                </a:lnTo>
                <a:lnTo>
                  <a:pt x="713422" y="3111"/>
                </a:lnTo>
                <a:lnTo>
                  <a:pt x="654748" y="3111"/>
                </a:lnTo>
                <a:lnTo>
                  <a:pt x="654748" y="242697"/>
                </a:lnTo>
                <a:lnTo>
                  <a:pt x="713422" y="242697"/>
                </a:lnTo>
                <a:lnTo>
                  <a:pt x="713422" y="149352"/>
                </a:lnTo>
                <a:lnTo>
                  <a:pt x="767651" y="149352"/>
                </a:lnTo>
                <a:lnTo>
                  <a:pt x="767651" y="101346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97481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86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75" y="43116"/>
                </a:lnTo>
                <a:lnTo>
                  <a:pt x="155575" y="13779"/>
                </a:lnTo>
                <a:lnTo>
                  <a:pt x="96456" y="13779"/>
                </a:lnTo>
                <a:lnTo>
                  <a:pt x="96456" y="43116"/>
                </a:lnTo>
                <a:lnTo>
                  <a:pt x="90944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26" y="211582"/>
                </a:lnTo>
                <a:lnTo>
                  <a:pt x="62496" y="197789"/>
                </a:lnTo>
                <a:lnTo>
                  <a:pt x="89344" y="178854"/>
                </a:lnTo>
                <a:lnTo>
                  <a:pt x="110858" y="155511"/>
                </a:lnTo>
                <a:lnTo>
                  <a:pt x="127127" y="128460"/>
                </a:lnTo>
                <a:lnTo>
                  <a:pt x="142544" y="152704"/>
                </a:lnTo>
                <a:lnTo>
                  <a:pt x="162801" y="173697"/>
                </a:lnTo>
                <a:lnTo>
                  <a:pt x="187883" y="190842"/>
                </a:lnTo>
                <a:lnTo>
                  <a:pt x="217805" y="203581"/>
                </a:lnTo>
                <a:lnTo>
                  <a:pt x="247586" y="158686"/>
                </a:lnTo>
                <a:close/>
              </a:path>
              <a:path w="746760" h="410210">
                <a:moveTo>
                  <a:pt x="345376" y="444"/>
                </a:moveTo>
                <a:lnTo>
                  <a:pt x="286702" y="444"/>
                </a:lnTo>
                <a:lnTo>
                  <a:pt x="286702" y="60452"/>
                </a:lnTo>
                <a:lnTo>
                  <a:pt x="212026" y="60452"/>
                </a:lnTo>
                <a:lnTo>
                  <a:pt x="212026" y="107124"/>
                </a:lnTo>
                <a:lnTo>
                  <a:pt x="286702" y="107124"/>
                </a:lnTo>
                <a:lnTo>
                  <a:pt x="286702" y="208470"/>
                </a:lnTo>
                <a:lnTo>
                  <a:pt x="345376" y="208470"/>
                </a:lnTo>
                <a:lnTo>
                  <a:pt x="345376" y="444"/>
                </a:lnTo>
                <a:close/>
              </a:path>
              <a:path w="746760" h="410210">
                <a:moveTo>
                  <a:pt x="356933" y="359600"/>
                </a:moveTo>
                <a:lnTo>
                  <a:pt x="133794" y="359600"/>
                </a:lnTo>
                <a:lnTo>
                  <a:pt x="133794" y="335597"/>
                </a:lnTo>
                <a:lnTo>
                  <a:pt x="345376" y="335597"/>
                </a:lnTo>
                <a:lnTo>
                  <a:pt x="345376" y="225806"/>
                </a:lnTo>
                <a:lnTo>
                  <a:pt x="75565" y="225806"/>
                </a:lnTo>
                <a:lnTo>
                  <a:pt x="75565" y="270700"/>
                </a:lnTo>
                <a:lnTo>
                  <a:pt x="287591" y="270700"/>
                </a:lnTo>
                <a:lnTo>
                  <a:pt x="287591" y="293370"/>
                </a:lnTo>
                <a:lnTo>
                  <a:pt x="76009" y="293370"/>
                </a:lnTo>
                <a:lnTo>
                  <a:pt x="76009" y="405384"/>
                </a:lnTo>
                <a:lnTo>
                  <a:pt x="356933" y="405384"/>
                </a:lnTo>
                <a:lnTo>
                  <a:pt x="356933" y="359600"/>
                </a:lnTo>
                <a:close/>
              </a:path>
              <a:path w="746760" h="410210">
                <a:moveTo>
                  <a:pt x="661416" y="9334"/>
                </a:moveTo>
                <a:lnTo>
                  <a:pt x="606742" y="9334"/>
                </a:lnTo>
                <a:lnTo>
                  <a:pt x="606742" y="108458"/>
                </a:lnTo>
                <a:lnTo>
                  <a:pt x="567182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496" y="64325"/>
                </a:lnTo>
                <a:lnTo>
                  <a:pt x="570738" y="48895"/>
                </a:lnTo>
                <a:lnTo>
                  <a:pt x="411607" y="48895"/>
                </a:lnTo>
                <a:lnTo>
                  <a:pt x="411607" y="95567"/>
                </a:lnTo>
                <a:lnTo>
                  <a:pt x="512508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21" y="219430"/>
                </a:lnTo>
                <a:lnTo>
                  <a:pt x="431736" y="253174"/>
                </a:lnTo>
                <a:lnTo>
                  <a:pt x="388493" y="284035"/>
                </a:lnTo>
                <a:lnTo>
                  <a:pt x="421830" y="324929"/>
                </a:lnTo>
                <a:lnTo>
                  <a:pt x="463537" y="296354"/>
                </a:lnTo>
                <a:lnTo>
                  <a:pt x="497332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03" y="155130"/>
                </a:lnTo>
                <a:lnTo>
                  <a:pt x="606742" y="155130"/>
                </a:lnTo>
                <a:lnTo>
                  <a:pt x="606742" y="210693"/>
                </a:lnTo>
                <a:lnTo>
                  <a:pt x="549846" y="210693"/>
                </a:lnTo>
                <a:lnTo>
                  <a:pt x="549846" y="257810"/>
                </a:lnTo>
                <a:lnTo>
                  <a:pt x="606742" y="257810"/>
                </a:lnTo>
                <a:lnTo>
                  <a:pt x="606742" y="392049"/>
                </a:lnTo>
                <a:lnTo>
                  <a:pt x="661416" y="392049"/>
                </a:lnTo>
                <a:lnTo>
                  <a:pt x="661416" y="155130"/>
                </a:lnTo>
                <a:lnTo>
                  <a:pt x="661416" y="108458"/>
                </a:lnTo>
                <a:lnTo>
                  <a:pt x="661416" y="9334"/>
                </a:lnTo>
                <a:close/>
              </a:path>
              <a:path w="746760" h="410210">
                <a:moveTo>
                  <a:pt x="746315" y="0"/>
                </a:moveTo>
                <a:lnTo>
                  <a:pt x="690753" y="0"/>
                </a:lnTo>
                <a:lnTo>
                  <a:pt x="690753" y="409829"/>
                </a:lnTo>
                <a:lnTo>
                  <a:pt x="746315" y="409829"/>
                </a:lnTo>
                <a:lnTo>
                  <a:pt x="74631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60548" y="1431645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0" name="object 10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1581187" y="2768315"/>
            <a:ext cx="3957954" cy="572135"/>
            <a:chOff x="1581187" y="2768315"/>
            <a:chExt cx="3957954" cy="572135"/>
          </a:xfrm>
        </p:grpSpPr>
        <p:sp>
          <p:nvSpPr>
            <p:cNvPr id="16" name="object 16" descr=""/>
            <p:cNvSpPr/>
            <p:nvPr/>
          </p:nvSpPr>
          <p:spPr>
            <a:xfrm>
              <a:off x="1581187" y="2768315"/>
              <a:ext cx="3957954" cy="571500"/>
            </a:xfrm>
            <a:custGeom>
              <a:avLst/>
              <a:gdLst/>
              <a:ahLst/>
              <a:cxnLst/>
              <a:rect l="l" t="t" r="r" b="b"/>
              <a:pathLst>
                <a:path w="3957954" h="571500">
                  <a:moveTo>
                    <a:pt x="3929430" y="571371"/>
                  </a:moveTo>
                  <a:lnTo>
                    <a:pt x="59407" y="555160"/>
                  </a:lnTo>
                  <a:lnTo>
                    <a:pt x="26085" y="485076"/>
                  </a:lnTo>
                  <a:lnTo>
                    <a:pt x="16896" y="386287"/>
                  </a:lnTo>
                  <a:lnTo>
                    <a:pt x="12883" y="336891"/>
                  </a:lnTo>
                  <a:lnTo>
                    <a:pt x="9322" y="287486"/>
                  </a:lnTo>
                  <a:lnTo>
                    <a:pt x="6264" y="238065"/>
                  </a:lnTo>
                  <a:lnTo>
                    <a:pt x="3758" y="188622"/>
                  </a:lnTo>
                  <a:lnTo>
                    <a:pt x="1852" y="139150"/>
                  </a:lnTo>
                  <a:lnTo>
                    <a:pt x="595" y="89643"/>
                  </a:lnTo>
                  <a:lnTo>
                    <a:pt x="0" y="32775"/>
                  </a:lnTo>
                  <a:lnTo>
                    <a:pt x="4311" y="27537"/>
                  </a:lnTo>
                  <a:lnTo>
                    <a:pt x="10469" y="24243"/>
                  </a:lnTo>
                  <a:lnTo>
                    <a:pt x="14894" y="21389"/>
                  </a:lnTo>
                  <a:lnTo>
                    <a:pt x="20768" y="19501"/>
                  </a:lnTo>
                  <a:lnTo>
                    <a:pt x="1766054" y="5454"/>
                  </a:lnTo>
                  <a:lnTo>
                    <a:pt x="3561922" y="0"/>
                  </a:lnTo>
                  <a:lnTo>
                    <a:pt x="3913462" y="1525"/>
                  </a:lnTo>
                  <a:lnTo>
                    <a:pt x="3943703" y="88107"/>
                  </a:lnTo>
                  <a:lnTo>
                    <a:pt x="3957674" y="550694"/>
                  </a:lnTo>
                  <a:lnTo>
                    <a:pt x="3955517" y="558631"/>
                  </a:lnTo>
                  <a:lnTo>
                    <a:pt x="3949314" y="565240"/>
                  </a:lnTo>
                  <a:lnTo>
                    <a:pt x="3940230" y="569745"/>
                  </a:lnTo>
                  <a:lnTo>
                    <a:pt x="3929430" y="571371"/>
                  </a:lnTo>
                  <a:close/>
                </a:path>
              </a:pathLst>
            </a:custGeom>
            <a:solidFill>
              <a:srgbClr val="FEEF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42750" y="2768650"/>
              <a:ext cx="96520" cy="571500"/>
            </a:xfrm>
            <a:custGeom>
              <a:avLst/>
              <a:gdLst/>
              <a:ahLst/>
              <a:cxnLst/>
              <a:rect l="l" t="t" r="r" b="b"/>
              <a:pathLst>
                <a:path w="96520" h="571500">
                  <a:moveTo>
                    <a:pt x="96100" y="550354"/>
                  </a:moveTo>
                  <a:lnTo>
                    <a:pt x="96088" y="549770"/>
                  </a:lnTo>
                  <a:lnTo>
                    <a:pt x="79971" y="16179"/>
                  </a:lnTo>
                  <a:lnTo>
                    <a:pt x="77139" y="11785"/>
                  </a:lnTo>
                  <a:lnTo>
                    <a:pt x="72986" y="8534"/>
                  </a:lnTo>
                  <a:lnTo>
                    <a:pt x="68440" y="4254"/>
                  </a:lnTo>
                  <a:lnTo>
                    <a:pt x="63055" y="1968"/>
                  </a:lnTo>
                  <a:lnTo>
                    <a:pt x="61226" y="1193"/>
                  </a:lnTo>
                  <a:lnTo>
                    <a:pt x="51892" y="1193"/>
                  </a:lnTo>
                  <a:lnTo>
                    <a:pt x="48171" y="977"/>
                  </a:lnTo>
                  <a:lnTo>
                    <a:pt x="48031" y="977"/>
                  </a:lnTo>
                  <a:lnTo>
                    <a:pt x="48031" y="1612"/>
                  </a:lnTo>
                  <a:lnTo>
                    <a:pt x="48031" y="1968"/>
                  </a:lnTo>
                  <a:lnTo>
                    <a:pt x="45999" y="1612"/>
                  </a:lnTo>
                  <a:lnTo>
                    <a:pt x="44754" y="1193"/>
                  </a:lnTo>
                  <a:lnTo>
                    <a:pt x="44183" y="990"/>
                  </a:lnTo>
                  <a:lnTo>
                    <a:pt x="47523" y="1612"/>
                  </a:lnTo>
                  <a:lnTo>
                    <a:pt x="48031" y="1612"/>
                  </a:lnTo>
                  <a:lnTo>
                    <a:pt x="48031" y="977"/>
                  </a:lnTo>
                  <a:lnTo>
                    <a:pt x="43167" y="609"/>
                  </a:lnTo>
                  <a:lnTo>
                    <a:pt x="42202" y="609"/>
                  </a:lnTo>
                  <a:lnTo>
                    <a:pt x="39344" y="609"/>
                  </a:lnTo>
                  <a:lnTo>
                    <a:pt x="41160" y="279"/>
                  </a:lnTo>
                  <a:lnTo>
                    <a:pt x="42405" y="0"/>
                  </a:lnTo>
                  <a:lnTo>
                    <a:pt x="39204" y="609"/>
                  </a:lnTo>
                  <a:lnTo>
                    <a:pt x="38747" y="711"/>
                  </a:lnTo>
                  <a:lnTo>
                    <a:pt x="36080" y="1193"/>
                  </a:lnTo>
                  <a:lnTo>
                    <a:pt x="38671" y="711"/>
                  </a:lnTo>
                  <a:lnTo>
                    <a:pt x="39179" y="609"/>
                  </a:lnTo>
                  <a:lnTo>
                    <a:pt x="35737" y="609"/>
                  </a:lnTo>
                  <a:lnTo>
                    <a:pt x="28244" y="609"/>
                  </a:lnTo>
                  <a:lnTo>
                    <a:pt x="17424" y="2222"/>
                  </a:lnTo>
                  <a:lnTo>
                    <a:pt x="8369" y="6731"/>
                  </a:lnTo>
                  <a:lnTo>
                    <a:pt x="2197" y="13347"/>
                  </a:lnTo>
                  <a:lnTo>
                    <a:pt x="0" y="21285"/>
                  </a:lnTo>
                  <a:lnTo>
                    <a:pt x="9956" y="549770"/>
                  </a:lnTo>
                  <a:lnTo>
                    <a:pt x="12280" y="557745"/>
                  </a:lnTo>
                  <a:lnTo>
                    <a:pt x="18351" y="564299"/>
                  </a:lnTo>
                  <a:lnTo>
                    <a:pt x="27292" y="568756"/>
                  </a:lnTo>
                  <a:lnTo>
                    <a:pt x="37757" y="570382"/>
                  </a:lnTo>
                  <a:lnTo>
                    <a:pt x="47675" y="570382"/>
                  </a:lnTo>
                  <a:lnTo>
                    <a:pt x="52362" y="570649"/>
                  </a:lnTo>
                  <a:lnTo>
                    <a:pt x="51549" y="570649"/>
                  </a:lnTo>
                  <a:lnTo>
                    <a:pt x="58166" y="571182"/>
                  </a:lnTo>
                  <a:lnTo>
                    <a:pt x="63131" y="570992"/>
                  </a:lnTo>
                  <a:lnTo>
                    <a:pt x="68135" y="570992"/>
                  </a:lnTo>
                  <a:lnTo>
                    <a:pt x="78663" y="569417"/>
                  </a:lnTo>
                  <a:lnTo>
                    <a:pt x="87744" y="564908"/>
                  </a:lnTo>
                  <a:lnTo>
                    <a:pt x="93954" y="558292"/>
                  </a:lnTo>
                  <a:lnTo>
                    <a:pt x="96100" y="550354"/>
                  </a:lnTo>
                  <a:close/>
                </a:path>
              </a:pathLst>
            </a:custGeom>
            <a:solidFill>
              <a:srgbClr val="FFCD4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1581193" y="5351838"/>
            <a:ext cx="3379470" cy="571500"/>
            <a:chOff x="1581193" y="5351838"/>
            <a:chExt cx="3379470" cy="571500"/>
          </a:xfrm>
        </p:grpSpPr>
        <p:sp>
          <p:nvSpPr>
            <p:cNvPr id="19" name="object 19" descr=""/>
            <p:cNvSpPr/>
            <p:nvPr/>
          </p:nvSpPr>
          <p:spPr>
            <a:xfrm>
              <a:off x="1581193" y="5351906"/>
              <a:ext cx="3379470" cy="571500"/>
            </a:xfrm>
            <a:custGeom>
              <a:avLst/>
              <a:gdLst/>
              <a:ahLst/>
              <a:cxnLst/>
              <a:rect l="l" t="t" r="r" b="b"/>
              <a:pathLst>
                <a:path w="3379470" h="571500">
                  <a:moveTo>
                    <a:pt x="3354911" y="571293"/>
                  </a:moveTo>
                  <a:lnTo>
                    <a:pt x="50721" y="555082"/>
                  </a:lnTo>
                  <a:lnTo>
                    <a:pt x="22271" y="484998"/>
                  </a:lnTo>
                  <a:lnTo>
                    <a:pt x="14425" y="386208"/>
                  </a:lnTo>
                  <a:lnTo>
                    <a:pt x="10999" y="336812"/>
                  </a:lnTo>
                  <a:lnTo>
                    <a:pt x="7959" y="287407"/>
                  </a:lnTo>
                  <a:lnTo>
                    <a:pt x="5348" y="237986"/>
                  </a:lnTo>
                  <a:lnTo>
                    <a:pt x="3208" y="188543"/>
                  </a:lnTo>
                  <a:lnTo>
                    <a:pt x="1581" y="139072"/>
                  </a:lnTo>
                  <a:lnTo>
                    <a:pt x="508" y="89565"/>
                  </a:lnTo>
                  <a:lnTo>
                    <a:pt x="0" y="32697"/>
                  </a:lnTo>
                  <a:lnTo>
                    <a:pt x="3681" y="27459"/>
                  </a:lnTo>
                  <a:lnTo>
                    <a:pt x="8938" y="24164"/>
                  </a:lnTo>
                  <a:lnTo>
                    <a:pt x="12716" y="21311"/>
                  </a:lnTo>
                  <a:lnTo>
                    <a:pt x="17732" y="19422"/>
                  </a:lnTo>
                  <a:lnTo>
                    <a:pt x="511433" y="13808"/>
                  </a:lnTo>
                  <a:lnTo>
                    <a:pt x="2128025" y="1791"/>
                  </a:lnTo>
                  <a:lnTo>
                    <a:pt x="3079250" y="0"/>
                  </a:lnTo>
                  <a:lnTo>
                    <a:pt x="3341278" y="1447"/>
                  </a:lnTo>
                  <a:lnTo>
                    <a:pt x="3367097" y="88029"/>
                  </a:lnTo>
                  <a:lnTo>
                    <a:pt x="3379026" y="550616"/>
                  </a:lnTo>
                  <a:lnTo>
                    <a:pt x="3377184" y="558553"/>
                  </a:lnTo>
                  <a:lnTo>
                    <a:pt x="3371888" y="565162"/>
                  </a:lnTo>
                  <a:lnTo>
                    <a:pt x="3364132" y="569667"/>
                  </a:lnTo>
                  <a:lnTo>
                    <a:pt x="3354911" y="571293"/>
                  </a:lnTo>
                  <a:close/>
                </a:path>
              </a:pathLst>
            </a:custGeom>
            <a:solidFill>
              <a:srgbClr val="FEEF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78159" y="5351843"/>
              <a:ext cx="82550" cy="571500"/>
            </a:xfrm>
            <a:custGeom>
              <a:avLst/>
              <a:gdLst/>
              <a:ahLst/>
              <a:cxnLst/>
              <a:rect l="l" t="t" r="r" b="b"/>
              <a:pathLst>
                <a:path w="82550" h="571500">
                  <a:moveTo>
                    <a:pt x="82054" y="550672"/>
                  </a:moveTo>
                  <a:lnTo>
                    <a:pt x="82042" y="550087"/>
                  </a:lnTo>
                  <a:lnTo>
                    <a:pt x="68275" y="16497"/>
                  </a:lnTo>
                  <a:lnTo>
                    <a:pt x="65862" y="12103"/>
                  </a:lnTo>
                  <a:lnTo>
                    <a:pt x="62306" y="8851"/>
                  </a:lnTo>
                  <a:lnTo>
                    <a:pt x="58432" y="4572"/>
                  </a:lnTo>
                  <a:lnTo>
                    <a:pt x="53835" y="2286"/>
                  </a:lnTo>
                  <a:lnTo>
                    <a:pt x="52133" y="1447"/>
                  </a:lnTo>
                  <a:lnTo>
                    <a:pt x="41236" y="1447"/>
                  </a:lnTo>
                  <a:lnTo>
                    <a:pt x="41008" y="1422"/>
                  </a:lnTo>
                  <a:lnTo>
                    <a:pt x="41008" y="1930"/>
                  </a:lnTo>
                  <a:lnTo>
                    <a:pt x="41008" y="2286"/>
                  </a:lnTo>
                  <a:lnTo>
                    <a:pt x="39268" y="1930"/>
                  </a:lnTo>
                  <a:lnTo>
                    <a:pt x="38023" y="1447"/>
                  </a:lnTo>
                  <a:lnTo>
                    <a:pt x="40513" y="1930"/>
                  </a:lnTo>
                  <a:lnTo>
                    <a:pt x="41008" y="1930"/>
                  </a:lnTo>
                  <a:lnTo>
                    <a:pt x="41008" y="1422"/>
                  </a:lnTo>
                  <a:lnTo>
                    <a:pt x="35382" y="660"/>
                  </a:lnTo>
                  <a:lnTo>
                    <a:pt x="35382" y="927"/>
                  </a:lnTo>
                  <a:lnTo>
                    <a:pt x="33591" y="927"/>
                  </a:lnTo>
                  <a:lnTo>
                    <a:pt x="34442" y="749"/>
                  </a:lnTo>
                  <a:lnTo>
                    <a:pt x="35382" y="927"/>
                  </a:lnTo>
                  <a:lnTo>
                    <a:pt x="35382" y="660"/>
                  </a:lnTo>
                  <a:lnTo>
                    <a:pt x="35090" y="609"/>
                  </a:lnTo>
                  <a:lnTo>
                    <a:pt x="36207" y="317"/>
                  </a:lnTo>
                  <a:lnTo>
                    <a:pt x="34975" y="596"/>
                  </a:lnTo>
                  <a:lnTo>
                    <a:pt x="30657" y="0"/>
                  </a:lnTo>
                  <a:lnTo>
                    <a:pt x="34366" y="736"/>
                  </a:lnTo>
                  <a:lnTo>
                    <a:pt x="33464" y="927"/>
                  </a:lnTo>
                  <a:lnTo>
                    <a:pt x="33083" y="927"/>
                  </a:lnTo>
                  <a:lnTo>
                    <a:pt x="31153" y="1447"/>
                  </a:lnTo>
                  <a:lnTo>
                    <a:pt x="33020" y="1028"/>
                  </a:lnTo>
                  <a:lnTo>
                    <a:pt x="24117" y="927"/>
                  </a:lnTo>
                  <a:lnTo>
                    <a:pt x="14871" y="2540"/>
                  </a:lnTo>
                  <a:lnTo>
                    <a:pt x="7150" y="7048"/>
                  </a:lnTo>
                  <a:lnTo>
                    <a:pt x="1879" y="13665"/>
                  </a:lnTo>
                  <a:lnTo>
                    <a:pt x="0" y="21602"/>
                  </a:lnTo>
                  <a:lnTo>
                    <a:pt x="8509" y="550087"/>
                  </a:lnTo>
                  <a:lnTo>
                    <a:pt x="10490" y="558063"/>
                  </a:lnTo>
                  <a:lnTo>
                    <a:pt x="15671" y="564616"/>
                  </a:lnTo>
                  <a:lnTo>
                    <a:pt x="23304" y="569074"/>
                  </a:lnTo>
                  <a:lnTo>
                    <a:pt x="32245" y="570699"/>
                  </a:lnTo>
                  <a:lnTo>
                    <a:pt x="40703" y="570699"/>
                  </a:lnTo>
                  <a:lnTo>
                    <a:pt x="44704" y="570966"/>
                  </a:lnTo>
                  <a:lnTo>
                    <a:pt x="44018" y="570966"/>
                  </a:lnTo>
                  <a:lnTo>
                    <a:pt x="49657" y="571500"/>
                  </a:lnTo>
                  <a:lnTo>
                    <a:pt x="53898" y="571309"/>
                  </a:lnTo>
                  <a:lnTo>
                    <a:pt x="58178" y="571309"/>
                  </a:lnTo>
                  <a:lnTo>
                    <a:pt x="67157" y="569734"/>
                  </a:lnTo>
                  <a:lnTo>
                    <a:pt x="74917" y="565226"/>
                  </a:lnTo>
                  <a:lnTo>
                    <a:pt x="80213" y="558609"/>
                  </a:lnTo>
                  <a:lnTo>
                    <a:pt x="82054" y="550672"/>
                  </a:lnTo>
                  <a:close/>
                </a:path>
              </a:pathLst>
            </a:custGeom>
            <a:solidFill>
              <a:srgbClr val="FFCD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1707869" y="2887644"/>
            <a:ext cx="264160" cy="316230"/>
          </a:xfrm>
          <a:custGeom>
            <a:avLst/>
            <a:gdLst/>
            <a:ahLst/>
            <a:cxnLst/>
            <a:rect l="l" t="t" r="r" b="b"/>
            <a:pathLst>
              <a:path w="264160" h="316230">
                <a:moveTo>
                  <a:pt x="189623" y="67551"/>
                </a:moveTo>
                <a:lnTo>
                  <a:pt x="12687" y="67551"/>
                </a:lnTo>
                <a:lnTo>
                  <a:pt x="12687" y="30175"/>
                </a:lnTo>
                <a:lnTo>
                  <a:pt x="189623" y="30175"/>
                </a:lnTo>
                <a:lnTo>
                  <a:pt x="189623" y="67551"/>
                </a:lnTo>
                <a:close/>
              </a:path>
              <a:path w="264160" h="316230">
                <a:moveTo>
                  <a:pt x="25717" y="256489"/>
                </a:moveTo>
                <a:lnTo>
                  <a:pt x="0" y="220484"/>
                </a:lnTo>
                <a:lnTo>
                  <a:pt x="34547" y="196910"/>
                </a:lnTo>
                <a:lnTo>
                  <a:pt x="59064" y="164077"/>
                </a:lnTo>
                <a:lnTo>
                  <a:pt x="73680" y="125587"/>
                </a:lnTo>
                <a:lnTo>
                  <a:pt x="78524" y="85039"/>
                </a:lnTo>
                <a:lnTo>
                  <a:pt x="78524" y="67551"/>
                </a:lnTo>
                <a:lnTo>
                  <a:pt x="124472" y="67551"/>
                </a:lnTo>
                <a:lnTo>
                  <a:pt x="124472" y="85039"/>
                </a:lnTo>
                <a:lnTo>
                  <a:pt x="129262" y="123636"/>
                </a:lnTo>
                <a:lnTo>
                  <a:pt x="143760" y="160048"/>
                </a:lnTo>
                <a:lnTo>
                  <a:pt x="146808" y="163906"/>
                </a:lnTo>
                <a:lnTo>
                  <a:pt x="102184" y="163906"/>
                </a:lnTo>
                <a:lnTo>
                  <a:pt x="89512" y="193368"/>
                </a:lnTo>
                <a:lnTo>
                  <a:pt x="72566" y="219327"/>
                </a:lnTo>
                <a:lnTo>
                  <a:pt x="51311" y="240721"/>
                </a:lnTo>
                <a:lnTo>
                  <a:pt x="25717" y="256489"/>
                </a:lnTo>
                <a:close/>
              </a:path>
              <a:path w="264160" h="316230">
                <a:moveTo>
                  <a:pt x="177965" y="248602"/>
                </a:moveTo>
                <a:lnTo>
                  <a:pt x="131587" y="214612"/>
                </a:lnTo>
                <a:lnTo>
                  <a:pt x="102264" y="164077"/>
                </a:lnTo>
                <a:lnTo>
                  <a:pt x="102184" y="163906"/>
                </a:lnTo>
                <a:lnTo>
                  <a:pt x="146808" y="163906"/>
                </a:lnTo>
                <a:lnTo>
                  <a:pt x="168160" y="190931"/>
                </a:lnTo>
                <a:lnTo>
                  <a:pt x="202653" y="212940"/>
                </a:lnTo>
                <a:lnTo>
                  <a:pt x="177965" y="248602"/>
                </a:lnTo>
                <a:close/>
              </a:path>
              <a:path w="264160" h="316230">
                <a:moveTo>
                  <a:pt x="264033" y="315810"/>
                </a:moveTo>
                <a:lnTo>
                  <a:pt x="218770" y="315810"/>
                </a:lnTo>
                <a:lnTo>
                  <a:pt x="218770" y="0"/>
                </a:lnTo>
                <a:lnTo>
                  <a:pt x="264033" y="0"/>
                </a:lnTo>
                <a:lnTo>
                  <a:pt x="264033" y="31581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034996" y="2887644"/>
            <a:ext cx="278130" cy="310515"/>
          </a:xfrm>
          <a:custGeom>
            <a:avLst/>
            <a:gdLst/>
            <a:ahLst/>
            <a:cxnLst/>
            <a:rect l="l" t="t" r="r" b="b"/>
            <a:pathLst>
              <a:path w="278130" h="310514">
                <a:moveTo>
                  <a:pt x="27089" y="175907"/>
                </a:moveTo>
                <a:lnTo>
                  <a:pt x="0" y="175907"/>
                </a:lnTo>
                <a:lnTo>
                  <a:pt x="0" y="20916"/>
                </a:lnTo>
                <a:lnTo>
                  <a:pt x="45262" y="20916"/>
                </a:lnTo>
                <a:lnTo>
                  <a:pt x="45262" y="138188"/>
                </a:lnTo>
                <a:lnTo>
                  <a:pt x="168169" y="138188"/>
                </a:lnTo>
                <a:lnTo>
                  <a:pt x="171792" y="162191"/>
                </a:lnTo>
                <a:lnTo>
                  <a:pt x="133607" y="168819"/>
                </a:lnTo>
                <a:lnTo>
                  <a:pt x="96740" y="173035"/>
                </a:lnTo>
                <a:lnTo>
                  <a:pt x="61223" y="175259"/>
                </a:lnTo>
                <a:lnTo>
                  <a:pt x="27089" y="175907"/>
                </a:lnTo>
                <a:close/>
              </a:path>
              <a:path w="278130" h="310514">
                <a:moveTo>
                  <a:pt x="168169" y="138188"/>
                </a:moveTo>
                <a:lnTo>
                  <a:pt x="45262" y="138188"/>
                </a:lnTo>
                <a:lnTo>
                  <a:pt x="74109" y="137176"/>
                </a:lnTo>
                <a:lnTo>
                  <a:pt x="103984" y="134974"/>
                </a:lnTo>
                <a:lnTo>
                  <a:pt x="134759" y="131293"/>
                </a:lnTo>
                <a:lnTo>
                  <a:pt x="166306" y="125844"/>
                </a:lnTo>
                <a:lnTo>
                  <a:pt x="168169" y="138188"/>
                </a:lnTo>
                <a:close/>
              </a:path>
              <a:path w="278130" h="310514">
                <a:moveTo>
                  <a:pt x="235915" y="226999"/>
                </a:moveTo>
                <a:lnTo>
                  <a:pt x="190652" y="226999"/>
                </a:lnTo>
                <a:lnTo>
                  <a:pt x="190652" y="0"/>
                </a:lnTo>
                <a:lnTo>
                  <a:pt x="235915" y="0"/>
                </a:lnTo>
                <a:lnTo>
                  <a:pt x="235915" y="88468"/>
                </a:lnTo>
                <a:lnTo>
                  <a:pt x="277749" y="88468"/>
                </a:lnTo>
                <a:lnTo>
                  <a:pt x="277749" y="126530"/>
                </a:lnTo>
                <a:lnTo>
                  <a:pt x="235915" y="126530"/>
                </a:lnTo>
                <a:lnTo>
                  <a:pt x="235915" y="226999"/>
                </a:lnTo>
                <a:close/>
              </a:path>
              <a:path w="278130" h="310514">
                <a:moveTo>
                  <a:pt x="246202" y="310324"/>
                </a:moveTo>
                <a:lnTo>
                  <a:pt x="32575" y="310324"/>
                </a:lnTo>
                <a:lnTo>
                  <a:pt x="32575" y="206082"/>
                </a:lnTo>
                <a:lnTo>
                  <a:pt x="77838" y="206082"/>
                </a:lnTo>
                <a:lnTo>
                  <a:pt x="77838" y="274320"/>
                </a:lnTo>
                <a:lnTo>
                  <a:pt x="246202" y="274320"/>
                </a:lnTo>
                <a:lnTo>
                  <a:pt x="246202" y="310324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417965" y="2887306"/>
            <a:ext cx="1192530" cy="316865"/>
          </a:xfrm>
          <a:custGeom>
            <a:avLst/>
            <a:gdLst/>
            <a:ahLst/>
            <a:cxnLst/>
            <a:rect l="l" t="t" r="r" b="b"/>
            <a:pathLst>
              <a:path w="1192529" h="316864">
                <a:moveTo>
                  <a:pt x="151218" y="14058"/>
                </a:moveTo>
                <a:lnTo>
                  <a:pt x="106641" y="14058"/>
                </a:lnTo>
                <a:lnTo>
                  <a:pt x="106641" y="51714"/>
                </a:lnTo>
                <a:lnTo>
                  <a:pt x="44577" y="51714"/>
                </a:lnTo>
                <a:lnTo>
                  <a:pt x="44577" y="13614"/>
                </a:lnTo>
                <a:lnTo>
                  <a:pt x="0" y="13614"/>
                </a:lnTo>
                <a:lnTo>
                  <a:pt x="0" y="51714"/>
                </a:lnTo>
                <a:lnTo>
                  <a:pt x="0" y="86004"/>
                </a:lnTo>
                <a:lnTo>
                  <a:pt x="0" y="117754"/>
                </a:lnTo>
                <a:lnTo>
                  <a:pt x="0" y="152044"/>
                </a:lnTo>
                <a:lnTo>
                  <a:pt x="151218" y="152044"/>
                </a:lnTo>
                <a:lnTo>
                  <a:pt x="151218" y="117754"/>
                </a:lnTo>
                <a:lnTo>
                  <a:pt x="44577" y="117754"/>
                </a:lnTo>
                <a:lnTo>
                  <a:pt x="44577" y="86004"/>
                </a:lnTo>
                <a:lnTo>
                  <a:pt x="106641" y="86004"/>
                </a:lnTo>
                <a:lnTo>
                  <a:pt x="106641" y="117271"/>
                </a:lnTo>
                <a:lnTo>
                  <a:pt x="151218" y="117271"/>
                </a:lnTo>
                <a:lnTo>
                  <a:pt x="151218" y="86004"/>
                </a:lnTo>
                <a:lnTo>
                  <a:pt x="151218" y="85725"/>
                </a:lnTo>
                <a:lnTo>
                  <a:pt x="151218" y="51777"/>
                </a:lnTo>
                <a:lnTo>
                  <a:pt x="151218" y="14058"/>
                </a:lnTo>
                <a:close/>
              </a:path>
              <a:path w="1192529" h="316864">
                <a:moveTo>
                  <a:pt x="248259" y="279044"/>
                </a:moveTo>
                <a:lnTo>
                  <a:pt x="76123" y="279044"/>
                </a:lnTo>
                <a:lnTo>
                  <a:pt x="76123" y="258724"/>
                </a:lnTo>
                <a:lnTo>
                  <a:pt x="239344" y="258724"/>
                </a:lnTo>
                <a:lnTo>
                  <a:pt x="239344" y="226974"/>
                </a:lnTo>
                <a:lnTo>
                  <a:pt x="239344" y="207924"/>
                </a:lnTo>
                <a:lnTo>
                  <a:pt x="239344" y="173634"/>
                </a:lnTo>
                <a:lnTo>
                  <a:pt x="30861" y="173634"/>
                </a:lnTo>
                <a:lnTo>
                  <a:pt x="30861" y="207924"/>
                </a:lnTo>
                <a:lnTo>
                  <a:pt x="194767" y="207924"/>
                </a:lnTo>
                <a:lnTo>
                  <a:pt x="194767" y="226974"/>
                </a:lnTo>
                <a:lnTo>
                  <a:pt x="31203" y="226974"/>
                </a:lnTo>
                <a:lnTo>
                  <a:pt x="31203" y="258724"/>
                </a:lnTo>
                <a:lnTo>
                  <a:pt x="31203" y="279044"/>
                </a:lnTo>
                <a:lnTo>
                  <a:pt x="31203" y="313334"/>
                </a:lnTo>
                <a:lnTo>
                  <a:pt x="248259" y="313334"/>
                </a:lnTo>
                <a:lnTo>
                  <a:pt x="248259" y="279044"/>
                </a:lnTo>
                <a:close/>
              </a:path>
              <a:path w="1192529" h="316864">
                <a:moveTo>
                  <a:pt x="280835" y="61874"/>
                </a:moveTo>
                <a:lnTo>
                  <a:pt x="239344" y="61874"/>
                </a:lnTo>
                <a:lnTo>
                  <a:pt x="239344" y="914"/>
                </a:lnTo>
                <a:lnTo>
                  <a:pt x="194081" y="914"/>
                </a:lnTo>
                <a:lnTo>
                  <a:pt x="194081" y="61874"/>
                </a:lnTo>
                <a:lnTo>
                  <a:pt x="194081" y="98704"/>
                </a:lnTo>
                <a:lnTo>
                  <a:pt x="194081" y="160934"/>
                </a:lnTo>
                <a:lnTo>
                  <a:pt x="239344" y="160934"/>
                </a:lnTo>
                <a:lnTo>
                  <a:pt x="239344" y="98704"/>
                </a:lnTo>
                <a:lnTo>
                  <a:pt x="280835" y="98704"/>
                </a:lnTo>
                <a:lnTo>
                  <a:pt x="280835" y="61874"/>
                </a:lnTo>
                <a:close/>
              </a:path>
              <a:path w="1192529" h="316864">
                <a:moveTo>
                  <a:pt x="588759" y="245173"/>
                </a:moveTo>
                <a:lnTo>
                  <a:pt x="517436" y="245173"/>
                </a:lnTo>
                <a:lnTo>
                  <a:pt x="517436" y="185851"/>
                </a:lnTo>
                <a:lnTo>
                  <a:pt x="564413" y="185851"/>
                </a:lnTo>
                <a:lnTo>
                  <a:pt x="564413" y="150190"/>
                </a:lnTo>
                <a:lnTo>
                  <a:pt x="522236" y="150190"/>
                </a:lnTo>
                <a:lnTo>
                  <a:pt x="522236" y="61379"/>
                </a:lnTo>
                <a:lnTo>
                  <a:pt x="565099" y="61379"/>
                </a:lnTo>
                <a:lnTo>
                  <a:pt x="565099" y="25374"/>
                </a:lnTo>
                <a:lnTo>
                  <a:pt x="477316" y="25374"/>
                </a:lnTo>
                <a:lnTo>
                  <a:pt x="477316" y="61379"/>
                </a:lnTo>
                <a:lnTo>
                  <a:pt x="477316" y="150190"/>
                </a:lnTo>
                <a:lnTo>
                  <a:pt x="472516" y="150190"/>
                </a:lnTo>
                <a:lnTo>
                  <a:pt x="472516" y="185851"/>
                </a:lnTo>
                <a:lnTo>
                  <a:pt x="472516" y="245173"/>
                </a:lnTo>
                <a:lnTo>
                  <a:pt x="417995" y="245173"/>
                </a:lnTo>
                <a:lnTo>
                  <a:pt x="417995" y="185851"/>
                </a:lnTo>
                <a:lnTo>
                  <a:pt x="472516" y="185851"/>
                </a:lnTo>
                <a:lnTo>
                  <a:pt x="472516" y="150190"/>
                </a:lnTo>
                <a:lnTo>
                  <a:pt x="412851" y="150190"/>
                </a:lnTo>
                <a:lnTo>
                  <a:pt x="412851" y="61379"/>
                </a:lnTo>
                <a:lnTo>
                  <a:pt x="477316" y="61379"/>
                </a:lnTo>
                <a:lnTo>
                  <a:pt x="477316" y="25374"/>
                </a:lnTo>
                <a:lnTo>
                  <a:pt x="325069" y="25374"/>
                </a:lnTo>
                <a:lnTo>
                  <a:pt x="325069" y="61379"/>
                </a:lnTo>
                <a:lnTo>
                  <a:pt x="367931" y="61379"/>
                </a:lnTo>
                <a:lnTo>
                  <a:pt x="367931" y="150190"/>
                </a:lnTo>
                <a:lnTo>
                  <a:pt x="326783" y="150190"/>
                </a:lnTo>
                <a:lnTo>
                  <a:pt x="326783" y="185851"/>
                </a:lnTo>
                <a:lnTo>
                  <a:pt x="373075" y="185851"/>
                </a:lnTo>
                <a:lnTo>
                  <a:pt x="373075" y="245173"/>
                </a:lnTo>
                <a:lnTo>
                  <a:pt x="302437" y="245173"/>
                </a:lnTo>
                <a:lnTo>
                  <a:pt x="302437" y="281520"/>
                </a:lnTo>
                <a:lnTo>
                  <a:pt x="588759" y="281520"/>
                </a:lnTo>
                <a:lnTo>
                  <a:pt x="588759" y="245173"/>
                </a:lnTo>
                <a:close/>
              </a:path>
              <a:path w="1192529" h="316864">
                <a:moveTo>
                  <a:pt x="820902" y="5486"/>
                </a:moveTo>
                <a:lnTo>
                  <a:pt x="778725" y="5486"/>
                </a:lnTo>
                <a:lnTo>
                  <a:pt x="778725" y="116586"/>
                </a:lnTo>
                <a:lnTo>
                  <a:pt x="753694" y="116586"/>
                </a:lnTo>
                <a:lnTo>
                  <a:pt x="746175" y="77025"/>
                </a:lnTo>
                <a:lnTo>
                  <a:pt x="740410" y="65151"/>
                </a:lnTo>
                <a:lnTo>
                  <a:pt x="731837" y="47498"/>
                </a:lnTo>
                <a:lnTo>
                  <a:pt x="713232" y="30632"/>
                </a:lnTo>
                <a:lnTo>
                  <a:pt x="713232" y="137160"/>
                </a:lnTo>
                <a:lnTo>
                  <a:pt x="711415" y="169011"/>
                </a:lnTo>
                <a:lnTo>
                  <a:pt x="706081" y="191592"/>
                </a:lnTo>
                <a:lnTo>
                  <a:pt x="697471" y="205054"/>
                </a:lnTo>
                <a:lnTo>
                  <a:pt x="685800" y="209511"/>
                </a:lnTo>
                <a:lnTo>
                  <a:pt x="674281" y="205054"/>
                </a:lnTo>
                <a:lnTo>
                  <a:pt x="665657" y="191592"/>
                </a:lnTo>
                <a:lnTo>
                  <a:pt x="660247" y="169011"/>
                </a:lnTo>
                <a:lnTo>
                  <a:pt x="658368" y="137160"/>
                </a:lnTo>
                <a:lnTo>
                  <a:pt x="660247" y="105511"/>
                </a:lnTo>
                <a:lnTo>
                  <a:pt x="665657" y="83019"/>
                </a:lnTo>
                <a:lnTo>
                  <a:pt x="674281" y="69608"/>
                </a:lnTo>
                <a:lnTo>
                  <a:pt x="685800" y="65151"/>
                </a:lnTo>
                <a:lnTo>
                  <a:pt x="697471" y="69608"/>
                </a:lnTo>
                <a:lnTo>
                  <a:pt x="706081" y="83019"/>
                </a:lnTo>
                <a:lnTo>
                  <a:pt x="711415" y="105511"/>
                </a:lnTo>
                <a:lnTo>
                  <a:pt x="713232" y="137160"/>
                </a:lnTo>
                <a:lnTo>
                  <a:pt x="713232" y="30632"/>
                </a:lnTo>
                <a:lnTo>
                  <a:pt x="711454" y="29019"/>
                </a:lnTo>
                <a:lnTo>
                  <a:pt x="685800" y="22631"/>
                </a:lnTo>
                <a:lnTo>
                  <a:pt x="657491" y="30492"/>
                </a:lnTo>
                <a:lnTo>
                  <a:pt x="636003" y="53149"/>
                </a:lnTo>
                <a:lnTo>
                  <a:pt x="622350" y="89179"/>
                </a:lnTo>
                <a:lnTo>
                  <a:pt x="617562" y="137160"/>
                </a:lnTo>
                <a:lnTo>
                  <a:pt x="622350" y="185343"/>
                </a:lnTo>
                <a:lnTo>
                  <a:pt x="636003" y="221475"/>
                </a:lnTo>
                <a:lnTo>
                  <a:pt x="657491" y="244157"/>
                </a:lnTo>
                <a:lnTo>
                  <a:pt x="685800" y="252031"/>
                </a:lnTo>
                <a:lnTo>
                  <a:pt x="712089" y="245287"/>
                </a:lnTo>
                <a:lnTo>
                  <a:pt x="732777" y="225806"/>
                </a:lnTo>
                <a:lnTo>
                  <a:pt x="740257" y="209511"/>
                </a:lnTo>
                <a:lnTo>
                  <a:pt x="747039" y="194741"/>
                </a:lnTo>
                <a:lnTo>
                  <a:pt x="754037" y="153276"/>
                </a:lnTo>
                <a:lnTo>
                  <a:pt x="778725" y="153276"/>
                </a:lnTo>
                <a:lnTo>
                  <a:pt x="778725" y="302094"/>
                </a:lnTo>
                <a:lnTo>
                  <a:pt x="820902" y="302094"/>
                </a:lnTo>
                <a:lnTo>
                  <a:pt x="820902" y="153276"/>
                </a:lnTo>
                <a:lnTo>
                  <a:pt x="820902" y="116586"/>
                </a:lnTo>
                <a:lnTo>
                  <a:pt x="820902" y="5486"/>
                </a:lnTo>
                <a:close/>
              </a:path>
              <a:path w="1192529" h="316864">
                <a:moveTo>
                  <a:pt x="885710" y="0"/>
                </a:moveTo>
                <a:lnTo>
                  <a:pt x="842848" y="0"/>
                </a:lnTo>
                <a:lnTo>
                  <a:pt x="842848" y="315810"/>
                </a:lnTo>
                <a:lnTo>
                  <a:pt x="885710" y="315810"/>
                </a:lnTo>
                <a:lnTo>
                  <a:pt x="885710" y="0"/>
                </a:lnTo>
                <a:close/>
              </a:path>
              <a:path w="1192529" h="316864">
                <a:moveTo>
                  <a:pt x="1120597" y="211226"/>
                </a:moveTo>
                <a:lnTo>
                  <a:pt x="1086878" y="187756"/>
                </a:lnTo>
                <a:lnTo>
                  <a:pt x="1063510" y="154393"/>
                </a:lnTo>
                <a:lnTo>
                  <a:pt x="1049909" y="114211"/>
                </a:lnTo>
                <a:lnTo>
                  <a:pt x="1045502" y="70294"/>
                </a:lnTo>
                <a:lnTo>
                  <a:pt x="1045502" y="24688"/>
                </a:lnTo>
                <a:lnTo>
                  <a:pt x="999896" y="24688"/>
                </a:lnTo>
                <a:lnTo>
                  <a:pt x="999896" y="70294"/>
                </a:lnTo>
                <a:lnTo>
                  <a:pt x="995311" y="114960"/>
                </a:lnTo>
                <a:lnTo>
                  <a:pt x="981214" y="156578"/>
                </a:lnTo>
                <a:lnTo>
                  <a:pt x="957084" y="191566"/>
                </a:lnTo>
                <a:lnTo>
                  <a:pt x="922401" y="216369"/>
                </a:lnTo>
                <a:lnTo>
                  <a:pt x="950518" y="252717"/>
                </a:lnTo>
                <a:lnTo>
                  <a:pt x="974852" y="236639"/>
                </a:lnTo>
                <a:lnTo>
                  <a:pt x="994968" y="215595"/>
                </a:lnTo>
                <a:lnTo>
                  <a:pt x="1011047" y="190322"/>
                </a:lnTo>
                <a:lnTo>
                  <a:pt x="1023213" y="161505"/>
                </a:lnTo>
                <a:lnTo>
                  <a:pt x="1034884" y="188595"/>
                </a:lnTo>
                <a:lnTo>
                  <a:pt x="1050442" y="212344"/>
                </a:lnTo>
                <a:lnTo>
                  <a:pt x="1070038" y="232105"/>
                </a:lnTo>
                <a:lnTo>
                  <a:pt x="1093851" y="247230"/>
                </a:lnTo>
                <a:lnTo>
                  <a:pt x="1120597" y="211226"/>
                </a:lnTo>
                <a:close/>
              </a:path>
              <a:path w="1192529" h="316864">
                <a:moveTo>
                  <a:pt x="1191920" y="0"/>
                </a:moveTo>
                <a:lnTo>
                  <a:pt x="1146657" y="0"/>
                </a:lnTo>
                <a:lnTo>
                  <a:pt x="1146657" y="99098"/>
                </a:lnTo>
                <a:lnTo>
                  <a:pt x="1085964" y="99098"/>
                </a:lnTo>
                <a:lnTo>
                  <a:pt x="1085964" y="135445"/>
                </a:lnTo>
                <a:lnTo>
                  <a:pt x="1146657" y="135445"/>
                </a:lnTo>
                <a:lnTo>
                  <a:pt x="1146657" y="316839"/>
                </a:lnTo>
                <a:lnTo>
                  <a:pt x="1191920" y="316839"/>
                </a:lnTo>
                <a:lnTo>
                  <a:pt x="119192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658246" y="2887301"/>
            <a:ext cx="262255" cy="316865"/>
          </a:xfrm>
          <a:custGeom>
            <a:avLst/>
            <a:gdLst/>
            <a:ahLst/>
            <a:cxnLst/>
            <a:rect l="l" t="t" r="r" b="b"/>
            <a:pathLst>
              <a:path w="262254" h="316864">
                <a:moveTo>
                  <a:pt x="100126" y="176936"/>
                </a:moveTo>
                <a:lnTo>
                  <a:pt x="65740" y="171187"/>
                </a:lnTo>
                <a:lnTo>
                  <a:pt x="38233" y="155119"/>
                </a:lnTo>
                <a:lnTo>
                  <a:pt x="19984" y="130500"/>
                </a:lnTo>
                <a:lnTo>
                  <a:pt x="13373" y="99098"/>
                </a:lnTo>
                <a:lnTo>
                  <a:pt x="19984" y="67840"/>
                </a:lnTo>
                <a:lnTo>
                  <a:pt x="38233" y="43205"/>
                </a:lnTo>
                <a:lnTo>
                  <a:pt x="65740" y="27056"/>
                </a:lnTo>
                <a:lnTo>
                  <a:pt x="100126" y="21259"/>
                </a:lnTo>
                <a:lnTo>
                  <a:pt x="134566" y="27056"/>
                </a:lnTo>
                <a:lnTo>
                  <a:pt x="162191" y="43205"/>
                </a:lnTo>
                <a:lnTo>
                  <a:pt x="174718" y="60007"/>
                </a:lnTo>
                <a:lnTo>
                  <a:pt x="100126" y="60007"/>
                </a:lnTo>
                <a:lnTo>
                  <a:pt x="83158" y="62643"/>
                </a:lnTo>
                <a:lnTo>
                  <a:pt x="69565" y="70294"/>
                </a:lnTo>
                <a:lnTo>
                  <a:pt x="60537" y="82574"/>
                </a:lnTo>
                <a:lnTo>
                  <a:pt x="57264" y="99098"/>
                </a:lnTo>
                <a:lnTo>
                  <a:pt x="60537" y="115621"/>
                </a:lnTo>
                <a:lnTo>
                  <a:pt x="69565" y="127901"/>
                </a:lnTo>
                <a:lnTo>
                  <a:pt x="83158" y="135552"/>
                </a:lnTo>
                <a:lnTo>
                  <a:pt x="100126" y="138188"/>
                </a:lnTo>
                <a:lnTo>
                  <a:pt x="174822" y="138188"/>
                </a:lnTo>
                <a:lnTo>
                  <a:pt x="162191" y="155119"/>
                </a:lnTo>
                <a:lnTo>
                  <a:pt x="134566" y="171187"/>
                </a:lnTo>
                <a:lnTo>
                  <a:pt x="100126" y="176936"/>
                </a:lnTo>
                <a:close/>
              </a:path>
              <a:path w="262254" h="316864">
                <a:moveTo>
                  <a:pt x="174822" y="138188"/>
                </a:moveTo>
                <a:lnTo>
                  <a:pt x="100126" y="138188"/>
                </a:lnTo>
                <a:lnTo>
                  <a:pt x="117094" y="135552"/>
                </a:lnTo>
                <a:lnTo>
                  <a:pt x="130687" y="127901"/>
                </a:lnTo>
                <a:lnTo>
                  <a:pt x="139715" y="115621"/>
                </a:lnTo>
                <a:lnTo>
                  <a:pt x="142989" y="99098"/>
                </a:lnTo>
                <a:lnTo>
                  <a:pt x="139715" y="82574"/>
                </a:lnTo>
                <a:lnTo>
                  <a:pt x="130687" y="70294"/>
                </a:lnTo>
                <a:lnTo>
                  <a:pt x="117094" y="62643"/>
                </a:lnTo>
                <a:lnTo>
                  <a:pt x="100126" y="60007"/>
                </a:lnTo>
                <a:lnTo>
                  <a:pt x="174718" y="60007"/>
                </a:lnTo>
                <a:lnTo>
                  <a:pt x="180558" y="67840"/>
                </a:lnTo>
                <a:lnTo>
                  <a:pt x="187223" y="99098"/>
                </a:lnTo>
                <a:lnTo>
                  <a:pt x="180558" y="130500"/>
                </a:lnTo>
                <a:lnTo>
                  <a:pt x="174822" y="138188"/>
                </a:lnTo>
                <a:close/>
              </a:path>
              <a:path w="262254" h="316864">
                <a:moveTo>
                  <a:pt x="261975" y="316839"/>
                </a:moveTo>
                <a:lnTo>
                  <a:pt x="216712" y="316839"/>
                </a:lnTo>
                <a:lnTo>
                  <a:pt x="216712" y="0"/>
                </a:lnTo>
                <a:lnTo>
                  <a:pt x="261975" y="0"/>
                </a:lnTo>
                <a:lnTo>
                  <a:pt x="261975" y="316839"/>
                </a:lnTo>
                <a:close/>
              </a:path>
              <a:path w="262254" h="316864">
                <a:moveTo>
                  <a:pt x="5829" y="252717"/>
                </a:moveTo>
                <a:lnTo>
                  <a:pt x="0" y="216027"/>
                </a:lnTo>
                <a:lnTo>
                  <a:pt x="45262" y="215818"/>
                </a:lnTo>
                <a:lnTo>
                  <a:pt x="95669" y="214612"/>
                </a:lnTo>
                <a:lnTo>
                  <a:pt x="148132" y="211542"/>
                </a:lnTo>
                <a:lnTo>
                  <a:pt x="199567" y="205740"/>
                </a:lnTo>
                <a:lnTo>
                  <a:pt x="202311" y="238315"/>
                </a:lnTo>
                <a:lnTo>
                  <a:pt x="150634" y="246352"/>
                </a:lnTo>
                <a:lnTo>
                  <a:pt x="99055" y="250659"/>
                </a:lnTo>
                <a:lnTo>
                  <a:pt x="49983" y="252395"/>
                </a:lnTo>
                <a:lnTo>
                  <a:pt x="5829" y="25271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040904" y="2887644"/>
            <a:ext cx="264160" cy="316230"/>
          </a:xfrm>
          <a:custGeom>
            <a:avLst/>
            <a:gdLst/>
            <a:ahLst/>
            <a:cxnLst/>
            <a:rect l="l" t="t" r="r" b="b"/>
            <a:pathLst>
              <a:path w="264160" h="316230">
                <a:moveTo>
                  <a:pt x="189623" y="67551"/>
                </a:moveTo>
                <a:lnTo>
                  <a:pt x="12687" y="67551"/>
                </a:lnTo>
                <a:lnTo>
                  <a:pt x="12687" y="30175"/>
                </a:lnTo>
                <a:lnTo>
                  <a:pt x="189623" y="30175"/>
                </a:lnTo>
                <a:lnTo>
                  <a:pt x="189623" y="67551"/>
                </a:lnTo>
                <a:close/>
              </a:path>
              <a:path w="264160" h="316230">
                <a:moveTo>
                  <a:pt x="25717" y="256489"/>
                </a:moveTo>
                <a:lnTo>
                  <a:pt x="0" y="220484"/>
                </a:lnTo>
                <a:lnTo>
                  <a:pt x="34547" y="196910"/>
                </a:lnTo>
                <a:lnTo>
                  <a:pt x="59064" y="164077"/>
                </a:lnTo>
                <a:lnTo>
                  <a:pt x="73680" y="125587"/>
                </a:lnTo>
                <a:lnTo>
                  <a:pt x="78524" y="85039"/>
                </a:lnTo>
                <a:lnTo>
                  <a:pt x="78524" y="67551"/>
                </a:lnTo>
                <a:lnTo>
                  <a:pt x="124472" y="67551"/>
                </a:lnTo>
                <a:lnTo>
                  <a:pt x="124472" y="85039"/>
                </a:lnTo>
                <a:lnTo>
                  <a:pt x="129262" y="123636"/>
                </a:lnTo>
                <a:lnTo>
                  <a:pt x="143760" y="160048"/>
                </a:lnTo>
                <a:lnTo>
                  <a:pt x="146808" y="163906"/>
                </a:lnTo>
                <a:lnTo>
                  <a:pt x="102184" y="163906"/>
                </a:lnTo>
                <a:lnTo>
                  <a:pt x="89512" y="193368"/>
                </a:lnTo>
                <a:lnTo>
                  <a:pt x="72566" y="219327"/>
                </a:lnTo>
                <a:lnTo>
                  <a:pt x="51311" y="240721"/>
                </a:lnTo>
                <a:lnTo>
                  <a:pt x="25717" y="256489"/>
                </a:lnTo>
                <a:close/>
              </a:path>
              <a:path w="264160" h="316230">
                <a:moveTo>
                  <a:pt x="177965" y="248602"/>
                </a:moveTo>
                <a:lnTo>
                  <a:pt x="131587" y="214612"/>
                </a:lnTo>
                <a:lnTo>
                  <a:pt x="102264" y="164077"/>
                </a:lnTo>
                <a:lnTo>
                  <a:pt x="102184" y="163906"/>
                </a:lnTo>
                <a:lnTo>
                  <a:pt x="146808" y="163906"/>
                </a:lnTo>
                <a:lnTo>
                  <a:pt x="168160" y="190931"/>
                </a:lnTo>
                <a:lnTo>
                  <a:pt x="202653" y="212940"/>
                </a:lnTo>
                <a:lnTo>
                  <a:pt x="177965" y="248602"/>
                </a:lnTo>
                <a:close/>
              </a:path>
              <a:path w="264160" h="316230">
                <a:moveTo>
                  <a:pt x="264033" y="315810"/>
                </a:moveTo>
                <a:lnTo>
                  <a:pt x="218770" y="315810"/>
                </a:lnTo>
                <a:lnTo>
                  <a:pt x="218770" y="0"/>
                </a:lnTo>
                <a:lnTo>
                  <a:pt x="264033" y="0"/>
                </a:lnTo>
                <a:lnTo>
                  <a:pt x="264033" y="31581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353628" y="2887987"/>
            <a:ext cx="266065" cy="316230"/>
          </a:xfrm>
          <a:custGeom>
            <a:avLst/>
            <a:gdLst/>
            <a:ahLst/>
            <a:cxnLst/>
            <a:rect l="l" t="t" r="r" b="b"/>
            <a:pathLst>
              <a:path w="266064" h="316230">
                <a:moveTo>
                  <a:pt x="265747" y="187566"/>
                </a:moveTo>
                <a:lnTo>
                  <a:pt x="220484" y="187566"/>
                </a:lnTo>
                <a:lnTo>
                  <a:pt x="220484" y="111442"/>
                </a:lnTo>
                <a:lnTo>
                  <a:pt x="173850" y="111442"/>
                </a:lnTo>
                <a:lnTo>
                  <a:pt x="173850" y="75095"/>
                </a:lnTo>
                <a:lnTo>
                  <a:pt x="220484" y="75095"/>
                </a:lnTo>
                <a:lnTo>
                  <a:pt x="220484" y="0"/>
                </a:lnTo>
                <a:lnTo>
                  <a:pt x="265747" y="0"/>
                </a:lnTo>
                <a:lnTo>
                  <a:pt x="265747" y="187566"/>
                </a:lnTo>
                <a:close/>
              </a:path>
              <a:path w="266064" h="316230">
                <a:moveTo>
                  <a:pt x="182079" y="53149"/>
                </a:moveTo>
                <a:lnTo>
                  <a:pt x="12344" y="53149"/>
                </a:lnTo>
                <a:lnTo>
                  <a:pt x="12344" y="17145"/>
                </a:lnTo>
                <a:lnTo>
                  <a:pt x="182079" y="17145"/>
                </a:lnTo>
                <a:lnTo>
                  <a:pt x="182079" y="53149"/>
                </a:lnTo>
                <a:close/>
              </a:path>
              <a:path w="266064" h="316230">
                <a:moveTo>
                  <a:pt x="22974" y="185166"/>
                </a:moveTo>
                <a:lnTo>
                  <a:pt x="0" y="149504"/>
                </a:lnTo>
                <a:lnTo>
                  <a:pt x="32939" y="132713"/>
                </a:lnTo>
                <a:lnTo>
                  <a:pt x="55978" y="109556"/>
                </a:lnTo>
                <a:lnTo>
                  <a:pt x="69630" y="82285"/>
                </a:lnTo>
                <a:lnTo>
                  <a:pt x="74409" y="53149"/>
                </a:lnTo>
                <a:lnTo>
                  <a:pt x="120700" y="53149"/>
                </a:lnTo>
                <a:lnTo>
                  <a:pt x="125287" y="80168"/>
                </a:lnTo>
                <a:lnTo>
                  <a:pt x="138360" y="105741"/>
                </a:lnTo>
                <a:lnTo>
                  <a:pt x="149632" y="116928"/>
                </a:lnTo>
                <a:lnTo>
                  <a:pt x="98412" y="116928"/>
                </a:lnTo>
                <a:lnTo>
                  <a:pt x="85853" y="138922"/>
                </a:lnTo>
                <a:lnTo>
                  <a:pt x="69180" y="158119"/>
                </a:lnTo>
                <a:lnTo>
                  <a:pt x="48263" y="173780"/>
                </a:lnTo>
                <a:lnTo>
                  <a:pt x="22974" y="185166"/>
                </a:lnTo>
                <a:close/>
              </a:path>
              <a:path w="266064" h="316230">
                <a:moveTo>
                  <a:pt x="170078" y="178993"/>
                </a:moveTo>
                <a:lnTo>
                  <a:pt x="146150" y="168476"/>
                </a:lnTo>
                <a:lnTo>
                  <a:pt x="126272" y="154262"/>
                </a:lnTo>
                <a:lnTo>
                  <a:pt x="110381" y="136897"/>
                </a:lnTo>
                <a:lnTo>
                  <a:pt x="98412" y="116928"/>
                </a:lnTo>
                <a:lnTo>
                  <a:pt x="149632" y="116928"/>
                </a:lnTo>
                <a:lnTo>
                  <a:pt x="160434" y="127649"/>
                </a:lnTo>
                <a:lnTo>
                  <a:pt x="192024" y="143675"/>
                </a:lnTo>
                <a:lnTo>
                  <a:pt x="170078" y="178993"/>
                </a:lnTo>
                <a:close/>
              </a:path>
              <a:path w="266064" h="316230">
                <a:moveTo>
                  <a:pt x="265747" y="315810"/>
                </a:moveTo>
                <a:lnTo>
                  <a:pt x="220484" y="315810"/>
                </a:lnTo>
                <a:lnTo>
                  <a:pt x="220484" y="237629"/>
                </a:lnTo>
                <a:lnTo>
                  <a:pt x="50406" y="237629"/>
                </a:lnTo>
                <a:lnTo>
                  <a:pt x="50406" y="201625"/>
                </a:lnTo>
                <a:lnTo>
                  <a:pt x="265747" y="201625"/>
                </a:lnTo>
                <a:lnTo>
                  <a:pt x="265747" y="31581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735233" y="2885592"/>
            <a:ext cx="609600" cy="318135"/>
          </a:xfrm>
          <a:custGeom>
            <a:avLst/>
            <a:gdLst/>
            <a:ahLst/>
            <a:cxnLst/>
            <a:rect l="l" t="t" r="r" b="b"/>
            <a:pathLst>
              <a:path w="609600" h="318135">
                <a:moveTo>
                  <a:pt x="195795" y="211569"/>
                </a:moveTo>
                <a:lnTo>
                  <a:pt x="162979" y="187261"/>
                </a:lnTo>
                <a:lnTo>
                  <a:pt x="145884" y="162191"/>
                </a:lnTo>
                <a:lnTo>
                  <a:pt x="140246" y="153924"/>
                </a:lnTo>
                <a:lnTo>
                  <a:pt x="127038" y="114604"/>
                </a:lnTo>
                <a:lnTo>
                  <a:pt x="122758" y="72351"/>
                </a:lnTo>
                <a:lnTo>
                  <a:pt x="122758" y="26403"/>
                </a:lnTo>
                <a:lnTo>
                  <a:pt x="77152" y="26403"/>
                </a:lnTo>
                <a:lnTo>
                  <a:pt x="77152" y="72351"/>
                </a:lnTo>
                <a:lnTo>
                  <a:pt x="72567" y="116078"/>
                </a:lnTo>
                <a:lnTo>
                  <a:pt x="58508" y="156959"/>
                </a:lnTo>
                <a:lnTo>
                  <a:pt x="34480" y="191554"/>
                </a:lnTo>
                <a:lnTo>
                  <a:pt x="0" y="216369"/>
                </a:lnTo>
                <a:lnTo>
                  <a:pt x="27089" y="253060"/>
                </a:lnTo>
                <a:lnTo>
                  <a:pt x="51612" y="237121"/>
                </a:lnTo>
                <a:lnTo>
                  <a:pt x="71831" y="216115"/>
                </a:lnTo>
                <a:lnTo>
                  <a:pt x="87947" y="190855"/>
                </a:lnTo>
                <a:lnTo>
                  <a:pt x="100126" y="162191"/>
                </a:lnTo>
                <a:lnTo>
                  <a:pt x="111658" y="189026"/>
                </a:lnTo>
                <a:lnTo>
                  <a:pt x="126784" y="212559"/>
                </a:lnTo>
                <a:lnTo>
                  <a:pt x="145643" y="232156"/>
                </a:lnTo>
                <a:lnTo>
                  <a:pt x="168363" y="247230"/>
                </a:lnTo>
                <a:lnTo>
                  <a:pt x="195795" y="211569"/>
                </a:lnTo>
                <a:close/>
              </a:path>
              <a:path w="609600" h="318135">
                <a:moveTo>
                  <a:pt x="299694" y="123444"/>
                </a:moveTo>
                <a:lnTo>
                  <a:pt x="253746" y="123444"/>
                </a:lnTo>
                <a:lnTo>
                  <a:pt x="253746" y="2057"/>
                </a:lnTo>
                <a:lnTo>
                  <a:pt x="208483" y="2057"/>
                </a:lnTo>
                <a:lnTo>
                  <a:pt x="208483" y="317868"/>
                </a:lnTo>
                <a:lnTo>
                  <a:pt x="253746" y="317868"/>
                </a:lnTo>
                <a:lnTo>
                  <a:pt x="253746" y="161163"/>
                </a:lnTo>
                <a:lnTo>
                  <a:pt x="299694" y="161163"/>
                </a:lnTo>
                <a:lnTo>
                  <a:pt x="299694" y="123444"/>
                </a:lnTo>
                <a:close/>
              </a:path>
              <a:path w="609600" h="318135">
                <a:moveTo>
                  <a:pt x="488975" y="134416"/>
                </a:moveTo>
                <a:lnTo>
                  <a:pt x="483273" y="111404"/>
                </a:lnTo>
                <a:lnTo>
                  <a:pt x="482701" y="110756"/>
                </a:lnTo>
                <a:lnTo>
                  <a:pt x="467334" y="93522"/>
                </a:lnTo>
                <a:lnTo>
                  <a:pt x="445770" y="83350"/>
                </a:lnTo>
                <a:lnTo>
                  <a:pt x="445770" y="134416"/>
                </a:lnTo>
                <a:lnTo>
                  <a:pt x="443255" y="144627"/>
                </a:lnTo>
                <a:lnTo>
                  <a:pt x="436206" y="152031"/>
                </a:lnTo>
                <a:lnTo>
                  <a:pt x="425373" y="156552"/>
                </a:lnTo>
                <a:lnTo>
                  <a:pt x="411480" y="158076"/>
                </a:lnTo>
                <a:lnTo>
                  <a:pt x="397586" y="156552"/>
                </a:lnTo>
                <a:lnTo>
                  <a:pt x="386753" y="152031"/>
                </a:lnTo>
                <a:lnTo>
                  <a:pt x="379704" y="144627"/>
                </a:lnTo>
                <a:lnTo>
                  <a:pt x="377190" y="134416"/>
                </a:lnTo>
                <a:lnTo>
                  <a:pt x="379704" y="124206"/>
                </a:lnTo>
                <a:lnTo>
                  <a:pt x="386753" y="116801"/>
                </a:lnTo>
                <a:lnTo>
                  <a:pt x="397586" y="112280"/>
                </a:lnTo>
                <a:lnTo>
                  <a:pt x="411480" y="110756"/>
                </a:lnTo>
                <a:lnTo>
                  <a:pt x="425373" y="112280"/>
                </a:lnTo>
                <a:lnTo>
                  <a:pt x="436206" y="116801"/>
                </a:lnTo>
                <a:lnTo>
                  <a:pt x="443255" y="124206"/>
                </a:lnTo>
                <a:lnTo>
                  <a:pt x="445770" y="134416"/>
                </a:lnTo>
                <a:lnTo>
                  <a:pt x="445770" y="83350"/>
                </a:lnTo>
                <a:lnTo>
                  <a:pt x="442823" y="81953"/>
                </a:lnTo>
                <a:lnTo>
                  <a:pt x="411480" y="77838"/>
                </a:lnTo>
                <a:lnTo>
                  <a:pt x="380136" y="81953"/>
                </a:lnTo>
                <a:lnTo>
                  <a:pt x="355625" y="93522"/>
                </a:lnTo>
                <a:lnTo>
                  <a:pt x="339674" y="111404"/>
                </a:lnTo>
                <a:lnTo>
                  <a:pt x="333984" y="134416"/>
                </a:lnTo>
                <a:lnTo>
                  <a:pt x="339674" y="157378"/>
                </a:lnTo>
                <a:lnTo>
                  <a:pt x="355625" y="175133"/>
                </a:lnTo>
                <a:lnTo>
                  <a:pt x="380136" y="186588"/>
                </a:lnTo>
                <a:lnTo>
                  <a:pt x="411480" y="190652"/>
                </a:lnTo>
                <a:lnTo>
                  <a:pt x="442823" y="186588"/>
                </a:lnTo>
                <a:lnTo>
                  <a:pt x="467334" y="175133"/>
                </a:lnTo>
                <a:lnTo>
                  <a:pt x="482650" y="158076"/>
                </a:lnTo>
                <a:lnTo>
                  <a:pt x="483273" y="157378"/>
                </a:lnTo>
                <a:lnTo>
                  <a:pt x="488975" y="134416"/>
                </a:lnTo>
                <a:close/>
              </a:path>
              <a:path w="609600" h="318135">
                <a:moveTo>
                  <a:pt x="504405" y="32232"/>
                </a:moveTo>
                <a:lnTo>
                  <a:pt x="434111" y="32232"/>
                </a:lnTo>
                <a:lnTo>
                  <a:pt x="434111" y="0"/>
                </a:lnTo>
                <a:lnTo>
                  <a:pt x="388505" y="0"/>
                </a:lnTo>
                <a:lnTo>
                  <a:pt x="388505" y="32232"/>
                </a:lnTo>
                <a:lnTo>
                  <a:pt x="318554" y="32232"/>
                </a:lnTo>
                <a:lnTo>
                  <a:pt x="318554" y="67551"/>
                </a:lnTo>
                <a:lnTo>
                  <a:pt x="504405" y="67551"/>
                </a:lnTo>
                <a:lnTo>
                  <a:pt x="504405" y="32232"/>
                </a:lnTo>
                <a:close/>
              </a:path>
              <a:path w="609600" h="318135">
                <a:moveTo>
                  <a:pt x="570242" y="261975"/>
                </a:moveTo>
                <a:lnTo>
                  <a:pt x="563283" y="239687"/>
                </a:lnTo>
                <a:lnTo>
                  <a:pt x="562851" y="238290"/>
                </a:lnTo>
                <a:lnTo>
                  <a:pt x="541693" y="220611"/>
                </a:lnTo>
                <a:lnTo>
                  <a:pt x="525322" y="215201"/>
                </a:lnTo>
                <a:lnTo>
                  <a:pt x="525322" y="261975"/>
                </a:lnTo>
                <a:lnTo>
                  <a:pt x="521373" y="271830"/>
                </a:lnTo>
                <a:lnTo>
                  <a:pt x="509714" y="278777"/>
                </a:lnTo>
                <a:lnTo>
                  <a:pt x="490601" y="282905"/>
                </a:lnTo>
                <a:lnTo>
                  <a:pt x="464286" y="284264"/>
                </a:lnTo>
                <a:lnTo>
                  <a:pt x="437972" y="282905"/>
                </a:lnTo>
                <a:lnTo>
                  <a:pt x="418846" y="278777"/>
                </a:lnTo>
                <a:lnTo>
                  <a:pt x="407187" y="271830"/>
                </a:lnTo>
                <a:lnTo>
                  <a:pt x="403250" y="261975"/>
                </a:lnTo>
                <a:lnTo>
                  <a:pt x="407187" y="251980"/>
                </a:lnTo>
                <a:lnTo>
                  <a:pt x="418846" y="245046"/>
                </a:lnTo>
                <a:lnTo>
                  <a:pt x="437972" y="240995"/>
                </a:lnTo>
                <a:lnTo>
                  <a:pt x="464286" y="239687"/>
                </a:lnTo>
                <a:lnTo>
                  <a:pt x="490601" y="240995"/>
                </a:lnTo>
                <a:lnTo>
                  <a:pt x="509714" y="245046"/>
                </a:lnTo>
                <a:lnTo>
                  <a:pt x="521373" y="251980"/>
                </a:lnTo>
                <a:lnTo>
                  <a:pt x="525322" y="261975"/>
                </a:lnTo>
                <a:lnTo>
                  <a:pt x="525322" y="215201"/>
                </a:lnTo>
                <a:lnTo>
                  <a:pt x="508330" y="209562"/>
                </a:lnTo>
                <a:lnTo>
                  <a:pt x="464286" y="205740"/>
                </a:lnTo>
                <a:lnTo>
                  <a:pt x="420243" y="209562"/>
                </a:lnTo>
                <a:lnTo>
                  <a:pt x="386880" y="220611"/>
                </a:lnTo>
                <a:lnTo>
                  <a:pt x="365721" y="238290"/>
                </a:lnTo>
                <a:lnTo>
                  <a:pt x="358330" y="261975"/>
                </a:lnTo>
                <a:lnTo>
                  <a:pt x="365721" y="285470"/>
                </a:lnTo>
                <a:lnTo>
                  <a:pt x="386880" y="303034"/>
                </a:lnTo>
                <a:lnTo>
                  <a:pt x="420243" y="314058"/>
                </a:lnTo>
                <a:lnTo>
                  <a:pt x="464286" y="317868"/>
                </a:lnTo>
                <a:lnTo>
                  <a:pt x="508330" y="314058"/>
                </a:lnTo>
                <a:lnTo>
                  <a:pt x="541693" y="303034"/>
                </a:lnTo>
                <a:lnTo>
                  <a:pt x="562851" y="285470"/>
                </a:lnTo>
                <a:lnTo>
                  <a:pt x="563219" y="284264"/>
                </a:lnTo>
                <a:lnTo>
                  <a:pt x="570242" y="261975"/>
                </a:lnTo>
                <a:close/>
              </a:path>
              <a:path w="609600" h="318135">
                <a:moveTo>
                  <a:pt x="608990" y="82638"/>
                </a:moveTo>
                <a:lnTo>
                  <a:pt x="567156" y="82638"/>
                </a:lnTo>
                <a:lnTo>
                  <a:pt x="567156" y="2400"/>
                </a:lnTo>
                <a:lnTo>
                  <a:pt x="521893" y="2400"/>
                </a:lnTo>
                <a:lnTo>
                  <a:pt x="521893" y="202311"/>
                </a:lnTo>
                <a:lnTo>
                  <a:pt x="567156" y="202311"/>
                </a:lnTo>
                <a:lnTo>
                  <a:pt x="567156" y="119672"/>
                </a:lnTo>
                <a:lnTo>
                  <a:pt x="608990" y="119672"/>
                </a:lnTo>
                <a:lnTo>
                  <a:pt x="608990" y="82638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707869" y="5473735"/>
            <a:ext cx="264160" cy="316230"/>
          </a:xfrm>
          <a:custGeom>
            <a:avLst/>
            <a:gdLst/>
            <a:ahLst/>
            <a:cxnLst/>
            <a:rect l="l" t="t" r="r" b="b"/>
            <a:pathLst>
              <a:path w="264160" h="316229">
                <a:moveTo>
                  <a:pt x="189623" y="67551"/>
                </a:moveTo>
                <a:lnTo>
                  <a:pt x="12687" y="67551"/>
                </a:lnTo>
                <a:lnTo>
                  <a:pt x="12687" y="30175"/>
                </a:lnTo>
                <a:lnTo>
                  <a:pt x="189623" y="30175"/>
                </a:lnTo>
                <a:lnTo>
                  <a:pt x="189623" y="67551"/>
                </a:lnTo>
                <a:close/>
              </a:path>
              <a:path w="264160" h="316229">
                <a:moveTo>
                  <a:pt x="25717" y="256489"/>
                </a:moveTo>
                <a:lnTo>
                  <a:pt x="0" y="220484"/>
                </a:lnTo>
                <a:lnTo>
                  <a:pt x="34547" y="196910"/>
                </a:lnTo>
                <a:lnTo>
                  <a:pt x="59064" y="164077"/>
                </a:lnTo>
                <a:lnTo>
                  <a:pt x="73680" y="125587"/>
                </a:lnTo>
                <a:lnTo>
                  <a:pt x="78524" y="85039"/>
                </a:lnTo>
                <a:lnTo>
                  <a:pt x="78524" y="67551"/>
                </a:lnTo>
                <a:lnTo>
                  <a:pt x="124472" y="67551"/>
                </a:lnTo>
                <a:lnTo>
                  <a:pt x="124472" y="85039"/>
                </a:lnTo>
                <a:lnTo>
                  <a:pt x="129262" y="123636"/>
                </a:lnTo>
                <a:lnTo>
                  <a:pt x="143760" y="160048"/>
                </a:lnTo>
                <a:lnTo>
                  <a:pt x="146808" y="163906"/>
                </a:lnTo>
                <a:lnTo>
                  <a:pt x="102184" y="163906"/>
                </a:lnTo>
                <a:lnTo>
                  <a:pt x="89512" y="193368"/>
                </a:lnTo>
                <a:lnTo>
                  <a:pt x="72566" y="219327"/>
                </a:lnTo>
                <a:lnTo>
                  <a:pt x="51311" y="240721"/>
                </a:lnTo>
                <a:lnTo>
                  <a:pt x="25717" y="256489"/>
                </a:lnTo>
                <a:close/>
              </a:path>
              <a:path w="264160" h="316229">
                <a:moveTo>
                  <a:pt x="177965" y="248602"/>
                </a:moveTo>
                <a:lnTo>
                  <a:pt x="131587" y="214612"/>
                </a:lnTo>
                <a:lnTo>
                  <a:pt x="102264" y="164077"/>
                </a:lnTo>
                <a:lnTo>
                  <a:pt x="102184" y="163906"/>
                </a:lnTo>
                <a:lnTo>
                  <a:pt x="146808" y="163906"/>
                </a:lnTo>
                <a:lnTo>
                  <a:pt x="168160" y="190931"/>
                </a:lnTo>
                <a:lnTo>
                  <a:pt x="202653" y="212940"/>
                </a:lnTo>
                <a:lnTo>
                  <a:pt x="177965" y="248602"/>
                </a:lnTo>
                <a:close/>
              </a:path>
              <a:path w="264160" h="316229">
                <a:moveTo>
                  <a:pt x="264033" y="315810"/>
                </a:moveTo>
                <a:lnTo>
                  <a:pt x="218770" y="315810"/>
                </a:lnTo>
                <a:lnTo>
                  <a:pt x="218770" y="0"/>
                </a:lnTo>
                <a:lnTo>
                  <a:pt x="264033" y="0"/>
                </a:lnTo>
                <a:lnTo>
                  <a:pt x="264033" y="31581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020594" y="5474078"/>
            <a:ext cx="266065" cy="316230"/>
          </a:xfrm>
          <a:custGeom>
            <a:avLst/>
            <a:gdLst/>
            <a:ahLst/>
            <a:cxnLst/>
            <a:rect l="l" t="t" r="r" b="b"/>
            <a:pathLst>
              <a:path w="266064" h="316229">
                <a:moveTo>
                  <a:pt x="265747" y="187566"/>
                </a:moveTo>
                <a:lnTo>
                  <a:pt x="220484" y="187566"/>
                </a:lnTo>
                <a:lnTo>
                  <a:pt x="220484" y="111442"/>
                </a:lnTo>
                <a:lnTo>
                  <a:pt x="173850" y="111442"/>
                </a:lnTo>
                <a:lnTo>
                  <a:pt x="173850" y="75095"/>
                </a:lnTo>
                <a:lnTo>
                  <a:pt x="220484" y="75095"/>
                </a:lnTo>
                <a:lnTo>
                  <a:pt x="220484" y="0"/>
                </a:lnTo>
                <a:lnTo>
                  <a:pt x="265747" y="0"/>
                </a:lnTo>
                <a:lnTo>
                  <a:pt x="265747" y="187566"/>
                </a:lnTo>
                <a:close/>
              </a:path>
              <a:path w="266064" h="316229">
                <a:moveTo>
                  <a:pt x="182079" y="53149"/>
                </a:moveTo>
                <a:lnTo>
                  <a:pt x="12344" y="53149"/>
                </a:lnTo>
                <a:lnTo>
                  <a:pt x="12344" y="17145"/>
                </a:lnTo>
                <a:lnTo>
                  <a:pt x="182079" y="17145"/>
                </a:lnTo>
                <a:lnTo>
                  <a:pt x="182079" y="53149"/>
                </a:lnTo>
                <a:close/>
              </a:path>
              <a:path w="266064" h="316229">
                <a:moveTo>
                  <a:pt x="22974" y="185166"/>
                </a:moveTo>
                <a:lnTo>
                  <a:pt x="0" y="149504"/>
                </a:lnTo>
                <a:lnTo>
                  <a:pt x="32939" y="132713"/>
                </a:lnTo>
                <a:lnTo>
                  <a:pt x="55978" y="109556"/>
                </a:lnTo>
                <a:lnTo>
                  <a:pt x="69630" y="82285"/>
                </a:lnTo>
                <a:lnTo>
                  <a:pt x="74409" y="53149"/>
                </a:lnTo>
                <a:lnTo>
                  <a:pt x="120700" y="53149"/>
                </a:lnTo>
                <a:lnTo>
                  <a:pt x="125287" y="80168"/>
                </a:lnTo>
                <a:lnTo>
                  <a:pt x="138360" y="105741"/>
                </a:lnTo>
                <a:lnTo>
                  <a:pt x="149632" y="116928"/>
                </a:lnTo>
                <a:lnTo>
                  <a:pt x="98412" y="116928"/>
                </a:lnTo>
                <a:lnTo>
                  <a:pt x="85853" y="138922"/>
                </a:lnTo>
                <a:lnTo>
                  <a:pt x="69180" y="158119"/>
                </a:lnTo>
                <a:lnTo>
                  <a:pt x="48263" y="173780"/>
                </a:lnTo>
                <a:lnTo>
                  <a:pt x="22974" y="185166"/>
                </a:lnTo>
                <a:close/>
              </a:path>
              <a:path w="266064" h="316229">
                <a:moveTo>
                  <a:pt x="170078" y="178993"/>
                </a:moveTo>
                <a:lnTo>
                  <a:pt x="146150" y="168476"/>
                </a:lnTo>
                <a:lnTo>
                  <a:pt x="126272" y="154262"/>
                </a:lnTo>
                <a:lnTo>
                  <a:pt x="110381" y="136897"/>
                </a:lnTo>
                <a:lnTo>
                  <a:pt x="98412" y="116928"/>
                </a:lnTo>
                <a:lnTo>
                  <a:pt x="149632" y="116928"/>
                </a:lnTo>
                <a:lnTo>
                  <a:pt x="160434" y="127649"/>
                </a:lnTo>
                <a:lnTo>
                  <a:pt x="192024" y="143675"/>
                </a:lnTo>
                <a:lnTo>
                  <a:pt x="170078" y="178993"/>
                </a:lnTo>
                <a:close/>
              </a:path>
              <a:path w="266064" h="316229">
                <a:moveTo>
                  <a:pt x="265747" y="315810"/>
                </a:moveTo>
                <a:lnTo>
                  <a:pt x="220484" y="315810"/>
                </a:lnTo>
                <a:lnTo>
                  <a:pt x="220484" y="237629"/>
                </a:lnTo>
                <a:lnTo>
                  <a:pt x="50406" y="237629"/>
                </a:lnTo>
                <a:lnTo>
                  <a:pt x="50406" y="201625"/>
                </a:lnTo>
                <a:lnTo>
                  <a:pt x="265747" y="201625"/>
                </a:lnTo>
                <a:lnTo>
                  <a:pt x="265747" y="31581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2402192" y="5471680"/>
            <a:ext cx="901700" cy="318135"/>
          </a:xfrm>
          <a:custGeom>
            <a:avLst/>
            <a:gdLst/>
            <a:ahLst/>
            <a:cxnLst/>
            <a:rect l="l" t="t" r="r" b="b"/>
            <a:pathLst>
              <a:path w="901700" h="318135">
                <a:moveTo>
                  <a:pt x="195795" y="211569"/>
                </a:moveTo>
                <a:lnTo>
                  <a:pt x="162979" y="187261"/>
                </a:lnTo>
                <a:lnTo>
                  <a:pt x="145884" y="162191"/>
                </a:lnTo>
                <a:lnTo>
                  <a:pt x="140246" y="153924"/>
                </a:lnTo>
                <a:lnTo>
                  <a:pt x="127038" y="114604"/>
                </a:lnTo>
                <a:lnTo>
                  <a:pt x="122758" y="72351"/>
                </a:lnTo>
                <a:lnTo>
                  <a:pt x="122758" y="26403"/>
                </a:lnTo>
                <a:lnTo>
                  <a:pt x="77152" y="26403"/>
                </a:lnTo>
                <a:lnTo>
                  <a:pt x="77152" y="72351"/>
                </a:lnTo>
                <a:lnTo>
                  <a:pt x="72580" y="116078"/>
                </a:lnTo>
                <a:lnTo>
                  <a:pt x="58508" y="156972"/>
                </a:lnTo>
                <a:lnTo>
                  <a:pt x="34480" y="191554"/>
                </a:lnTo>
                <a:lnTo>
                  <a:pt x="0" y="216369"/>
                </a:lnTo>
                <a:lnTo>
                  <a:pt x="27089" y="253060"/>
                </a:lnTo>
                <a:lnTo>
                  <a:pt x="51625" y="237134"/>
                </a:lnTo>
                <a:lnTo>
                  <a:pt x="71843" y="216115"/>
                </a:lnTo>
                <a:lnTo>
                  <a:pt x="87947" y="190855"/>
                </a:lnTo>
                <a:lnTo>
                  <a:pt x="100126" y="162191"/>
                </a:lnTo>
                <a:lnTo>
                  <a:pt x="111658" y="189026"/>
                </a:lnTo>
                <a:lnTo>
                  <a:pt x="126796" y="212559"/>
                </a:lnTo>
                <a:lnTo>
                  <a:pt x="145656" y="232168"/>
                </a:lnTo>
                <a:lnTo>
                  <a:pt x="168363" y="247230"/>
                </a:lnTo>
                <a:lnTo>
                  <a:pt x="195795" y="211569"/>
                </a:lnTo>
                <a:close/>
              </a:path>
              <a:path w="901700" h="318135">
                <a:moveTo>
                  <a:pt x="299694" y="123444"/>
                </a:moveTo>
                <a:lnTo>
                  <a:pt x="253746" y="123444"/>
                </a:lnTo>
                <a:lnTo>
                  <a:pt x="253746" y="2057"/>
                </a:lnTo>
                <a:lnTo>
                  <a:pt x="208483" y="2057"/>
                </a:lnTo>
                <a:lnTo>
                  <a:pt x="208483" y="317868"/>
                </a:lnTo>
                <a:lnTo>
                  <a:pt x="253746" y="317868"/>
                </a:lnTo>
                <a:lnTo>
                  <a:pt x="253746" y="161163"/>
                </a:lnTo>
                <a:lnTo>
                  <a:pt x="299694" y="161163"/>
                </a:lnTo>
                <a:lnTo>
                  <a:pt x="299694" y="123444"/>
                </a:lnTo>
                <a:close/>
              </a:path>
              <a:path w="901700" h="318135">
                <a:moveTo>
                  <a:pt x="488975" y="134416"/>
                </a:moveTo>
                <a:lnTo>
                  <a:pt x="483285" y="111404"/>
                </a:lnTo>
                <a:lnTo>
                  <a:pt x="482714" y="110756"/>
                </a:lnTo>
                <a:lnTo>
                  <a:pt x="467334" y="93535"/>
                </a:lnTo>
                <a:lnTo>
                  <a:pt x="445770" y="83350"/>
                </a:lnTo>
                <a:lnTo>
                  <a:pt x="445770" y="134416"/>
                </a:lnTo>
                <a:lnTo>
                  <a:pt x="443268" y="144627"/>
                </a:lnTo>
                <a:lnTo>
                  <a:pt x="436219" y="152031"/>
                </a:lnTo>
                <a:lnTo>
                  <a:pt x="425373" y="156552"/>
                </a:lnTo>
                <a:lnTo>
                  <a:pt x="411480" y="158076"/>
                </a:lnTo>
                <a:lnTo>
                  <a:pt x="397586" y="156552"/>
                </a:lnTo>
                <a:lnTo>
                  <a:pt x="386753" y="152031"/>
                </a:lnTo>
                <a:lnTo>
                  <a:pt x="379704" y="144627"/>
                </a:lnTo>
                <a:lnTo>
                  <a:pt x="377190" y="134416"/>
                </a:lnTo>
                <a:lnTo>
                  <a:pt x="379704" y="124218"/>
                </a:lnTo>
                <a:lnTo>
                  <a:pt x="386753" y="116801"/>
                </a:lnTo>
                <a:lnTo>
                  <a:pt x="397586" y="112293"/>
                </a:lnTo>
                <a:lnTo>
                  <a:pt x="411480" y="110756"/>
                </a:lnTo>
                <a:lnTo>
                  <a:pt x="425373" y="112293"/>
                </a:lnTo>
                <a:lnTo>
                  <a:pt x="436219" y="116801"/>
                </a:lnTo>
                <a:lnTo>
                  <a:pt x="443268" y="124218"/>
                </a:lnTo>
                <a:lnTo>
                  <a:pt x="445770" y="134416"/>
                </a:lnTo>
                <a:lnTo>
                  <a:pt x="445770" y="83350"/>
                </a:lnTo>
                <a:lnTo>
                  <a:pt x="442836" y="81953"/>
                </a:lnTo>
                <a:lnTo>
                  <a:pt x="411480" y="77838"/>
                </a:lnTo>
                <a:lnTo>
                  <a:pt x="380136" y="81953"/>
                </a:lnTo>
                <a:lnTo>
                  <a:pt x="355638" y="93535"/>
                </a:lnTo>
                <a:lnTo>
                  <a:pt x="339686" y="111404"/>
                </a:lnTo>
                <a:lnTo>
                  <a:pt x="333984" y="134416"/>
                </a:lnTo>
                <a:lnTo>
                  <a:pt x="339686" y="157378"/>
                </a:lnTo>
                <a:lnTo>
                  <a:pt x="355638" y="175145"/>
                </a:lnTo>
                <a:lnTo>
                  <a:pt x="380136" y="186601"/>
                </a:lnTo>
                <a:lnTo>
                  <a:pt x="411480" y="190652"/>
                </a:lnTo>
                <a:lnTo>
                  <a:pt x="442836" y="186601"/>
                </a:lnTo>
                <a:lnTo>
                  <a:pt x="467334" y="175145"/>
                </a:lnTo>
                <a:lnTo>
                  <a:pt x="482663" y="158076"/>
                </a:lnTo>
                <a:lnTo>
                  <a:pt x="483285" y="157378"/>
                </a:lnTo>
                <a:lnTo>
                  <a:pt x="488975" y="134416"/>
                </a:lnTo>
                <a:close/>
              </a:path>
              <a:path w="901700" h="318135">
                <a:moveTo>
                  <a:pt x="504405" y="32232"/>
                </a:moveTo>
                <a:lnTo>
                  <a:pt x="434111" y="32232"/>
                </a:lnTo>
                <a:lnTo>
                  <a:pt x="434111" y="0"/>
                </a:lnTo>
                <a:lnTo>
                  <a:pt x="388505" y="0"/>
                </a:lnTo>
                <a:lnTo>
                  <a:pt x="388505" y="32232"/>
                </a:lnTo>
                <a:lnTo>
                  <a:pt x="318554" y="32232"/>
                </a:lnTo>
                <a:lnTo>
                  <a:pt x="318554" y="67551"/>
                </a:lnTo>
                <a:lnTo>
                  <a:pt x="504405" y="67551"/>
                </a:lnTo>
                <a:lnTo>
                  <a:pt x="504405" y="32232"/>
                </a:lnTo>
                <a:close/>
              </a:path>
              <a:path w="901700" h="318135">
                <a:moveTo>
                  <a:pt x="570242" y="261975"/>
                </a:moveTo>
                <a:lnTo>
                  <a:pt x="563295" y="239687"/>
                </a:lnTo>
                <a:lnTo>
                  <a:pt x="562851" y="238290"/>
                </a:lnTo>
                <a:lnTo>
                  <a:pt x="541705" y="220611"/>
                </a:lnTo>
                <a:lnTo>
                  <a:pt x="525322" y="215188"/>
                </a:lnTo>
                <a:lnTo>
                  <a:pt x="525322" y="261975"/>
                </a:lnTo>
                <a:lnTo>
                  <a:pt x="521385" y="271830"/>
                </a:lnTo>
                <a:lnTo>
                  <a:pt x="509727" y="278777"/>
                </a:lnTo>
                <a:lnTo>
                  <a:pt x="490613" y="282905"/>
                </a:lnTo>
                <a:lnTo>
                  <a:pt x="464286" y="284264"/>
                </a:lnTo>
                <a:lnTo>
                  <a:pt x="437972" y="282905"/>
                </a:lnTo>
                <a:lnTo>
                  <a:pt x="418858" y="278777"/>
                </a:lnTo>
                <a:lnTo>
                  <a:pt x="407200" y="271830"/>
                </a:lnTo>
                <a:lnTo>
                  <a:pt x="403250" y="261975"/>
                </a:lnTo>
                <a:lnTo>
                  <a:pt x="407200" y="251993"/>
                </a:lnTo>
                <a:lnTo>
                  <a:pt x="418858" y="245046"/>
                </a:lnTo>
                <a:lnTo>
                  <a:pt x="437972" y="241007"/>
                </a:lnTo>
                <a:lnTo>
                  <a:pt x="464286" y="239687"/>
                </a:lnTo>
                <a:lnTo>
                  <a:pt x="490613" y="241007"/>
                </a:lnTo>
                <a:lnTo>
                  <a:pt x="509727" y="245046"/>
                </a:lnTo>
                <a:lnTo>
                  <a:pt x="521385" y="251993"/>
                </a:lnTo>
                <a:lnTo>
                  <a:pt x="525322" y="261975"/>
                </a:lnTo>
                <a:lnTo>
                  <a:pt x="525322" y="215188"/>
                </a:lnTo>
                <a:lnTo>
                  <a:pt x="508330" y="209562"/>
                </a:lnTo>
                <a:lnTo>
                  <a:pt x="464286" y="205740"/>
                </a:lnTo>
                <a:lnTo>
                  <a:pt x="420255" y="209562"/>
                </a:lnTo>
                <a:lnTo>
                  <a:pt x="386880" y="220611"/>
                </a:lnTo>
                <a:lnTo>
                  <a:pt x="365734" y="238290"/>
                </a:lnTo>
                <a:lnTo>
                  <a:pt x="358330" y="261975"/>
                </a:lnTo>
                <a:lnTo>
                  <a:pt x="365734" y="285470"/>
                </a:lnTo>
                <a:lnTo>
                  <a:pt x="386880" y="303047"/>
                </a:lnTo>
                <a:lnTo>
                  <a:pt x="420255" y="314058"/>
                </a:lnTo>
                <a:lnTo>
                  <a:pt x="464286" y="317868"/>
                </a:lnTo>
                <a:lnTo>
                  <a:pt x="508330" y="314058"/>
                </a:lnTo>
                <a:lnTo>
                  <a:pt x="541705" y="303047"/>
                </a:lnTo>
                <a:lnTo>
                  <a:pt x="562851" y="285470"/>
                </a:lnTo>
                <a:lnTo>
                  <a:pt x="563232" y="284264"/>
                </a:lnTo>
                <a:lnTo>
                  <a:pt x="570242" y="261975"/>
                </a:lnTo>
                <a:close/>
              </a:path>
              <a:path w="901700" h="318135">
                <a:moveTo>
                  <a:pt x="608990" y="82638"/>
                </a:moveTo>
                <a:lnTo>
                  <a:pt x="567156" y="82638"/>
                </a:lnTo>
                <a:lnTo>
                  <a:pt x="567156" y="2400"/>
                </a:lnTo>
                <a:lnTo>
                  <a:pt x="521893" y="2400"/>
                </a:lnTo>
                <a:lnTo>
                  <a:pt x="521893" y="202311"/>
                </a:lnTo>
                <a:lnTo>
                  <a:pt x="567156" y="202311"/>
                </a:lnTo>
                <a:lnTo>
                  <a:pt x="567156" y="119672"/>
                </a:lnTo>
                <a:lnTo>
                  <a:pt x="608990" y="119672"/>
                </a:lnTo>
                <a:lnTo>
                  <a:pt x="608990" y="82638"/>
                </a:lnTo>
                <a:close/>
              </a:path>
              <a:path w="901700" h="318135">
                <a:moveTo>
                  <a:pt x="836676" y="7200"/>
                </a:moveTo>
                <a:lnTo>
                  <a:pt x="794499" y="7200"/>
                </a:lnTo>
                <a:lnTo>
                  <a:pt x="794499" y="118300"/>
                </a:lnTo>
                <a:lnTo>
                  <a:pt x="769467" y="118300"/>
                </a:lnTo>
                <a:lnTo>
                  <a:pt x="761949" y="78740"/>
                </a:lnTo>
                <a:lnTo>
                  <a:pt x="756183" y="66865"/>
                </a:lnTo>
                <a:lnTo>
                  <a:pt x="747610" y="49212"/>
                </a:lnTo>
                <a:lnTo>
                  <a:pt x="729005" y="32346"/>
                </a:lnTo>
                <a:lnTo>
                  <a:pt x="729005" y="138874"/>
                </a:lnTo>
                <a:lnTo>
                  <a:pt x="727189" y="170726"/>
                </a:lnTo>
                <a:lnTo>
                  <a:pt x="721855" y="193319"/>
                </a:lnTo>
                <a:lnTo>
                  <a:pt x="713244" y="206768"/>
                </a:lnTo>
                <a:lnTo>
                  <a:pt x="701573" y="211226"/>
                </a:lnTo>
                <a:lnTo>
                  <a:pt x="690054" y="206768"/>
                </a:lnTo>
                <a:lnTo>
                  <a:pt x="681431" y="193319"/>
                </a:lnTo>
                <a:lnTo>
                  <a:pt x="676021" y="170726"/>
                </a:lnTo>
                <a:lnTo>
                  <a:pt x="674141" y="138874"/>
                </a:lnTo>
                <a:lnTo>
                  <a:pt x="676021" y="107226"/>
                </a:lnTo>
                <a:lnTo>
                  <a:pt x="681431" y="84747"/>
                </a:lnTo>
                <a:lnTo>
                  <a:pt x="690054" y="71323"/>
                </a:lnTo>
                <a:lnTo>
                  <a:pt x="701573" y="66865"/>
                </a:lnTo>
                <a:lnTo>
                  <a:pt x="713244" y="71323"/>
                </a:lnTo>
                <a:lnTo>
                  <a:pt x="721855" y="84747"/>
                </a:lnTo>
                <a:lnTo>
                  <a:pt x="727189" y="107226"/>
                </a:lnTo>
                <a:lnTo>
                  <a:pt x="729005" y="138874"/>
                </a:lnTo>
                <a:lnTo>
                  <a:pt x="729005" y="32346"/>
                </a:lnTo>
                <a:lnTo>
                  <a:pt x="727227" y="30734"/>
                </a:lnTo>
                <a:lnTo>
                  <a:pt x="701573" y="24345"/>
                </a:lnTo>
                <a:lnTo>
                  <a:pt x="673265" y="32219"/>
                </a:lnTo>
                <a:lnTo>
                  <a:pt x="651776" y="54864"/>
                </a:lnTo>
                <a:lnTo>
                  <a:pt x="638124" y="90893"/>
                </a:lnTo>
                <a:lnTo>
                  <a:pt x="633336" y="138874"/>
                </a:lnTo>
                <a:lnTo>
                  <a:pt x="638124" y="187058"/>
                </a:lnTo>
                <a:lnTo>
                  <a:pt x="651776" y="223189"/>
                </a:lnTo>
                <a:lnTo>
                  <a:pt x="673265" y="245884"/>
                </a:lnTo>
                <a:lnTo>
                  <a:pt x="701573" y="253746"/>
                </a:lnTo>
                <a:lnTo>
                  <a:pt x="727862" y="247002"/>
                </a:lnTo>
                <a:lnTo>
                  <a:pt x="748550" y="227520"/>
                </a:lnTo>
                <a:lnTo>
                  <a:pt x="756031" y="211226"/>
                </a:lnTo>
                <a:lnTo>
                  <a:pt x="762812" y="196469"/>
                </a:lnTo>
                <a:lnTo>
                  <a:pt x="769810" y="154990"/>
                </a:lnTo>
                <a:lnTo>
                  <a:pt x="794499" y="154990"/>
                </a:lnTo>
                <a:lnTo>
                  <a:pt x="794499" y="303809"/>
                </a:lnTo>
                <a:lnTo>
                  <a:pt x="836676" y="303809"/>
                </a:lnTo>
                <a:lnTo>
                  <a:pt x="836676" y="154990"/>
                </a:lnTo>
                <a:lnTo>
                  <a:pt x="836676" y="118300"/>
                </a:lnTo>
                <a:lnTo>
                  <a:pt x="836676" y="7200"/>
                </a:lnTo>
                <a:close/>
              </a:path>
              <a:path w="901700" h="318135">
                <a:moveTo>
                  <a:pt x="901484" y="1714"/>
                </a:moveTo>
                <a:lnTo>
                  <a:pt x="858621" y="1714"/>
                </a:lnTo>
                <a:lnTo>
                  <a:pt x="858621" y="317525"/>
                </a:lnTo>
                <a:lnTo>
                  <a:pt x="901484" y="317525"/>
                </a:lnTo>
                <a:lnTo>
                  <a:pt x="901484" y="1714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428174" y="5473394"/>
            <a:ext cx="593725" cy="316230"/>
          </a:xfrm>
          <a:custGeom>
            <a:avLst/>
            <a:gdLst/>
            <a:ahLst/>
            <a:cxnLst/>
            <a:rect l="l" t="t" r="r" b="b"/>
            <a:pathLst>
              <a:path w="593725" h="316229">
                <a:moveTo>
                  <a:pt x="134416" y="236601"/>
                </a:moveTo>
                <a:lnTo>
                  <a:pt x="131724" y="207797"/>
                </a:lnTo>
                <a:lnTo>
                  <a:pt x="131648" y="207048"/>
                </a:lnTo>
                <a:lnTo>
                  <a:pt x="130987" y="199910"/>
                </a:lnTo>
                <a:lnTo>
                  <a:pt x="108902" y="203365"/>
                </a:lnTo>
                <a:lnTo>
                  <a:pt x="87528" y="205663"/>
                </a:lnTo>
                <a:lnTo>
                  <a:pt x="66281" y="207048"/>
                </a:lnTo>
                <a:lnTo>
                  <a:pt x="44577" y="207797"/>
                </a:lnTo>
                <a:lnTo>
                  <a:pt x="44577" y="73380"/>
                </a:lnTo>
                <a:lnTo>
                  <a:pt x="116928" y="73380"/>
                </a:lnTo>
                <a:lnTo>
                  <a:pt x="116928" y="36690"/>
                </a:lnTo>
                <a:lnTo>
                  <a:pt x="0" y="36690"/>
                </a:lnTo>
                <a:lnTo>
                  <a:pt x="0" y="245173"/>
                </a:lnTo>
                <a:lnTo>
                  <a:pt x="21945" y="245173"/>
                </a:lnTo>
                <a:lnTo>
                  <a:pt x="51193" y="244856"/>
                </a:lnTo>
                <a:lnTo>
                  <a:pt x="78955" y="243586"/>
                </a:lnTo>
                <a:lnTo>
                  <a:pt x="106324" y="240982"/>
                </a:lnTo>
                <a:lnTo>
                  <a:pt x="134416" y="236601"/>
                </a:lnTo>
                <a:close/>
              </a:path>
              <a:path w="593725" h="316229">
                <a:moveTo>
                  <a:pt x="261975" y="0"/>
                </a:moveTo>
                <a:lnTo>
                  <a:pt x="219113" y="0"/>
                </a:lnTo>
                <a:lnTo>
                  <a:pt x="219113" y="121729"/>
                </a:lnTo>
                <a:lnTo>
                  <a:pt x="190652" y="121729"/>
                </a:lnTo>
                <a:lnTo>
                  <a:pt x="190652" y="6172"/>
                </a:lnTo>
                <a:lnTo>
                  <a:pt x="148475" y="6172"/>
                </a:lnTo>
                <a:lnTo>
                  <a:pt x="148475" y="301409"/>
                </a:lnTo>
                <a:lnTo>
                  <a:pt x="190652" y="301409"/>
                </a:lnTo>
                <a:lnTo>
                  <a:pt x="190652" y="158076"/>
                </a:lnTo>
                <a:lnTo>
                  <a:pt x="219113" y="158076"/>
                </a:lnTo>
                <a:lnTo>
                  <a:pt x="219113" y="316153"/>
                </a:lnTo>
                <a:lnTo>
                  <a:pt x="261975" y="316153"/>
                </a:lnTo>
                <a:lnTo>
                  <a:pt x="261975" y="158076"/>
                </a:lnTo>
                <a:lnTo>
                  <a:pt x="261975" y="121729"/>
                </a:lnTo>
                <a:lnTo>
                  <a:pt x="261975" y="0"/>
                </a:lnTo>
                <a:close/>
              </a:path>
              <a:path w="593725" h="316229">
                <a:moveTo>
                  <a:pt x="473544" y="140931"/>
                </a:moveTo>
                <a:lnTo>
                  <a:pt x="467804" y="116408"/>
                </a:lnTo>
                <a:lnTo>
                  <a:pt x="466229" y="114528"/>
                </a:lnTo>
                <a:lnTo>
                  <a:pt x="451764" y="97218"/>
                </a:lnTo>
                <a:lnTo>
                  <a:pt x="430339" y="86296"/>
                </a:lnTo>
                <a:lnTo>
                  <a:pt x="430339" y="140931"/>
                </a:lnTo>
                <a:lnTo>
                  <a:pt x="427774" y="152488"/>
                </a:lnTo>
                <a:lnTo>
                  <a:pt x="420649" y="160870"/>
                </a:lnTo>
                <a:lnTo>
                  <a:pt x="409790" y="165963"/>
                </a:lnTo>
                <a:lnTo>
                  <a:pt x="396049" y="167678"/>
                </a:lnTo>
                <a:lnTo>
                  <a:pt x="382155" y="165963"/>
                </a:lnTo>
                <a:lnTo>
                  <a:pt x="371322" y="160870"/>
                </a:lnTo>
                <a:lnTo>
                  <a:pt x="364274" y="152488"/>
                </a:lnTo>
                <a:lnTo>
                  <a:pt x="361759" y="140931"/>
                </a:lnTo>
                <a:lnTo>
                  <a:pt x="364274" y="129578"/>
                </a:lnTo>
                <a:lnTo>
                  <a:pt x="371322" y="121310"/>
                </a:lnTo>
                <a:lnTo>
                  <a:pt x="382155" y="116243"/>
                </a:lnTo>
                <a:lnTo>
                  <a:pt x="396049" y="114528"/>
                </a:lnTo>
                <a:lnTo>
                  <a:pt x="409790" y="116243"/>
                </a:lnTo>
                <a:lnTo>
                  <a:pt x="420649" y="121310"/>
                </a:lnTo>
                <a:lnTo>
                  <a:pt x="427774" y="129578"/>
                </a:lnTo>
                <a:lnTo>
                  <a:pt x="430339" y="140931"/>
                </a:lnTo>
                <a:lnTo>
                  <a:pt x="430339" y="86296"/>
                </a:lnTo>
                <a:lnTo>
                  <a:pt x="427253" y="84709"/>
                </a:lnTo>
                <a:lnTo>
                  <a:pt x="396049" y="80238"/>
                </a:lnTo>
                <a:lnTo>
                  <a:pt x="364845" y="84709"/>
                </a:lnTo>
                <a:lnTo>
                  <a:pt x="340321" y="97218"/>
                </a:lnTo>
                <a:lnTo>
                  <a:pt x="324294" y="116408"/>
                </a:lnTo>
                <a:lnTo>
                  <a:pt x="318554" y="140931"/>
                </a:lnTo>
                <a:lnTo>
                  <a:pt x="324294" y="165811"/>
                </a:lnTo>
                <a:lnTo>
                  <a:pt x="340321" y="185089"/>
                </a:lnTo>
                <a:lnTo>
                  <a:pt x="364845" y="197548"/>
                </a:lnTo>
                <a:lnTo>
                  <a:pt x="396049" y="201968"/>
                </a:lnTo>
                <a:lnTo>
                  <a:pt x="427253" y="197548"/>
                </a:lnTo>
                <a:lnTo>
                  <a:pt x="451764" y="185089"/>
                </a:lnTo>
                <a:lnTo>
                  <a:pt x="466242" y="167678"/>
                </a:lnTo>
                <a:lnTo>
                  <a:pt x="467804" y="165811"/>
                </a:lnTo>
                <a:lnTo>
                  <a:pt x="473544" y="140931"/>
                </a:lnTo>
                <a:close/>
              </a:path>
              <a:path w="593725" h="316229">
                <a:moveTo>
                  <a:pt x="489318" y="33604"/>
                </a:moveTo>
                <a:lnTo>
                  <a:pt x="418680" y="33604"/>
                </a:lnTo>
                <a:lnTo>
                  <a:pt x="418680" y="0"/>
                </a:lnTo>
                <a:lnTo>
                  <a:pt x="373075" y="0"/>
                </a:lnTo>
                <a:lnTo>
                  <a:pt x="373075" y="33604"/>
                </a:lnTo>
                <a:lnTo>
                  <a:pt x="303123" y="33604"/>
                </a:lnTo>
                <a:lnTo>
                  <a:pt x="303123" y="68922"/>
                </a:lnTo>
                <a:lnTo>
                  <a:pt x="488975" y="68922"/>
                </a:lnTo>
                <a:lnTo>
                  <a:pt x="489318" y="33604"/>
                </a:lnTo>
                <a:close/>
              </a:path>
              <a:path w="593725" h="316229">
                <a:moveTo>
                  <a:pt x="563041" y="274662"/>
                </a:moveTo>
                <a:lnTo>
                  <a:pt x="393306" y="274662"/>
                </a:lnTo>
                <a:lnTo>
                  <a:pt x="393306" y="219113"/>
                </a:lnTo>
                <a:lnTo>
                  <a:pt x="348043" y="219113"/>
                </a:lnTo>
                <a:lnTo>
                  <a:pt x="348043" y="310667"/>
                </a:lnTo>
                <a:lnTo>
                  <a:pt x="563041" y="310667"/>
                </a:lnTo>
                <a:lnTo>
                  <a:pt x="563041" y="274662"/>
                </a:lnTo>
                <a:close/>
              </a:path>
              <a:path w="593725" h="316229">
                <a:moveTo>
                  <a:pt x="593559" y="96697"/>
                </a:moveTo>
                <a:lnTo>
                  <a:pt x="551726" y="96697"/>
                </a:lnTo>
                <a:lnTo>
                  <a:pt x="551726" y="342"/>
                </a:lnTo>
                <a:lnTo>
                  <a:pt x="506463" y="342"/>
                </a:lnTo>
                <a:lnTo>
                  <a:pt x="506463" y="236601"/>
                </a:lnTo>
                <a:lnTo>
                  <a:pt x="551726" y="236601"/>
                </a:lnTo>
                <a:lnTo>
                  <a:pt x="551726" y="134073"/>
                </a:lnTo>
                <a:lnTo>
                  <a:pt x="593559" y="134073"/>
                </a:lnTo>
                <a:lnTo>
                  <a:pt x="593559" y="9669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4129715" y="5473393"/>
            <a:ext cx="278765" cy="312420"/>
          </a:xfrm>
          <a:custGeom>
            <a:avLst/>
            <a:gdLst/>
            <a:ahLst/>
            <a:cxnLst/>
            <a:rect l="l" t="t" r="r" b="b"/>
            <a:pathLst>
              <a:path w="278764" h="312420">
                <a:moveTo>
                  <a:pt x="26403" y="162534"/>
                </a:moveTo>
                <a:lnTo>
                  <a:pt x="0" y="162534"/>
                </a:lnTo>
                <a:lnTo>
                  <a:pt x="0" y="18859"/>
                </a:lnTo>
                <a:lnTo>
                  <a:pt x="140589" y="18859"/>
                </a:lnTo>
                <a:lnTo>
                  <a:pt x="140589" y="54864"/>
                </a:lnTo>
                <a:lnTo>
                  <a:pt x="44919" y="54864"/>
                </a:lnTo>
                <a:lnTo>
                  <a:pt x="44919" y="126187"/>
                </a:lnTo>
                <a:lnTo>
                  <a:pt x="167880" y="126187"/>
                </a:lnTo>
                <a:lnTo>
                  <a:pt x="171107" y="152247"/>
                </a:lnTo>
                <a:lnTo>
                  <a:pt x="141987" y="157326"/>
                </a:lnTo>
                <a:lnTo>
                  <a:pt x="110456" y="160477"/>
                </a:lnTo>
                <a:lnTo>
                  <a:pt x="73075" y="162084"/>
                </a:lnTo>
                <a:lnTo>
                  <a:pt x="26403" y="162534"/>
                </a:lnTo>
                <a:close/>
              </a:path>
              <a:path w="278764" h="312420">
                <a:moveTo>
                  <a:pt x="167880" y="126187"/>
                </a:moveTo>
                <a:lnTo>
                  <a:pt x="44919" y="126187"/>
                </a:lnTo>
                <a:lnTo>
                  <a:pt x="82842" y="125501"/>
                </a:lnTo>
                <a:lnTo>
                  <a:pt x="114014" y="123786"/>
                </a:lnTo>
                <a:lnTo>
                  <a:pt x="141071" y="120786"/>
                </a:lnTo>
                <a:lnTo>
                  <a:pt x="166649" y="116243"/>
                </a:lnTo>
                <a:lnTo>
                  <a:pt x="167795" y="125501"/>
                </a:lnTo>
                <a:lnTo>
                  <a:pt x="167880" y="126187"/>
                </a:lnTo>
                <a:close/>
              </a:path>
              <a:path w="278764" h="312420">
                <a:moveTo>
                  <a:pt x="236601" y="312039"/>
                </a:moveTo>
                <a:lnTo>
                  <a:pt x="30518" y="312039"/>
                </a:lnTo>
                <a:lnTo>
                  <a:pt x="30518" y="184823"/>
                </a:lnTo>
                <a:lnTo>
                  <a:pt x="75095" y="184823"/>
                </a:lnTo>
                <a:lnTo>
                  <a:pt x="75095" y="213626"/>
                </a:lnTo>
                <a:lnTo>
                  <a:pt x="236601" y="213626"/>
                </a:lnTo>
                <a:lnTo>
                  <a:pt x="236601" y="248259"/>
                </a:lnTo>
                <a:lnTo>
                  <a:pt x="75095" y="248259"/>
                </a:lnTo>
                <a:lnTo>
                  <a:pt x="75095" y="276034"/>
                </a:lnTo>
                <a:lnTo>
                  <a:pt x="236601" y="276034"/>
                </a:lnTo>
                <a:lnTo>
                  <a:pt x="236601" y="312039"/>
                </a:lnTo>
                <a:close/>
              </a:path>
              <a:path w="278764" h="312420">
                <a:moveTo>
                  <a:pt x="236601" y="213626"/>
                </a:moveTo>
                <a:lnTo>
                  <a:pt x="191681" y="213626"/>
                </a:lnTo>
                <a:lnTo>
                  <a:pt x="191681" y="184823"/>
                </a:lnTo>
                <a:lnTo>
                  <a:pt x="236601" y="184823"/>
                </a:lnTo>
                <a:lnTo>
                  <a:pt x="236601" y="213626"/>
                </a:lnTo>
                <a:close/>
              </a:path>
              <a:path w="278764" h="312420">
                <a:moveTo>
                  <a:pt x="236601" y="276034"/>
                </a:moveTo>
                <a:lnTo>
                  <a:pt x="191681" y="276034"/>
                </a:lnTo>
                <a:lnTo>
                  <a:pt x="191681" y="248259"/>
                </a:lnTo>
                <a:lnTo>
                  <a:pt x="236601" y="248259"/>
                </a:lnTo>
                <a:lnTo>
                  <a:pt x="236601" y="276034"/>
                </a:lnTo>
                <a:close/>
              </a:path>
              <a:path w="278764" h="312420">
                <a:moveTo>
                  <a:pt x="236601" y="169392"/>
                </a:moveTo>
                <a:lnTo>
                  <a:pt x="191338" y="169392"/>
                </a:lnTo>
                <a:lnTo>
                  <a:pt x="191338" y="0"/>
                </a:lnTo>
                <a:lnTo>
                  <a:pt x="236601" y="0"/>
                </a:lnTo>
                <a:lnTo>
                  <a:pt x="236601" y="68237"/>
                </a:lnTo>
                <a:lnTo>
                  <a:pt x="278434" y="68237"/>
                </a:lnTo>
                <a:lnTo>
                  <a:pt x="278434" y="105270"/>
                </a:lnTo>
                <a:lnTo>
                  <a:pt x="236601" y="105270"/>
                </a:lnTo>
                <a:lnTo>
                  <a:pt x="236601" y="169392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4648522" y="5473735"/>
            <a:ext cx="45720" cy="52705"/>
          </a:xfrm>
          <a:custGeom>
            <a:avLst/>
            <a:gdLst/>
            <a:ahLst/>
            <a:cxnLst/>
            <a:rect l="l" t="t" r="r" b="b"/>
            <a:pathLst>
              <a:path w="45720" h="52704">
                <a:moveTo>
                  <a:pt x="45262" y="52463"/>
                </a:moveTo>
                <a:lnTo>
                  <a:pt x="0" y="52463"/>
                </a:lnTo>
                <a:lnTo>
                  <a:pt x="0" y="0"/>
                </a:lnTo>
                <a:lnTo>
                  <a:pt x="45262" y="0"/>
                </a:lnTo>
                <a:lnTo>
                  <a:pt x="45262" y="5246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4443120" y="5494946"/>
            <a:ext cx="257810" cy="289560"/>
          </a:xfrm>
          <a:custGeom>
            <a:avLst/>
            <a:gdLst/>
            <a:ahLst/>
            <a:cxnLst/>
            <a:rect l="l" t="t" r="r" b="b"/>
            <a:pathLst>
              <a:path w="257810" h="289560">
                <a:moveTo>
                  <a:pt x="250659" y="135153"/>
                </a:moveTo>
                <a:lnTo>
                  <a:pt x="205397" y="135153"/>
                </a:lnTo>
                <a:lnTo>
                  <a:pt x="205397" y="211963"/>
                </a:lnTo>
                <a:lnTo>
                  <a:pt x="250659" y="211963"/>
                </a:lnTo>
                <a:lnTo>
                  <a:pt x="250659" y="135153"/>
                </a:lnTo>
                <a:close/>
              </a:path>
              <a:path w="257810" h="289560">
                <a:moveTo>
                  <a:pt x="250659" y="31750"/>
                </a:moveTo>
                <a:lnTo>
                  <a:pt x="149161" y="31750"/>
                </a:lnTo>
                <a:lnTo>
                  <a:pt x="149161" y="0"/>
                </a:lnTo>
                <a:lnTo>
                  <a:pt x="104927" y="0"/>
                </a:lnTo>
                <a:lnTo>
                  <a:pt x="104927" y="127000"/>
                </a:lnTo>
                <a:lnTo>
                  <a:pt x="44919" y="127000"/>
                </a:lnTo>
                <a:lnTo>
                  <a:pt x="44919" y="82550"/>
                </a:lnTo>
                <a:lnTo>
                  <a:pt x="104927" y="82550"/>
                </a:lnTo>
                <a:lnTo>
                  <a:pt x="104927" y="48260"/>
                </a:lnTo>
                <a:lnTo>
                  <a:pt x="44919" y="48260"/>
                </a:lnTo>
                <a:lnTo>
                  <a:pt x="44919" y="0"/>
                </a:lnTo>
                <a:lnTo>
                  <a:pt x="0" y="0"/>
                </a:lnTo>
                <a:lnTo>
                  <a:pt x="0" y="162560"/>
                </a:lnTo>
                <a:lnTo>
                  <a:pt x="149161" y="162560"/>
                </a:lnTo>
                <a:lnTo>
                  <a:pt x="149161" y="134620"/>
                </a:lnTo>
                <a:lnTo>
                  <a:pt x="250659" y="134620"/>
                </a:lnTo>
                <a:lnTo>
                  <a:pt x="250659" y="127000"/>
                </a:lnTo>
                <a:lnTo>
                  <a:pt x="250659" y="99148"/>
                </a:lnTo>
                <a:lnTo>
                  <a:pt x="250659" y="67602"/>
                </a:lnTo>
                <a:lnTo>
                  <a:pt x="205397" y="67602"/>
                </a:lnTo>
                <a:lnTo>
                  <a:pt x="205397" y="99060"/>
                </a:lnTo>
                <a:lnTo>
                  <a:pt x="149161" y="99060"/>
                </a:lnTo>
                <a:lnTo>
                  <a:pt x="149161" y="82550"/>
                </a:lnTo>
                <a:lnTo>
                  <a:pt x="149161" y="67310"/>
                </a:lnTo>
                <a:lnTo>
                  <a:pt x="250659" y="67310"/>
                </a:lnTo>
                <a:lnTo>
                  <a:pt x="250659" y="48260"/>
                </a:lnTo>
                <a:lnTo>
                  <a:pt x="250659" y="31750"/>
                </a:lnTo>
                <a:close/>
              </a:path>
              <a:path w="257810" h="289560">
                <a:moveTo>
                  <a:pt x="257517" y="252730"/>
                </a:moveTo>
                <a:lnTo>
                  <a:pt x="87439" y="252730"/>
                </a:lnTo>
                <a:lnTo>
                  <a:pt x="87439" y="189230"/>
                </a:lnTo>
                <a:lnTo>
                  <a:pt x="42176" y="189230"/>
                </a:lnTo>
                <a:lnTo>
                  <a:pt x="42176" y="252730"/>
                </a:lnTo>
                <a:lnTo>
                  <a:pt x="42176" y="289560"/>
                </a:lnTo>
                <a:lnTo>
                  <a:pt x="257517" y="289560"/>
                </a:lnTo>
                <a:lnTo>
                  <a:pt x="257517" y="25273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2260" y="3692738"/>
            <a:ext cx="196824" cy="239229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8758" y="3759413"/>
            <a:ext cx="113080" cy="11308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85757" y="3690072"/>
            <a:ext cx="196824" cy="238429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88395" y="3692738"/>
            <a:ext cx="194957" cy="237896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8158" y="3716475"/>
            <a:ext cx="216293" cy="181622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36206" y="3692472"/>
            <a:ext cx="194691" cy="239229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3669302" y="3692738"/>
            <a:ext cx="460375" cy="238760"/>
            <a:chOff x="3669302" y="3692738"/>
            <a:chExt cx="460375" cy="238760"/>
          </a:xfrm>
        </p:grpSpPr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12799" y="3696472"/>
              <a:ext cx="216560" cy="232562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69302" y="3692738"/>
              <a:ext cx="222161" cy="238696"/>
            </a:xfrm>
            <a:prstGeom prst="rect">
              <a:avLst/>
            </a:prstGeom>
          </p:spPr>
        </p:pic>
      </p:grpSp>
      <p:pic>
        <p:nvPicPr>
          <p:cNvPr id="44" name="object 4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13694" y="3692738"/>
            <a:ext cx="196824" cy="238963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4629746" y="3692738"/>
            <a:ext cx="22225" cy="123189"/>
          </a:xfrm>
          <a:custGeom>
            <a:avLst/>
            <a:gdLst/>
            <a:ahLst/>
            <a:cxnLst/>
            <a:rect l="l" t="t" r="r" b="b"/>
            <a:pathLst>
              <a:path w="22225" h="123189">
                <a:moveTo>
                  <a:pt x="21869" y="122948"/>
                </a:moveTo>
                <a:lnTo>
                  <a:pt x="0" y="122948"/>
                </a:lnTo>
                <a:lnTo>
                  <a:pt x="0" y="0"/>
                </a:lnTo>
                <a:lnTo>
                  <a:pt x="21869" y="0"/>
                </a:lnTo>
                <a:lnTo>
                  <a:pt x="21869" y="122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4468126" y="3692472"/>
            <a:ext cx="676275" cy="239395"/>
            <a:chOff x="4468126" y="3692472"/>
            <a:chExt cx="676275" cy="239395"/>
          </a:xfrm>
        </p:grpSpPr>
        <p:sp>
          <p:nvSpPr>
            <p:cNvPr id="47" name="object 47" descr=""/>
            <p:cNvSpPr/>
            <p:nvPr/>
          </p:nvSpPr>
          <p:spPr>
            <a:xfrm>
              <a:off x="4468114" y="3705516"/>
              <a:ext cx="191770" cy="223520"/>
            </a:xfrm>
            <a:custGeom>
              <a:avLst/>
              <a:gdLst/>
              <a:ahLst/>
              <a:cxnLst/>
              <a:rect l="l" t="t" r="r" b="b"/>
              <a:pathLst>
                <a:path w="191770" h="223520">
                  <a:moveTo>
                    <a:pt x="111747" y="0"/>
                  </a:moveTo>
                  <a:lnTo>
                    <a:pt x="90411" y="0"/>
                  </a:lnTo>
                  <a:lnTo>
                    <a:pt x="90411" y="17780"/>
                  </a:lnTo>
                  <a:lnTo>
                    <a:pt x="90411" y="80010"/>
                  </a:lnTo>
                  <a:lnTo>
                    <a:pt x="21336" y="80010"/>
                  </a:lnTo>
                  <a:lnTo>
                    <a:pt x="21336" y="17780"/>
                  </a:lnTo>
                  <a:lnTo>
                    <a:pt x="90411" y="17780"/>
                  </a:lnTo>
                  <a:lnTo>
                    <a:pt x="90411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0" y="80010"/>
                  </a:lnTo>
                  <a:lnTo>
                    <a:pt x="0" y="97790"/>
                  </a:lnTo>
                  <a:lnTo>
                    <a:pt x="111747" y="97790"/>
                  </a:lnTo>
                  <a:lnTo>
                    <a:pt x="111747" y="80568"/>
                  </a:lnTo>
                  <a:lnTo>
                    <a:pt x="111747" y="80010"/>
                  </a:lnTo>
                  <a:lnTo>
                    <a:pt x="111747" y="17780"/>
                  </a:lnTo>
                  <a:lnTo>
                    <a:pt x="111747" y="17627"/>
                  </a:lnTo>
                  <a:lnTo>
                    <a:pt x="111747" y="0"/>
                  </a:lnTo>
                  <a:close/>
                </a:path>
                <a:path w="191770" h="223520">
                  <a:moveTo>
                    <a:pt x="191757" y="205740"/>
                  </a:moveTo>
                  <a:lnTo>
                    <a:pt x="50673" y="205740"/>
                  </a:lnTo>
                  <a:lnTo>
                    <a:pt x="50673" y="180340"/>
                  </a:lnTo>
                  <a:lnTo>
                    <a:pt x="183489" y="180340"/>
                  </a:lnTo>
                  <a:lnTo>
                    <a:pt x="183489" y="163830"/>
                  </a:lnTo>
                  <a:lnTo>
                    <a:pt x="183489" y="139700"/>
                  </a:lnTo>
                  <a:lnTo>
                    <a:pt x="183489" y="121920"/>
                  </a:lnTo>
                  <a:lnTo>
                    <a:pt x="28536" y="121920"/>
                  </a:lnTo>
                  <a:lnTo>
                    <a:pt x="28536" y="139700"/>
                  </a:lnTo>
                  <a:lnTo>
                    <a:pt x="161886" y="139700"/>
                  </a:lnTo>
                  <a:lnTo>
                    <a:pt x="161886" y="163830"/>
                  </a:lnTo>
                  <a:lnTo>
                    <a:pt x="29337" y="163830"/>
                  </a:lnTo>
                  <a:lnTo>
                    <a:pt x="29337" y="180340"/>
                  </a:lnTo>
                  <a:lnTo>
                    <a:pt x="29337" y="205740"/>
                  </a:lnTo>
                  <a:lnTo>
                    <a:pt x="29337" y="223520"/>
                  </a:lnTo>
                  <a:lnTo>
                    <a:pt x="191757" y="223520"/>
                  </a:lnTo>
                  <a:lnTo>
                    <a:pt x="191757" y="205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96954" y="3692738"/>
              <a:ext cx="224828" cy="23896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41251" y="3692472"/>
              <a:ext cx="202958" cy="239229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5240432" y="3692472"/>
            <a:ext cx="446405" cy="239395"/>
            <a:chOff x="5240432" y="3692472"/>
            <a:chExt cx="446405" cy="239395"/>
          </a:xfrm>
        </p:grpSpPr>
        <p:pic>
          <p:nvPicPr>
            <p:cNvPr id="51" name="object 5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40432" y="3692738"/>
              <a:ext cx="206425" cy="235762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83129" y="3692472"/>
              <a:ext cx="203492" cy="238963"/>
            </a:xfrm>
            <a:prstGeom prst="rect">
              <a:avLst/>
            </a:prstGeom>
          </p:spPr>
        </p:pic>
      </p:grpSp>
      <p:pic>
        <p:nvPicPr>
          <p:cNvPr id="53" name="object 5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058758" y="4399379"/>
            <a:ext cx="113080" cy="113080"/>
          </a:xfrm>
          <a:prstGeom prst="rect">
            <a:avLst/>
          </a:prstGeom>
        </p:spPr>
      </p:pic>
      <p:grpSp>
        <p:nvGrpSpPr>
          <p:cNvPr id="54" name="object 54" descr=""/>
          <p:cNvGrpSpPr/>
          <p:nvPr/>
        </p:nvGrpSpPr>
        <p:grpSpPr>
          <a:xfrm>
            <a:off x="2343060" y="4332438"/>
            <a:ext cx="442595" cy="240029"/>
            <a:chOff x="2343060" y="4332438"/>
            <a:chExt cx="442595" cy="240029"/>
          </a:xfrm>
        </p:grpSpPr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43060" y="4340972"/>
              <a:ext cx="216293" cy="230962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92424" y="4332438"/>
              <a:ext cx="192824" cy="239763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2905768" y="4356441"/>
            <a:ext cx="536575" cy="199390"/>
            <a:chOff x="2905768" y="4356441"/>
            <a:chExt cx="536575" cy="199390"/>
          </a:xfrm>
        </p:grpSpPr>
        <p:pic>
          <p:nvPicPr>
            <p:cNvPr id="58" name="object 5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05768" y="4356441"/>
              <a:ext cx="141351" cy="195491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77790" y="4403380"/>
              <a:ext cx="113347" cy="152019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19941" y="4366575"/>
              <a:ext cx="89611" cy="18882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28755" y="4403380"/>
              <a:ext cx="113347" cy="152019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3535981" y="4352707"/>
            <a:ext cx="391795" cy="203200"/>
            <a:chOff x="3535981" y="4352707"/>
            <a:chExt cx="391795" cy="203200"/>
          </a:xfrm>
        </p:grpSpPr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35981" y="4352707"/>
              <a:ext cx="134950" cy="202691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96267" y="4366575"/>
              <a:ext cx="230962" cy="188823"/>
            </a:xfrm>
            <a:prstGeom prst="rect">
              <a:avLst/>
            </a:prstGeom>
          </p:spPr>
        </p:pic>
      </p:grpSp>
      <p:grpSp>
        <p:nvGrpSpPr>
          <p:cNvPr id="65" name="object 65" descr=""/>
          <p:cNvGrpSpPr/>
          <p:nvPr/>
        </p:nvGrpSpPr>
        <p:grpSpPr>
          <a:xfrm>
            <a:off x="4004830" y="4331371"/>
            <a:ext cx="469265" cy="240665"/>
            <a:chOff x="4004830" y="4331371"/>
            <a:chExt cx="469265" cy="240665"/>
          </a:xfrm>
        </p:grpSpPr>
        <p:pic>
          <p:nvPicPr>
            <p:cNvPr id="66" name="object 6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004830" y="4331371"/>
              <a:ext cx="221094" cy="239496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53661" y="4332704"/>
              <a:ext cx="220027" cy="238963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4495558" y="4349395"/>
            <a:ext cx="535940" cy="253365"/>
            <a:chOff x="4495558" y="4349395"/>
            <a:chExt cx="535940" cy="253365"/>
          </a:xfrm>
        </p:grpSpPr>
        <p:sp>
          <p:nvSpPr>
            <p:cNvPr id="69" name="object 69" descr=""/>
            <p:cNvSpPr/>
            <p:nvPr/>
          </p:nvSpPr>
          <p:spPr>
            <a:xfrm>
              <a:off x="4495546" y="4349406"/>
              <a:ext cx="217170" cy="191770"/>
            </a:xfrm>
            <a:custGeom>
              <a:avLst/>
              <a:gdLst/>
              <a:ahLst/>
              <a:cxnLst/>
              <a:rect l="l" t="t" r="r" b="b"/>
              <a:pathLst>
                <a:path w="217170" h="191770">
                  <a:moveTo>
                    <a:pt x="190690" y="43180"/>
                  </a:moveTo>
                  <a:lnTo>
                    <a:pt x="169354" y="43180"/>
                  </a:lnTo>
                  <a:lnTo>
                    <a:pt x="169354" y="60960"/>
                  </a:lnTo>
                  <a:lnTo>
                    <a:pt x="169354" y="104140"/>
                  </a:lnTo>
                  <a:lnTo>
                    <a:pt x="47205" y="104140"/>
                  </a:lnTo>
                  <a:lnTo>
                    <a:pt x="47205" y="60960"/>
                  </a:lnTo>
                  <a:lnTo>
                    <a:pt x="169354" y="60960"/>
                  </a:lnTo>
                  <a:lnTo>
                    <a:pt x="169354" y="43180"/>
                  </a:lnTo>
                  <a:lnTo>
                    <a:pt x="47205" y="43180"/>
                  </a:lnTo>
                  <a:lnTo>
                    <a:pt x="47205" y="0"/>
                  </a:lnTo>
                  <a:lnTo>
                    <a:pt x="25603" y="0"/>
                  </a:lnTo>
                  <a:lnTo>
                    <a:pt x="25603" y="43180"/>
                  </a:lnTo>
                  <a:lnTo>
                    <a:pt x="25603" y="60960"/>
                  </a:lnTo>
                  <a:lnTo>
                    <a:pt x="25603" y="104140"/>
                  </a:lnTo>
                  <a:lnTo>
                    <a:pt x="25603" y="121920"/>
                  </a:lnTo>
                  <a:lnTo>
                    <a:pt x="190690" y="121920"/>
                  </a:lnTo>
                  <a:lnTo>
                    <a:pt x="190690" y="104648"/>
                  </a:lnTo>
                  <a:lnTo>
                    <a:pt x="190690" y="104140"/>
                  </a:lnTo>
                  <a:lnTo>
                    <a:pt x="190690" y="60960"/>
                  </a:lnTo>
                  <a:lnTo>
                    <a:pt x="190690" y="60642"/>
                  </a:lnTo>
                  <a:lnTo>
                    <a:pt x="190690" y="43180"/>
                  </a:lnTo>
                  <a:close/>
                </a:path>
                <a:path w="217170" h="191770">
                  <a:moveTo>
                    <a:pt x="190690" y="101"/>
                  </a:moveTo>
                  <a:lnTo>
                    <a:pt x="169354" y="101"/>
                  </a:lnTo>
                  <a:lnTo>
                    <a:pt x="169354" y="42773"/>
                  </a:lnTo>
                  <a:lnTo>
                    <a:pt x="190690" y="42773"/>
                  </a:lnTo>
                  <a:lnTo>
                    <a:pt x="190690" y="101"/>
                  </a:lnTo>
                  <a:close/>
                </a:path>
                <a:path w="217170" h="191770">
                  <a:moveTo>
                    <a:pt x="216827" y="173723"/>
                  </a:moveTo>
                  <a:lnTo>
                    <a:pt x="119214" y="173723"/>
                  </a:lnTo>
                  <a:lnTo>
                    <a:pt x="119214" y="122250"/>
                  </a:lnTo>
                  <a:lnTo>
                    <a:pt x="97078" y="122250"/>
                  </a:lnTo>
                  <a:lnTo>
                    <a:pt x="97078" y="173723"/>
                  </a:lnTo>
                  <a:lnTo>
                    <a:pt x="0" y="173723"/>
                  </a:lnTo>
                  <a:lnTo>
                    <a:pt x="0" y="191592"/>
                  </a:lnTo>
                  <a:lnTo>
                    <a:pt x="216827" y="191592"/>
                  </a:lnTo>
                  <a:lnTo>
                    <a:pt x="216827" y="17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41188" y="4356441"/>
              <a:ext cx="216293" cy="181622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4986286" y="4518061"/>
              <a:ext cx="45085" cy="85090"/>
            </a:xfrm>
            <a:custGeom>
              <a:avLst/>
              <a:gdLst/>
              <a:ahLst/>
              <a:cxnLst/>
              <a:rect l="l" t="t" r="r" b="b"/>
              <a:pathLst>
                <a:path w="45085" h="85089">
                  <a:moveTo>
                    <a:pt x="5867" y="84543"/>
                  </a:moveTo>
                  <a:lnTo>
                    <a:pt x="0" y="70142"/>
                  </a:lnTo>
                  <a:lnTo>
                    <a:pt x="11105" y="63724"/>
                  </a:lnTo>
                  <a:lnTo>
                    <a:pt x="19435" y="55406"/>
                  </a:lnTo>
                  <a:lnTo>
                    <a:pt x="24715" y="45389"/>
                  </a:lnTo>
                  <a:lnTo>
                    <a:pt x="26669" y="33870"/>
                  </a:lnTo>
                  <a:lnTo>
                    <a:pt x="25603" y="34137"/>
                  </a:lnTo>
                  <a:lnTo>
                    <a:pt x="14401" y="34137"/>
                  </a:lnTo>
                  <a:lnTo>
                    <a:pt x="5867" y="28270"/>
                  </a:lnTo>
                  <a:lnTo>
                    <a:pt x="5867" y="6667"/>
                  </a:lnTo>
                  <a:lnTo>
                    <a:pt x="14401" y="0"/>
                  </a:lnTo>
                  <a:lnTo>
                    <a:pt x="24269" y="0"/>
                  </a:lnTo>
                  <a:lnTo>
                    <a:pt x="32879" y="1987"/>
                  </a:lnTo>
                  <a:lnTo>
                    <a:pt x="39338" y="7700"/>
                  </a:lnTo>
                  <a:lnTo>
                    <a:pt x="43397" y="16764"/>
                  </a:lnTo>
                  <a:lnTo>
                    <a:pt x="44805" y="28803"/>
                  </a:lnTo>
                  <a:lnTo>
                    <a:pt x="42096" y="46889"/>
                  </a:lnTo>
                  <a:lnTo>
                    <a:pt x="34337" y="62474"/>
                  </a:lnTo>
                  <a:lnTo>
                    <a:pt x="22077" y="75159"/>
                  </a:lnTo>
                  <a:lnTo>
                    <a:pt x="5867" y="84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5130551" y="4345773"/>
            <a:ext cx="1365885" cy="273050"/>
            <a:chOff x="5130551" y="4345773"/>
            <a:chExt cx="1365885" cy="273050"/>
          </a:xfrm>
        </p:grpSpPr>
        <p:pic>
          <p:nvPicPr>
            <p:cNvPr id="73" name="object 7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30551" y="4403380"/>
              <a:ext cx="126682" cy="209626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95905" y="4366575"/>
              <a:ext cx="323507" cy="188823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47683" y="4403380"/>
              <a:ext cx="207759" cy="152019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5897047" y="4345773"/>
              <a:ext cx="33655" cy="206375"/>
            </a:xfrm>
            <a:custGeom>
              <a:avLst/>
              <a:gdLst/>
              <a:ahLst/>
              <a:cxnLst/>
              <a:rect l="l" t="t" r="r" b="b"/>
              <a:pathLst>
                <a:path w="33654" h="206375">
                  <a:moveTo>
                    <a:pt x="28803" y="206159"/>
                  </a:moveTo>
                  <a:lnTo>
                    <a:pt x="4533" y="206159"/>
                  </a:lnTo>
                  <a:lnTo>
                    <a:pt x="4533" y="61341"/>
                  </a:lnTo>
                  <a:lnTo>
                    <a:pt x="28803" y="61341"/>
                  </a:lnTo>
                  <a:lnTo>
                    <a:pt x="28803" y="206159"/>
                  </a:lnTo>
                  <a:close/>
                </a:path>
                <a:path w="33654" h="206375">
                  <a:moveTo>
                    <a:pt x="26403" y="31470"/>
                  </a:moveTo>
                  <a:lnTo>
                    <a:pt x="7200" y="31470"/>
                  </a:lnTo>
                  <a:lnTo>
                    <a:pt x="0" y="24803"/>
                  </a:lnTo>
                  <a:lnTo>
                    <a:pt x="0" y="5867"/>
                  </a:lnTo>
                  <a:lnTo>
                    <a:pt x="7200" y="0"/>
                  </a:lnTo>
                  <a:lnTo>
                    <a:pt x="26403" y="0"/>
                  </a:lnTo>
                  <a:lnTo>
                    <a:pt x="33604" y="5867"/>
                  </a:lnTo>
                  <a:lnTo>
                    <a:pt x="33604" y="24803"/>
                  </a:lnTo>
                  <a:lnTo>
                    <a:pt x="26403" y="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74924" y="4403380"/>
              <a:ext cx="115747" cy="148551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6133343" y="4345773"/>
              <a:ext cx="33655" cy="206375"/>
            </a:xfrm>
            <a:custGeom>
              <a:avLst/>
              <a:gdLst/>
              <a:ahLst/>
              <a:cxnLst/>
              <a:rect l="l" t="t" r="r" b="b"/>
              <a:pathLst>
                <a:path w="33654" h="206375">
                  <a:moveTo>
                    <a:pt x="28803" y="206159"/>
                  </a:moveTo>
                  <a:lnTo>
                    <a:pt x="4533" y="206159"/>
                  </a:lnTo>
                  <a:lnTo>
                    <a:pt x="4533" y="61341"/>
                  </a:lnTo>
                  <a:lnTo>
                    <a:pt x="28803" y="61341"/>
                  </a:lnTo>
                  <a:lnTo>
                    <a:pt x="28803" y="206159"/>
                  </a:lnTo>
                  <a:close/>
                </a:path>
                <a:path w="33654" h="206375">
                  <a:moveTo>
                    <a:pt x="26403" y="31470"/>
                  </a:moveTo>
                  <a:lnTo>
                    <a:pt x="7200" y="31470"/>
                  </a:lnTo>
                  <a:lnTo>
                    <a:pt x="0" y="24803"/>
                  </a:lnTo>
                  <a:lnTo>
                    <a:pt x="0" y="5867"/>
                  </a:lnTo>
                  <a:lnTo>
                    <a:pt x="7200" y="0"/>
                  </a:lnTo>
                  <a:lnTo>
                    <a:pt x="26403" y="0"/>
                  </a:lnTo>
                  <a:lnTo>
                    <a:pt x="33604" y="5867"/>
                  </a:lnTo>
                  <a:lnTo>
                    <a:pt x="33604" y="24803"/>
                  </a:lnTo>
                  <a:lnTo>
                    <a:pt x="26403" y="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11220" y="4403380"/>
              <a:ext cx="115747" cy="148551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62972" y="4403380"/>
              <a:ext cx="133083" cy="215226"/>
            </a:xfrm>
            <a:prstGeom prst="rect">
              <a:avLst/>
            </a:prstGeom>
          </p:spPr>
        </p:pic>
      </p:grpSp>
      <p:pic>
        <p:nvPicPr>
          <p:cNvPr id="81" name="object 81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574732" y="4332438"/>
            <a:ext cx="202701" cy="233895"/>
          </a:xfrm>
          <a:prstGeom prst="rect">
            <a:avLst/>
          </a:prstGeom>
        </p:spPr>
      </p:pic>
      <p:grpSp>
        <p:nvGrpSpPr>
          <p:cNvPr id="82" name="object 82" descr=""/>
          <p:cNvGrpSpPr/>
          <p:nvPr/>
        </p:nvGrpSpPr>
        <p:grpSpPr>
          <a:xfrm>
            <a:off x="6878780" y="4332704"/>
            <a:ext cx="707390" cy="236854"/>
            <a:chOff x="6878780" y="4332704"/>
            <a:chExt cx="707390" cy="236854"/>
          </a:xfrm>
        </p:grpSpPr>
        <p:sp>
          <p:nvSpPr>
            <p:cNvPr id="83" name="object 83" descr=""/>
            <p:cNvSpPr/>
            <p:nvPr/>
          </p:nvSpPr>
          <p:spPr>
            <a:xfrm>
              <a:off x="6878777" y="4351946"/>
              <a:ext cx="217170" cy="189230"/>
            </a:xfrm>
            <a:custGeom>
              <a:avLst/>
              <a:gdLst/>
              <a:ahLst/>
              <a:cxnLst/>
              <a:rect l="l" t="t" r="r" b="b"/>
              <a:pathLst>
                <a:path w="217170" h="189229">
                  <a:moveTo>
                    <a:pt x="216827" y="170916"/>
                  </a:moveTo>
                  <a:lnTo>
                    <a:pt x="119214" y="170916"/>
                  </a:lnTo>
                  <a:lnTo>
                    <a:pt x="119214" y="113030"/>
                  </a:lnTo>
                  <a:lnTo>
                    <a:pt x="190423" y="113030"/>
                  </a:lnTo>
                  <a:lnTo>
                    <a:pt x="190423" y="95440"/>
                  </a:lnTo>
                  <a:lnTo>
                    <a:pt x="190423" y="95250"/>
                  </a:lnTo>
                  <a:lnTo>
                    <a:pt x="190423" y="17830"/>
                  </a:lnTo>
                  <a:lnTo>
                    <a:pt x="169087" y="17830"/>
                  </a:lnTo>
                  <a:lnTo>
                    <a:pt x="169087" y="95250"/>
                  </a:lnTo>
                  <a:lnTo>
                    <a:pt x="46672" y="95250"/>
                  </a:lnTo>
                  <a:lnTo>
                    <a:pt x="46672" y="17780"/>
                  </a:lnTo>
                  <a:lnTo>
                    <a:pt x="190423" y="17780"/>
                  </a:lnTo>
                  <a:lnTo>
                    <a:pt x="190423" y="0"/>
                  </a:lnTo>
                  <a:lnTo>
                    <a:pt x="25603" y="0"/>
                  </a:lnTo>
                  <a:lnTo>
                    <a:pt x="25603" y="17780"/>
                  </a:lnTo>
                  <a:lnTo>
                    <a:pt x="25603" y="95250"/>
                  </a:lnTo>
                  <a:lnTo>
                    <a:pt x="25603" y="113030"/>
                  </a:lnTo>
                  <a:lnTo>
                    <a:pt x="97078" y="113030"/>
                  </a:lnTo>
                  <a:lnTo>
                    <a:pt x="97078" y="170916"/>
                  </a:lnTo>
                  <a:lnTo>
                    <a:pt x="0" y="170916"/>
                  </a:lnTo>
                  <a:lnTo>
                    <a:pt x="0" y="189052"/>
                  </a:lnTo>
                  <a:lnTo>
                    <a:pt x="216827" y="189052"/>
                  </a:lnTo>
                  <a:lnTo>
                    <a:pt x="216827" y="170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35612" y="4332704"/>
              <a:ext cx="200025" cy="235762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369241" y="4336438"/>
              <a:ext cx="216560" cy="232562"/>
            </a:xfrm>
            <a:prstGeom prst="rect">
              <a:avLst/>
            </a:prstGeom>
          </p:spPr>
        </p:pic>
      </p:grpSp>
      <p:grpSp>
        <p:nvGrpSpPr>
          <p:cNvPr id="86" name="object 86" descr=""/>
          <p:cNvGrpSpPr/>
          <p:nvPr/>
        </p:nvGrpSpPr>
        <p:grpSpPr>
          <a:xfrm>
            <a:off x="7668764" y="4357015"/>
            <a:ext cx="289560" cy="198755"/>
            <a:chOff x="7668764" y="4357015"/>
            <a:chExt cx="289560" cy="198755"/>
          </a:xfrm>
        </p:grpSpPr>
        <p:sp>
          <p:nvSpPr>
            <p:cNvPr id="87" name="object 87" descr=""/>
            <p:cNvSpPr/>
            <p:nvPr/>
          </p:nvSpPr>
          <p:spPr>
            <a:xfrm>
              <a:off x="7668755" y="4357026"/>
              <a:ext cx="143510" cy="194310"/>
            </a:xfrm>
            <a:custGeom>
              <a:avLst/>
              <a:gdLst/>
              <a:ahLst/>
              <a:cxnLst/>
              <a:rect l="l" t="t" r="r" b="b"/>
              <a:pathLst>
                <a:path w="143509" h="194310">
                  <a:moveTo>
                    <a:pt x="14321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59207" y="20320"/>
                  </a:lnTo>
                  <a:lnTo>
                    <a:pt x="59207" y="194310"/>
                  </a:lnTo>
                  <a:lnTo>
                    <a:pt x="84010" y="194310"/>
                  </a:lnTo>
                  <a:lnTo>
                    <a:pt x="84010" y="20320"/>
                  </a:lnTo>
                  <a:lnTo>
                    <a:pt x="143217" y="20320"/>
                  </a:lnTo>
                  <a:lnTo>
                    <a:pt x="1432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842919" y="4407114"/>
              <a:ext cx="114947" cy="148285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8006673" y="4345773"/>
            <a:ext cx="521334" cy="273050"/>
            <a:chOff x="8006673" y="4345773"/>
            <a:chExt cx="521334" cy="273050"/>
          </a:xfrm>
        </p:grpSpPr>
        <p:pic>
          <p:nvPicPr>
            <p:cNvPr id="90" name="object 9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006673" y="4403380"/>
              <a:ext cx="115747" cy="148551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8165093" y="4345773"/>
              <a:ext cx="33655" cy="206375"/>
            </a:xfrm>
            <a:custGeom>
              <a:avLst/>
              <a:gdLst/>
              <a:ahLst/>
              <a:cxnLst/>
              <a:rect l="l" t="t" r="r" b="b"/>
              <a:pathLst>
                <a:path w="33654" h="206375">
                  <a:moveTo>
                    <a:pt x="28803" y="206159"/>
                  </a:moveTo>
                  <a:lnTo>
                    <a:pt x="4533" y="206159"/>
                  </a:lnTo>
                  <a:lnTo>
                    <a:pt x="4533" y="61341"/>
                  </a:lnTo>
                  <a:lnTo>
                    <a:pt x="28803" y="61341"/>
                  </a:lnTo>
                  <a:lnTo>
                    <a:pt x="28803" y="206159"/>
                  </a:lnTo>
                  <a:close/>
                </a:path>
                <a:path w="33654" h="206375">
                  <a:moveTo>
                    <a:pt x="26403" y="31470"/>
                  </a:moveTo>
                  <a:lnTo>
                    <a:pt x="7200" y="31470"/>
                  </a:lnTo>
                  <a:lnTo>
                    <a:pt x="0" y="24803"/>
                  </a:lnTo>
                  <a:lnTo>
                    <a:pt x="0" y="5867"/>
                  </a:lnTo>
                  <a:lnTo>
                    <a:pt x="7200" y="0"/>
                  </a:lnTo>
                  <a:lnTo>
                    <a:pt x="26403" y="0"/>
                  </a:lnTo>
                  <a:lnTo>
                    <a:pt x="33604" y="5867"/>
                  </a:lnTo>
                  <a:lnTo>
                    <a:pt x="33604" y="24803"/>
                  </a:lnTo>
                  <a:lnTo>
                    <a:pt x="26403" y="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242969" y="4403380"/>
              <a:ext cx="115747" cy="148551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394721" y="4403380"/>
              <a:ext cx="133083" cy="215226"/>
            </a:xfrm>
            <a:prstGeom prst="rect">
              <a:avLst/>
            </a:prstGeom>
          </p:spPr>
        </p:pic>
      </p:grpSp>
      <p:pic>
        <p:nvPicPr>
          <p:cNvPr id="94" name="object 94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604071" y="4332704"/>
            <a:ext cx="224828" cy="238963"/>
          </a:xfrm>
          <a:prstGeom prst="rect">
            <a:avLst/>
          </a:prstGeom>
        </p:spPr>
      </p:pic>
      <p:sp>
        <p:nvSpPr>
          <p:cNvPr id="95" name="object 95" descr=""/>
          <p:cNvSpPr/>
          <p:nvPr/>
        </p:nvSpPr>
        <p:spPr>
          <a:xfrm>
            <a:off x="8879827" y="4341786"/>
            <a:ext cx="163195" cy="80010"/>
          </a:xfrm>
          <a:custGeom>
            <a:avLst/>
            <a:gdLst/>
            <a:ahLst/>
            <a:cxnLst/>
            <a:rect l="l" t="t" r="r" b="b"/>
            <a:pathLst>
              <a:path w="163195" h="80010">
                <a:moveTo>
                  <a:pt x="162687" y="62230"/>
                </a:moveTo>
                <a:lnTo>
                  <a:pt x="21869" y="62230"/>
                </a:lnTo>
                <a:lnTo>
                  <a:pt x="21869" y="0"/>
                </a:lnTo>
                <a:lnTo>
                  <a:pt x="0" y="0"/>
                </a:lnTo>
                <a:lnTo>
                  <a:pt x="0" y="62230"/>
                </a:lnTo>
                <a:lnTo>
                  <a:pt x="0" y="80010"/>
                </a:lnTo>
                <a:lnTo>
                  <a:pt x="162687" y="80010"/>
                </a:lnTo>
                <a:lnTo>
                  <a:pt x="162687" y="62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8850490" y="4454321"/>
            <a:ext cx="217170" cy="111125"/>
          </a:xfrm>
          <a:custGeom>
            <a:avLst/>
            <a:gdLst/>
            <a:ahLst/>
            <a:cxnLst/>
            <a:rect l="l" t="t" r="r" b="b"/>
            <a:pathLst>
              <a:path w="217170" h="111125">
                <a:moveTo>
                  <a:pt x="193357" y="93205"/>
                </a:moveTo>
                <a:lnTo>
                  <a:pt x="49606" y="93205"/>
                </a:lnTo>
                <a:lnTo>
                  <a:pt x="49606" y="41135"/>
                </a:lnTo>
                <a:lnTo>
                  <a:pt x="27736" y="41135"/>
                </a:lnTo>
                <a:lnTo>
                  <a:pt x="27736" y="93205"/>
                </a:lnTo>
                <a:lnTo>
                  <a:pt x="27736" y="110985"/>
                </a:lnTo>
                <a:lnTo>
                  <a:pt x="193357" y="110985"/>
                </a:lnTo>
                <a:lnTo>
                  <a:pt x="193357" y="93205"/>
                </a:lnTo>
                <a:close/>
              </a:path>
              <a:path w="217170" h="111125">
                <a:moveTo>
                  <a:pt x="216827" y="0"/>
                </a:moveTo>
                <a:lnTo>
                  <a:pt x="0" y="0"/>
                </a:lnTo>
                <a:lnTo>
                  <a:pt x="0" y="17602"/>
                </a:lnTo>
                <a:lnTo>
                  <a:pt x="216827" y="17602"/>
                </a:lnTo>
                <a:lnTo>
                  <a:pt x="216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7" name="object 97" descr=""/>
          <p:cNvGrpSpPr/>
          <p:nvPr/>
        </p:nvGrpSpPr>
        <p:grpSpPr>
          <a:xfrm>
            <a:off x="9165713" y="4330304"/>
            <a:ext cx="676910" cy="241935"/>
            <a:chOff x="9165713" y="4330304"/>
            <a:chExt cx="676910" cy="241935"/>
          </a:xfrm>
        </p:grpSpPr>
        <p:pic>
          <p:nvPicPr>
            <p:cNvPr id="98" name="object 9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165713" y="4332438"/>
              <a:ext cx="211226" cy="239229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402009" y="4330304"/>
              <a:ext cx="219760" cy="241096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655374" y="4332438"/>
              <a:ext cx="186956" cy="239763"/>
            </a:xfrm>
            <a:prstGeom prst="rect">
              <a:avLst/>
            </a:prstGeom>
          </p:spPr>
        </p:pic>
      </p:grpSp>
      <p:pic>
        <p:nvPicPr>
          <p:cNvPr id="101" name="object 10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955974" y="4332438"/>
            <a:ext cx="192824" cy="239763"/>
          </a:xfrm>
          <a:prstGeom prst="rect">
            <a:avLst/>
          </a:prstGeom>
        </p:spPr>
      </p:pic>
      <p:grpSp>
        <p:nvGrpSpPr>
          <p:cNvPr id="102" name="object 102" descr=""/>
          <p:cNvGrpSpPr/>
          <p:nvPr/>
        </p:nvGrpSpPr>
        <p:grpSpPr>
          <a:xfrm>
            <a:off x="10203471" y="4332438"/>
            <a:ext cx="582930" cy="239395"/>
            <a:chOff x="10203471" y="4332438"/>
            <a:chExt cx="582930" cy="239395"/>
          </a:xfrm>
        </p:grpSpPr>
        <p:pic>
          <p:nvPicPr>
            <p:cNvPr id="103" name="object 10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203471" y="4332704"/>
              <a:ext cx="198958" cy="233629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444035" y="4332438"/>
              <a:ext cx="220827" cy="239229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685131" y="4348706"/>
              <a:ext cx="100812" cy="206692"/>
            </a:xfrm>
            <a:prstGeom prst="rect">
              <a:avLst/>
            </a:prstGeom>
          </p:spPr>
        </p:pic>
      </p:grpSp>
      <p:pic>
        <p:nvPicPr>
          <p:cNvPr id="106" name="object 106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27586" y="6301351"/>
            <a:ext cx="113080" cy="113080"/>
          </a:xfrm>
          <a:prstGeom prst="rect">
            <a:avLst/>
          </a:prstGeom>
        </p:spPr>
      </p:pic>
      <p:grpSp>
        <p:nvGrpSpPr>
          <p:cNvPr id="107" name="object 107" descr=""/>
          <p:cNvGrpSpPr/>
          <p:nvPr/>
        </p:nvGrpSpPr>
        <p:grpSpPr>
          <a:xfrm>
            <a:off x="2365695" y="6234409"/>
            <a:ext cx="953769" cy="239395"/>
            <a:chOff x="2365695" y="6234409"/>
            <a:chExt cx="953769" cy="239395"/>
          </a:xfrm>
        </p:grpSpPr>
        <p:pic>
          <p:nvPicPr>
            <p:cNvPr id="108" name="object 10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365695" y="6234676"/>
              <a:ext cx="461924" cy="23896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50022" y="6234676"/>
              <a:ext cx="227495" cy="238963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098320" y="6234409"/>
              <a:ext cx="220827" cy="239229"/>
            </a:xfrm>
            <a:prstGeom prst="rect">
              <a:avLst/>
            </a:prstGeom>
          </p:spPr>
        </p:pic>
      </p:grpSp>
      <p:pic>
        <p:nvPicPr>
          <p:cNvPr id="111" name="object 1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99633" y="6234676"/>
            <a:ext cx="194957" cy="237896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3639397" y="6239743"/>
            <a:ext cx="459105" cy="231140"/>
            <a:chOff x="3639397" y="6239743"/>
            <a:chExt cx="459105" cy="231140"/>
          </a:xfrm>
        </p:grpSpPr>
        <p:pic>
          <p:nvPicPr>
            <p:cNvPr id="113" name="object 11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639397" y="6258412"/>
              <a:ext cx="216293" cy="181622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881827" y="6239743"/>
              <a:ext cx="216293" cy="230695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4186189" y="6234409"/>
            <a:ext cx="434975" cy="236220"/>
            <a:chOff x="4186189" y="6234409"/>
            <a:chExt cx="434975" cy="236220"/>
          </a:xfrm>
        </p:grpSpPr>
        <p:pic>
          <p:nvPicPr>
            <p:cNvPr id="116" name="object 11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186189" y="6234409"/>
              <a:ext cx="216560" cy="236029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436087" y="6234676"/>
              <a:ext cx="184556" cy="235762"/>
            </a:xfrm>
            <a:prstGeom prst="rect">
              <a:avLst/>
            </a:prstGeom>
          </p:spPr>
        </p:pic>
      </p:grpSp>
      <p:pic>
        <p:nvPicPr>
          <p:cNvPr id="118" name="object 1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66782" y="6238410"/>
            <a:ext cx="216560" cy="232562"/>
          </a:xfrm>
          <a:prstGeom prst="rect">
            <a:avLst/>
          </a:prstGeom>
        </p:spPr>
      </p:pic>
      <p:grpSp>
        <p:nvGrpSpPr>
          <p:cNvPr id="119" name="object 119" descr=""/>
          <p:cNvGrpSpPr/>
          <p:nvPr/>
        </p:nvGrpSpPr>
        <p:grpSpPr>
          <a:xfrm>
            <a:off x="4966867" y="6239743"/>
            <a:ext cx="702945" cy="231140"/>
            <a:chOff x="4966867" y="6239743"/>
            <a:chExt cx="702945" cy="231140"/>
          </a:xfrm>
        </p:grpSpPr>
        <p:pic>
          <p:nvPicPr>
            <p:cNvPr id="120" name="object 12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966867" y="6250411"/>
              <a:ext cx="217093" cy="192024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209564" y="6239743"/>
              <a:ext cx="216293" cy="230695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451995" y="6249344"/>
              <a:ext cx="217360" cy="192557"/>
            </a:xfrm>
            <a:prstGeom prst="rect">
              <a:avLst/>
            </a:prstGeom>
          </p:spPr>
        </p:pic>
      </p:grpSp>
      <p:sp>
        <p:nvSpPr>
          <p:cNvPr id="123" name="object 123" descr=""/>
          <p:cNvSpPr/>
          <p:nvPr/>
        </p:nvSpPr>
        <p:spPr>
          <a:xfrm>
            <a:off x="5694680" y="6251981"/>
            <a:ext cx="217804" cy="191770"/>
          </a:xfrm>
          <a:custGeom>
            <a:avLst/>
            <a:gdLst/>
            <a:ahLst/>
            <a:cxnLst/>
            <a:rect l="l" t="t" r="r" b="b"/>
            <a:pathLst>
              <a:path w="217804" h="191770">
                <a:moveTo>
                  <a:pt x="217360" y="173990"/>
                </a:moveTo>
                <a:lnTo>
                  <a:pt x="119481" y="173990"/>
                </a:lnTo>
                <a:lnTo>
                  <a:pt x="119481" y="129540"/>
                </a:lnTo>
                <a:lnTo>
                  <a:pt x="196024" y="129540"/>
                </a:lnTo>
                <a:lnTo>
                  <a:pt x="196024" y="111760"/>
                </a:lnTo>
                <a:lnTo>
                  <a:pt x="48806" y="111760"/>
                </a:lnTo>
                <a:lnTo>
                  <a:pt x="48806" y="72390"/>
                </a:lnTo>
                <a:lnTo>
                  <a:pt x="190423" y="72390"/>
                </a:lnTo>
                <a:lnTo>
                  <a:pt x="190423" y="54610"/>
                </a:lnTo>
                <a:lnTo>
                  <a:pt x="190423" y="17780"/>
                </a:lnTo>
                <a:lnTo>
                  <a:pt x="190423" y="0"/>
                </a:lnTo>
                <a:lnTo>
                  <a:pt x="26670" y="0"/>
                </a:lnTo>
                <a:lnTo>
                  <a:pt x="26670" y="17780"/>
                </a:lnTo>
                <a:lnTo>
                  <a:pt x="169087" y="17780"/>
                </a:lnTo>
                <a:lnTo>
                  <a:pt x="169087" y="54610"/>
                </a:lnTo>
                <a:lnTo>
                  <a:pt x="27203" y="54610"/>
                </a:lnTo>
                <a:lnTo>
                  <a:pt x="27203" y="72390"/>
                </a:lnTo>
                <a:lnTo>
                  <a:pt x="27203" y="111760"/>
                </a:lnTo>
                <a:lnTo>
                  <a:pt x="27203" y="129540"/>
                </a:lnTo>
                <a:lnTo>
                  <a:pt x="97345" y="129540"/>
                </a:lnTo>
                <a:lnTo>
                  <a:pt x="97345" y="173990"/>
                </a:lnTo>
                <a:lnTo>
                  <a:pt x="0" y="173990"/>
                </a:lnTo>
                <a:lnTo>
                  <a:pt x="0" y="191770"/>
                </a:lnTo>
                <a:lnTo>
                  <a:pt x="217360" y="191770"/>
                </a:lnTo>
                <a:lnTo>
                  <a:pt x="217360" y="173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6021070" y="6255791"/>
            <a:ext cx="165735" cy="105410"/>
          </a:xfrm>
          <a:custGeom>
            <a:avLst/>
            <a:gdLst/>
            <a:ahLst/>
            <a:cxnLst/>
            <a:rect l="l" t="t" r="r" b="b"/>
            <a:pathLst>
              <a:path w="165735" h="105410">
                <a:moveTo>
                  <a:pt x="165620" y="86360"/>
                </a:moveTo>
                <a:lnTo>
                  <a:pt x="21869" y="86360"/>
                </a:lnTo>
                <a:lnTo>
                  <a:pt x="21869" y="0"/>
                </a:lnTo>
                <a:lnTo>
                  <a:pt x="0" y="0"/>
                </a:lnTo>
                <a:lnTo>
                  <a:pt x="0" y="86360"/>
                </a:lnTo>
                <a:lnTo>
                  <a:pt x="0" y="105410"/>
                </a:lnTo>
                <a:lnTo>
                  <a:pt x="165620" y="105410"/>
                </a:lnTo>
                <a:lnTo>
                  <a:pt x="165620" y="86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5" name="object 125" descr=""/>
          <p:cNvGrpSpPr/>
          <p:nvPr/>
        </p:nvGrpSpPr>
        <p:grpSpPr>
          <a:xfrm>
            <a:off x="5994405" y="6234409"/>
            <a:ext cx="439420" cy="239395"/>
            <a:chOff x="5994405" y="6234409"/>
            <a:chExt cx="439420" cy="239395"/>
          </a:xfrm>
        </p:grpSpPr>
        <p:sp>
          <p:nvSpPr>
            <p:cNvPr id="126" name="object 126" descr=""/>
            <p:cNvSpPr/>
            <p:nvPr/>
          </p:nvSpPr>
          <p:spPr>
            <a:xfrm>
              <a:off x="5994405" y="6422699"/>
              <a:ext cx="217170" cy="18415"/>
            </a:xfrm>
            <a:custGeom>
              <a:avLst/>
              <a:gdLst/>
              <a:ahLst/>
              <a:cxnLst/>
              <a:rect l="l" t="t" r="r" b="b"/>
              <a:pathLst>
                <a:path w="217170" h="18414">
                  <a:moveTo>
                    <a:pt x="217093" y="18135"/>
                  </a:moveTo>
                  <a:lnTo>
                    <a:pt x="0" y="18135"/>
                  </a:lnTo>
                  <a:lnTo>
                    <a:pt x="0" y="0"/>
                  </a:lnTo>
                  <a:lnTo>
                    <a:pt x="217093" y="0"/>
                  </a:lnTo>
                  <a:lnTo>
                    <a:pt x="217093" y="181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237369" y="6234409"/>
              <a:ext cx="196291" cy="239229"/>
            </a:xfrm>
            <a:prstGeom prst="rect">
              <a:avLst/>
            </a:prstGeom>
          </p:spPr>
        </p:pic>
      </p:grpSp>
      <p:pic>
        <p:nvPicPr>
          <p:cNvPr id="128" name="object 12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480066" y="6234676"/>
            <a:ext cx="195757" cy="238963"/>
          </a:xfrm>
          <a:prstGeom prst="rect">
            <a:avLst/>
          </a:prstGeom>
        </p:spPr>
      </p:pic>
      <p:grpSp>
        <p:nvGrpSpPr>
          <p:cNvPr id="129" name="object 129" descr=""/>
          <p:cNvGrpSpPr/>
          <p:nvPr/>
        </p:nvGrpSpPr>
        <p:grpSpPr>
          <a:xfrm>
            <a:off x="6784428" y="6234409"/>
            <a:ext cx="441959" cy="239395"/>
            <a:chOff x="6784428" y="6234409"/>
            <a:chExt cx="441959" cy="239395"/>
          </a:xfrm>
        </p:grpSpPr>
        <p:pic>
          <p:nvPicPr>
            <p:cNvPr id="130" name="object 13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784428" y="6234409"/>
              <a:ext cx="216560" cy="238963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022858" y="6234409"/>
              <a:ext cx="202958" cy="239229"/>
            </a:xfrm>
            <a:prstGeom prst="rect">
              <a:avLst/>
            </a:prstGeom>
          </p:spPr>
        </p:pic>
      </p:grpSp>
      <p:sp>
        <p:nvSpPr>
          <p:cNvPr id="132" name="object 132" descr=""/>
          <p:cNvSpPr/>
          <p:nvPr/>
        </p:nvSpPr>
        <p:spPr>
          <a:xfrm>
            <a:off x="7350633" y="6240551"/>
            <a:ext cx="163195" cy="97790"/>
          </a:xfrm>
          <a:custGeom>
            <a:avLst/>
            <a:gdLst/>
            <a:ahLst/>
            <a:cxnLst/>
            <a:rect l="l" t="t" r="r" b="b"/>
            <a:pathLst>
              <a:path w="163195" h="97789">
                <a:moveTo>
                  <a:pt x="162687" y="80010"/>
                </a:moveTo>
                <a:lnTo>
                  <a:pt x="21869" y="80010"/>
                </a:lnTo>
                <a:lnTo>
                  <a:pt x="21869" y="57150"/>
                </a:lnTo>
                <a:lnTo>
                  <a:pt x="154952" y="57150"/>
                </a:lnTo>
                <a:lnTo>
                  <a:pt x="154952" y="40640"/>
                </a:lnTo>
                <a:lnTo>
                  <a:pt x="21869" y="40640"/>
                </a:lnTo>
                <a:lnTo>
                  <a:pt x="21869" y="17780"/>
                </a:lnTo>
                <a:lnTo>
                  <a:pt x="161353" y="17780"/>
                </a:lnTo>
                <a:lnTo>
                  <a:pt x="161353" y="0"/>
                </a:lnTo>
                <a:lnTo>
                  <a:pt x="0" y="0"/>
                </a:lnTo>
                <a:lnTo>
                  <a:pt x="0" y="17780"/>
                </a:lnTo>
                <a:lnTo>
                  <a:pt x="0" y="40640"/>
                </a:lnTo>
                <a:lnTo>
                  <a:pt x="0" y="57150"/>
                </a:lnTo>
                <a:lnTo>
                  <a:pt x="0" y="80010"/>
                </a:lnTo>
                <a:lnTo>
                  <a:pt x="0" y="97790"/>
                </a:lnTo>
                <a:lnTo>
                  <a:pt x="162687" y="97790"/>
                </a:lnTo>
                <a:lnTo>
                  <a:pt x="162687" y="80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3" name="object 133" descr=""/>
          <p:cNvGrpSpPr/>
          <p:nvPr/>
        </p:nvGrpSpPr>
        <p:grpSpPr>
          <a:xfrm>
            <a:off x="7322105" y="6234676"/>
            <a:ext cx="440690" cy="240029"/>
            <a:chOff x="7322105" y="6234676"/>
            <a:chExt cx="440690" cy="240029"/>
          </a:xfrm>
        </p:grpSpPr>
        <p:sp>
          <p:nvSpPr>
            <p:cNvPr id="134" name="object 134" descr=""/>
            <p:cNvSpPr/>
            <p:nvPr/>
          </p:nvSpPr>
          <p:spPr>
            <a:xfrm>
              <a:off x="7322096" y="6360833"/>
              <a:ext cx="217170" cy="113664"/>
            </a:xfrm>
            <a:custGeom>
              <a:avLst/>
              <a:gdLst/>
              <a:ahLst/>
              <a:cxnLst/>
              <a:rect l="l" t="t" r="r" b="b"/>
              <a:pathLst>
                <a:path w="217170" h="113664">
                  <a:moveTo>
                    <a:pt x="188556" y="41008"/>
                  </a:moveTo>
                  <a:lnTo>
                    <a:pt x="24269" y="41008"/>
                  </a:lnTo>
                  <a:lnTo>
                    <a:pt x="24269" y="57518"/>
                  </a:lnTo>
                  <a:lnTo>
                    <a:pt x="166687" y="57518"/>
                  </a:lnTo>
                  <a:lnTo>
                    <a:pt x="166687" y="113398"/>
                  </a:lnTo>
                  <a:lnTo>
                    <a:pt x="188556" y="113398"/>
                  </a:lnTo>
                  <a:lnTo>
                    <a:pt x="188556" y="57518"/>
                  </a:lnTo>
                  <a:lnTo>
                    <a:pt x="188556" y="41008"/>
                  </a:lnTo>
                  <a:close/>
                </a:path>
                <a:path w="217170" h="113664">
                  <a:moveTo>
                    <a:pt x="216560" y="0"/>
                  </a:moveTo>
                  <a:lnTo>
                    <a:pt x="0" y="0"/>
                  </a:lnTo>
                  <a:lnTo>
                    <a:pt x="0" y="17602"/>
                  </a:lnTo>
                  <a:lnTo>
                    <a:pt x="216560" y="17602"/>
                  </a:lnTo>
                  <a:lnTo>
                    <a:pt x="216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565868" y="6234676"/>
              <a:ext cx="196824" cy="238963"/>
            </a:xfrm>
            <a:prstGeom prst="rect">
              <a:avLst/>
            </a:prstGeom>
          </p:spPr>
        </p:pic>
      </p:grpSp>
      <p:pic>
        <p:nvPicPr>
          <p:cNvPr id="136" name="object 13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8107812" y="6258412"/>
            <a:ext cx="216293" cy="181622"/>
          </a:xfrm>
          <a:prstGeom prst="rect">
            <a:avLst/>
          </a:prstGeom>
        </p:spPr>
      </p:pic>
      <p:pic>
        <p:nvPicPr>
          <p:cNvPr id="137" name="object 13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68049" y="6234676"/>
            <a:ext cx="194957" cy="237896"/>
          </a:xfrm>
          <a:prstGeom prst="rect">
            <a:avLst/>
          </a:prstGeom>
        </p:spPr>
      </p:pic>
      <p:grpSp>
        <p:nvGrpSpPr>
          <p:cNvPr id="138" name="object 138" descr=""/>
          <p:cNvGrpSpPr/>
          <p:nvPr/>
        </p:nvGrpSpPr>
        <p:grpSpPr>
          <a:xfrm>
            <a:off x="8350243" y="6234193"/>
            <a:ext cx="464184" cy="236854"/>
            <a:chOff x="8350243" y="6234193"/>
            <a:chExt cx="464184" cy="236854"/>
          </a:xfrm>
        </p:grpSpPr>
        <p:pic>
          <p:nvPicPr>
            <p:cNvPr id="139" name="object 139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350243" y="6239743"/>
              <a:ext cx="216293" cy="230695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8602802" y="6234201"/>
              <a:ext cx="211454" cy="233679"/>
            </a:xfrm>
            <a:custGeom>
              <a:avLst/>
              <a:gdLst/>
              <a:ahLst/>
              <a:cxnLst/>
              <a:rect l="l" t="t" r="r" b="b"/>
              <a:pathLst>
                <a:path w="211454" h="233679">
                  <a:moveTo>
                    <a:pt x="109880" y="21590"/>
                  </a:moveTo>
                  <a:lnTo>
                    <a:pt x="88544" y="21590"/>
                  </a:lnTo>
                  <a:lnTo>
                    <a:pt x="88544" y="39370"/>
                  </a:lnTo>
                  <a:lnTo>
                    <a:pt x="88544" y="114300"/>
                  </a:lnTo>
                  <a:lnTo>
                    <a:pt x="21336" y="114300"/>
                  </a:lnTo>
                  <a:lnTo>
                    <a:pt x="21336" y="39370"/>
                  </a:lnTo>
                  <a:lnTo>
                    <a:pt x="88544" y="39370"/>
                  </a:lnTo>
                  <a:lnTo>
                    <a:pt x="88544" y="21590"/>
                  </a:lnTo>
                  <a:lnTo>
                    <a:pt x="0" y="21590"/>
                  </a:lnTo>
                  <a:lnTo>
                    <a:pt x="0" y="39370"/>
                  </a:lnTo>
                  <a:lnTo>
                    <a:pt x="0" y="114300"/>
                  </a:lnTo>
                  <a:lnTo>
                    <a:pt x="0" y="132080"/>
                  </a:lnTo>
                  <a:lnTo>
                    <a:pt x="109880" y="132080"/>
                  </a:lnTo>
                  <a:lnTo>
                    <a:pt x="109880" y="114896"/>
                  </a:lnTo>
                  <a:lnTo>
                    <a:pt x="109880" y="114300"/>
                  </a:lnTo>
                  <a:lnTo>
                    <a:pt x="109880" y="39370"/>
                  </a:lnTo>
                  <a:lnTo>
                    <a:pt x="109880" y="39154"/>
                  </a:lnTo>
                  <a:lnTo>
                    <a:pt x="109880" y="21590"/>
                  </a:lnTo>
                  <a:close/>
                </a:path>
                <a:path w="211454" h="233679">
                  <a:moveTo>
                    <a:pt x="186423" y="215900"/>
                  </a:moveTo>
                  <a:lnTo>
                    <a:pt x="48806" y="215900"/>
                  </a:lnTo>
                  <a:lnTo>
                    <a:pt x="48806" y="158750"/>
                  </a:lnTo>
                  <a:lnTo>
                    <a:pt x="26936" y="158750"/>
                  </a:lnTo>
                  <a:lnTo>
                    <a:pt x="26936" y="215900"/>
                  </a:lnTo>
                  <a:lnTo>
                    <a:pt x="26936" y="233680"/>
                  </a:lnTo>
                  <a:lnTo>
                    <a:pt x="186423" y="233680"/>
                  </a:lnTo>
                  <a:lnTo>
                    <a:pt x="186423" y="215900"/>
                  </a:lnTo>
                  <a:close/>
                </a:path>
                <a:path w="211454" h="233679">
                  <a:moveTo>
                    <a:pt x="211226" y="73660"/>
                  </a:moveTo>
                  <a:lnTo>
                    <a:pt x="175755" y="73660"/>
                  </a:lnTo>
                  <a:lnTo>
                    <a:pt x="175755" y="0"/>
                  </a:lnTo>
                  <a:lnTo>
                    <a:pt x="153885" y="0"/>
                  </a:lnTo>
                  <a:lnTo>
                    <a:pt x="153885" y="73660"/>
                  </a:lnTo>
                  <a:lnTo>
                    <a:pt x="153885" y="91440"/>
                  </a:lnTo>
                  <a:lnTo>
                    <a:pt x="153885" y="175260"/>
                  </a:lnTo>
                  <a:lnTo>
                    <a:pt x="175755" y="175260"/>
                  </a:lnTo>
                  <a:lnTo>
                    <a:pt x="175755" y="91440"/>
                  </a:lnTo>
                  <a:lnTo>
                    <a:pt x="211226" y="91440"/>
                  </a:lnTo>
                  <a:lnTo>
                    <a:pt x="211226" y="736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8893454" y="6233076"/>
            <a:ext cx="458470" cy="241300"/>
            <a:chOff x="8893454" y="6233076"/>
            <a:chExt cx="458470" cy="241300"/>
          </a:xfrm>
        </p:grpSpPr>
        <p:pic>
          <p:nvPicPr>
            <p:cNvPr id="142" name="object 14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893454" y="6233076"/>
              <a:ext cx="220294" cy="240830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135084" y="6237076"/>
              <a:ext cx="216560" cy="233362"/>
            </a:xfrm>
            <a:prstGeom prst="rect">
              <a:avLst/>
            </a:prstGeom>
          </p:spPr>
        </p:pic>
      </p:grpSp>
      <p:pic>
        <p:nvPicPr>
          <p:cNvPr id="144" name="object 144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27586" y="6941317"/>
            <a:ext cx="113080" cy="113080"/>
          </a:xfrm>
          <a:prstGeom prst="rect">
            <a:avLst/>
          </a:prstGeom>
        </p:spPr>
      </p:pic>
      <p:pic>
        <p:nvPicPr>
          <p:cNvPr id="145" name="object 145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3825820" y="6874374"/>
            <a:ext cx="202701" cy="233895"/>
          </a:xfrm>
          <a:prstGeom prst="rect">
            <a:avLst/>
          </a:prstGeom>
        </p:spPr>
      </p:pic>
      <p:grpSp>
        <p:nvGrpSpPr>
          <p:cNvPr id="146" name="object 146" descr=""/>
          <p:cNvGrpSpPr/>
          <p:nvPr/>
        </p:nvGrpSpPr>
        <p:grpSpPr>
          <a:xfrm>
            <a:off x="4129858" y="6874374"/>
            <a:ext cx="685800" cy="240029"/>
            <a:chOff x="4129858" y="6874374"/>
            <a:chExt cx="685800" cy="240029"/>
          </a:xfrm>
        </p:grpSpPr>
        <p:sp>
          <p:nvSpPr>
            <p:cNvPr id="147" name="object 147" descr=""/>
            <p:cNvSpPr/>
            <p:nvPr/>
          </p:nvSpPr>
          <p:spPr>
            <a:xfrm>
              <a:off x="4129849" y="6894600"/>
              <a:ext cx="217170" cy="188595"/>
            </a:xfrm>
            <a:custGeom>
              <a:avLst/>
              <a:gdLst/>
              <a:ahLst/>
              <a:cxnLst/>
              <a:rect l="l" t="t" r="r" b="b"/>
              <a:pathLst>
                <a:path w="217170" h="188595">
                  <a:moveTo>
                    <a:pt x="190423" y="17119"/>
                  </a:moveTo>
                  <a:lnTo>
                    <a:pt x="169087" y="17119"/>
                  </a:lnTo>
                  <a:lnTo>
                    <a:pt x="169087" y="94729"/>
                  </a:lnTo>
                  <a:lnTo>
                    <a:pt x="190423" y="94729"/>
                  </a:lnTo>
                  <a:lnTo>
                    <a:pt x="190423" y="17119"/>
                  </a:lnTo>
                  <a:close/>
                </a:path>
                <a:path w="217170" h="188595">
                  <a:moveTo>
                    <a:pt x="190423" y="0"/>
                  </a:moveTo>
                  <a:lnTo>
                    <a:pt x="25603" y="0"/>
                  </a:lnTo>
                  <a:lnTo>
                    <a:pt x="25603" y="16510"/>
                  </a:lnTo>
                  <a:lnTo>
                    <a:pt x="25603" y="95250"/>
                  </a:lnTo>
                  <a:lnTo>
                    <a:pt x="25603" y="111760"/>
                  </a:lnTo>
                  <a:lnTo>
                    <a:pt x="190423" y="111760"/>
                  </a:lnTo>
                  <a:lnTo>
                    <a:pt x="190423" y="95250"/>
                  </a:lnTo>
                  <a:lnTo>
                    <a:pt x="46672" y="95250"/>
                  </a:lnTo>
                  <a:lnTo>
                    <a:pt x="46672" y="16510"/>
                  </a:lnTo>
                  <a:lnTo>
                    <a:pt x="190423" y="16510"/>
                  </a:lnTo>
                  <a:lnTo>
                    <a:pt x="190423" y="0"/>
                  </a:lnTo>
                  <a:close/>
                </a:path>
                <a:path w="217170" h="188595">
                  <a:moveTo>
                    <a:pt x="216827" y="170205"/>
                  </a:moveTo>
                  <a:lnTo>
                    <a:pt x="119214" y="170205"/>
                  </a:lnTo>
                  <a:lnTo>
                    <a:pt x="119214" y="112064"/>
                  </a:lnTo>
                  <a:lnTo>
                    <a:pt x="97078" y="112064"/>
                  </a:lnTo>
                  <a:lnTo>
                    <a:pt x="97078" y="170205"/>
                  </a:lnTo>
                  <a:lnTo>
                    <a:pt x="0" y="170205"/>
                  </a:lnTo>
                  <a:lnTo>
                    <a:pt x="0" y="188341"/>
                  </a:lnTo>
                  <a:lnTo>
                    <a:pt x="216827" y="188341"/>
                  </a:lnTo>
                  <a:lnTo>
                    <a:pt x="216827" y="170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86690" y="6874641"/>
              <a:ext cx="200025" cy="235762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622186" y="6874374"/>
              <a:ext cx="193357" cy="239763"/>
            </a:xfrm>
            <a:prstGeom prst="rect">
              <a:avLst/>
            </a:prstGeom>
          </p:spPr>
        </p:pic>
      </p:grpSp>
      <p:pic>
        <p:nvPicPr>
          <p:cNvPr id="150" name="object 150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934597" y="6874374"/>
            <a:ext cx="194157" cy="239229"/>
          </a:xfrm>
          <a:prstGeom prst="rect">
            <a:avLst/>
          </a:prstGeom>
        </p:spPr>
      </p:pic>
      <p:pic>
        <p:nvPicPr>
          <p:cNvPr id="151" name="object 151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5179961" y="6874374"/>
            <a:ext cx="186956" cy="239763"/>
          </a:xfrm>
          <a:prstGeom prst="rect">
            <a:avLst/>
          </a:prstGeom>
        </p:spPr>
      </p:pic>
      <p:pic>
        <p:nvPicPr>
          <p:cNvPr id="152" name="object 152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427458" y="6874108"/>
            <a:ext cx="186156" cy="239763"/>
          </a:xfrm>
          <a:prstGeom prst="rect">
            <a:avLst/>
          </a:prstGeom>
        </p:spPr>
      </p:pic>
      <p:grpSp>
        <p:nvGrpSpPr>
          <p:cNvPr id="153" name="object 153" descr=""/>
          <p:cNvGrpSpPr/>
          <p:nvPr/>
        </p:nvGrpSpPr>
        <p:grpSpPr>
          <a:xfrm>
            <a:off x="5722371" y="6874108"/>
            <a:ext cx="441959" cy="240029"/>
            <a:chOff x="5722371" y="6874108"/>
            <a:chExt cx="441959" cy="240029"/>
          </a:xfrm>
        </p:grpSpPr>
        <p:pic>
          <p:nvPicPr>
            <p:cNvPr id="154" name="object 15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722371" y="6874641"/>
              <a:ext cx="202958" cy="233629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967202" y="6874108"/>
              <a:ext cx="196824" cy="240030"/>
            </a:xfrm>
            <a:prstGeom prst="rect">
              <a:avLst/>
            </a:prstGeom>
          </p:spPr>
        </p:pic>
      </p:grpSp>
      <p:pic>
        <p:nvPicPr>
          <p:cNvPr id="156" name="object 156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6225368" y="6874108"/>
            <a:ext cx="183222" cy="239763"/>
          </a:xfrm>
          <a:prstGeom prst="rect">
            <a:avLst/>
          </a:prstGeom>
        </p:spPr>
      </p:pic>
      <p:grpSp>
        <p:nvGrpSpPr>
          <p:cNvPr id="157" name="object 157" descr=""/>
          <p:cNvGrpSpPr/>
          <p:nvPr/>
        </p:nvGrpSpPr>
        <p:grpSpPr>
          <a:xfrm>
            <a:off x="6527224" y="6874374"/>
            <a:ext cx="431800" cy="240029"/>
            <a:chOff x="6527224" y="6874374"/>
            <a:chExt cx="431800" cy="240029"/>
          </a:xfrm>
        </p:grpSpPr>
        <p:pic>
          <p:nvPicPr>
            <p:cNvPr id="158" name="object 15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527224" y="6874374"/>
              <a:ext cx="211226" cy="239229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764854" y="6874641"/>
              <a:ext cx="194157" cy="239229"/>
            </a:xfrm>
            <a:prstGeom prst="rect">
              <a:avLst/>
            </a:prstGeom>
          </p:spPr>
        </p:pic>
      </p:grpSp>
      <p:pic>
        <p:nvPicPr>
          <p:cNvPr id="160" name="object 160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7011018" y="6874374"/>
            <a:ext cx="200291" cy="239229"/>
          </a:xfrm>
          <a:prstGeom prst="rect">
            <a:avLst/>
          </a:prstGeom>
        </p:spPr>
      </p:pic>
      <p:grpSp>
        <p:nvGrpSpPr>
          <p:cNvPr id="161" name="object 161" descr=""/>
          <p:cNvGrpSpPr/>
          <p:nvPr/>
        </p:nvGrpSpPr>
        <p:grpSpPr>
          <a:xfrm>
            <a:off x="7321829" y="6874374"/>
            <a:ext cx="458470" cy="239395"/>
            <a:chOff x="7321829" y="6874374"/>
            <a:chExt cx="458470" cy="239395"/>
          </a:xfrm>
        </p:grpSpPr>
        <p:pic>
          <p:nvPicPr>
            <p:cNvPr id="162" name="object 162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321829" y="6874374"/>
              <a:ext cx="194691" cy="239229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559458" y="6874641"/>
              <a:ext cx="220294" cy="233629"/>
            </a:xfrm>
            <a:prstGeom prst="rect">
              <a:avLst/>
            </a:prstGeom>
          </p:spPr>
        </p:pic>
      </p:grpSp>
      <p:pic>
        <p:nvPicPr>
          <p:cNvPr id="164" name="object 164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7863392" y="6874642"/>
            <a:ext cx="206425" cy="235762"/>
          </a:xfrm>
          <a:prstGeom prst="rect">
            <a:avLst/>
          </a:prstGeom>
        </p:spPr>
      </p:pic>
      <p:pic>
        <p:nvPicPr>
          <p:cNvPr id="165" name="object 165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8119957" y="6874642"/>
            <a:ext cx="186690" cy="238696"/>
          </a:xfrm>
          <a:prstGeom prst="rect">
            <a:avLst/>
          </a:prstGeom>
        </p:spPr>
      </p:pic>
      <p:pic>
        <p:nvPicPr>
          <p:cNvPr id="166" name="object 166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363187" y="6874374"/>
            <a:ext cx="186956" cy="239763"/>
          </a:xfrm>
          <a:prstGeom prst="rect">
            <a:avLst/>
          </a:prstGeom>
        </p:spPr>
      </p:pic>
      <p:grpSp>
        <p:nvGrpSpPr>
          <p:cNvPr id="167" name="object 167" descr=""/>
          <p:cNvGrpSpPr/>
          <p:nvPr/>
        </p:nvGrpSpPr>
        <p:grpSpPr>
          <a:xfrm>
            <a:off x="8663330" y="6874374"/>
            <a:ext cx="438784" cy="240029"/>
            <a:chOff x="8663330" y="6874374"/>
            <a:chExt cx="438784" cy="240029"/>
          </a:xfrm>
        </p:grpSpPr>
        <p:pic>
          <p:nvPicPr>
            <p:cNvPr id="168" name="object 168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663330" y="6874641"/>
              <a:ext cx="217627" cy="237896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909227" y="6874374"/>
              <a:ext cx="192824" cy="239763"/>
            </a:xfrm>
            <a:prstGeom prst="rect">
              <a:avLst/>
            </a:prstGeom>
          </p:spPr>
        </p:pic>
      </p:grpSp>
      <p:grpSp>
        <p:nvGrpSpPr>
          <p:cNvPr id="170" name="object 170" descr=""/>
          <p:cNvGrpSpPr/>
          <p:nvPr/>
        </p:nvGrpSpPr>
        <p:grpSpPr>
          <a:xfrm>
            <a:off x="9207026" y="6874642"/>
            <a:ext cx="464820" cy="239395"/>
            <a:chOff x="9207026" y="6874642"/>
            <a:chExt cx="464820" cy="239395"/>
          </a:xfrm>
        </p:grpSpPr>
        <p:pic>
          <p:nvPicPr>
            <p:cNvPr id="171" name="object 171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9207026" y="6874642"/>
              <a:ext cx="226428" cy="238963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455057" y="6878642"/>
              <a:ext cx="216560" cy="234696"/>
            </a:xfrm>
            <a:prstGeom prst="rect">
              <a:avLst/>
            </a:prstGeom>
          </p:spPr>
        </p:pic>
      </p:grpSp>
      <p:sp>
        <p:nvSpPr>
          <p:cNvPr id="173" name="object 173" descr=""/>
          <p:cNvSpPr/>
          <p:nvPr/>
        </p:nvSpPr>
        <p:spPr>
          <a:xfrm>
            <a:off x="9789013" y="6878084"/>
            <a:ext cx="22225" cy="22860"/>
          </a:xfrm>
          <a:custGeom>
            <a:avLst/>
            <a:gdLst/>
            <a:ahLst/>
            <a:cxnLst/>
            <a:rect l="l" t="t" r="r" b="b"/>
            <a:pathLst>
              <a:path w="22225" h="22859">
                <a:moveTo>
                  <a:pt x="0" y="0"/>
                </a:moveTo>
                <a:lnTo>
                  <a:pt x="21602" y="0"/>
                </a:lnTo>
                <a:lnTo>
                  <a:pt x="21602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4" name="object 174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353074" y="6887710"/>
            <a:ext cx="1486900" cy="546401"/>
          </a:xfrm>
          <a:prstGeom prst="rect">
            <a:avLst/>
          </a:prstGeom>
        </p:spPr>
      </p:pic>
      <p:grpSp>
        <p:nvGrpSpPr>
          <p:cNvPr id="175" name="object 175" descr=""/>
          <p:cNvGrpSpPr/>
          <p:nvPr/>
        </p:nvGrpSpPr>
        <p:grpSpPr>
          <a:xfrm>
            <a:off x="9760209" y="6874374"/>
            <a:ext cx="1198880" cy="240029"/>
            <a:chOff x="9760209" y="6874374"/>
            <a:chExt cx="1198880" cy="240029"/>
          </a:xfrm>
        </p:grpSpPr>
        <p:sp>
          <p:nvSpPr>
            <p:cNvPr id="176" name="object 176" descr=""/>
            <p:cNvSpPr/>
            <p:nvPr/>
          </p:nvSpPr>
          <p:spPr>
            <a:xfrm>
              <a:off x="9760204" y="6878116"/>
              <a:ext cx="217170" cy="232410"/>
            </a:xfrm>
            <a:custGeom>
              <a:avLst/>
              <a:gdLst/>
              <a:ahLst/>
              <a:cxnLst/>
              <a:rect l="l" t="t" r="r" b="b"/>
              <a:pathLst>
                <a:path w="217170" h="232409">
                  <a:moveTo>
                    <a:pt x="188290" y="22834"/>
                  </a:moveTo>
                  <a:lnTo>
                    <a:pt x="28803" y="22834"/>
                  </a:lnTo>
                  <a:lnTo>
                    <a:pt x="28803" y="39344"/>
                  </a:lnTo>
                  <a:lnTo>
                    <a:pt x="28803" y="62204"/>
                  </a:lnTo>
                  <a:lnTo>
                    <a:pt x="28803" y="78714"/>
                  </a:lnTo>
                  <a:lnTo>
                    <a:pt x="188290" y="78714"/>
                  </a:lnTo>
                  <a:lnTo>
                    <a:pt x="188290" y="62204"/>
                  </a:lnTo>
                  <a:lnTo>
                    <a:pt x="50406" y="62204"/>
                  </a:lnTo>
                  <a:lnTo>
                    <a:pt x="50406" y="39344"/>
                  </a:lnTo>
                  <a:lnTo>
                    <a:pt x="166687" y="39344"/>
                  </a:lnTo>
                  <a:lnTo>
                    <a:pt x="166687" y="62141"/>
                  </a:lnTo>
                  <a:lnTo>
                    <a:pt x="188290" y="62141"/>
                  </a:lnTo>
                  <a:lnTo>
                    <a:pt x="188290" y="39344"/>
                  </a:lnTo>
                  <a:lnTo>
                    <a:pt x="188290" y="39204"/>
                  </a:lnTo>
                  <a:lnTo>
                    <a:pt x="188290" y="22834"/>
                  </a:lnTo>
                  <a:close/>
                </a:path>
                <a:path w="217170" h="232409">
                  <a:moveTo>
                    <a:pt x="188290" y="0"/>
                  </a:moveTo>
                  <a:lnTo>
                    <a:pt x="166687" y="0"/>
                  </a:lnTo>
                  <a:lnTo>
                    <a:pt x="166687" y="22669"/>
                  </a:lnTo>
                  <a:lnTo>
                    <a:pt x="188290" y="22669"/>
                  </a:lnTo>
                  <a:lnTo>
                    <a:pt x="188290" y="0"/>
                  </a:lnTo>
                  <a:close/>
                </a:path>
                <a:path w="217170" h="232409">
                  <a:moveTo>
                    <a:pt x="196024" y="215874"/>
                  </a:moveTo>
                  <a:lnTo>
                    <a:pt x="48272" y="215874"/>
                  </a:lnTo>
                  <a:lnTo>
                    <a:pt x="48272" y="193014"/>
                  </a:lnTo>
                  <a:lnTo>
                    <a:pt x="188823" y="193014"/>
                  </a:lnTo>
                  <a:lnTo>
                    <a:pt x="188823" y="176504"/>
                  </a:lnTo>
                  <a:lnTo>
                    <a:pt x="188823" y="156184"/>
                  </a:lnTo>
                  <a:lnTo>
                    <a:pt x="188823" y="139674"/>
                  </a:lnTo>
                  <a:lnTo>
                    <a:pt x="26136" y="139674"/>
                  </a:lnTo>
                  <a:lnTo>
                    <a:pt x="26136" y="156184"/>
                  </a:lnTo>
                  <a:lnTo>
                    <a:pt x="167220" y="156184"/>
                  </a:lnTo>
                  <a:lnTo>
                    <a:pt x="167220" y="176504"/>
                  </a:lnTo>
                  <a:lnTo>
                    <a:pt x="26936" y="176504"/>
                  </a:lnTo>
                  <a:lnTo>
                    <a:pt x="26936" y="193014"/>
                  </a:lnTo>
                  <a:lnTo>
                    <a:pt x="26936" y="215874"/>
                  </a:lnTo>
                  <a:lnTo>
                    <a:pt x="26936" y="232384"/>
                  </a:lnTo>
                  <a:lnTo>
                    <a:pt x="196024" y="232384"/>
                  </a:lnTo>
                  <a:lnTo>
                    <a:pt x="196024" y="215874"/>
                  </a:lnTo>
                  <a:close/>
                </a:path>
                <a:path w="217170" h="232409">
                  <a:moveTo>
                    <a:pt x="216560" y="98412"/>
                  </a:moveTo>
                  <a:lnTo>
                    <a:pt x="0" y="98412"/>
                  </a:lnTo>
                  <a:lnTo>
                    <a:pt x="0" y="116014"/>
                  </a:lnTo>
                  <a:lnTo>
                    <a:pt x="97345" y="116014"/>
                  </a:lnTo>
                  <a:lnTo>
                    <a:pt x="97345" y="139484"/>
                  </a:lnTo>
                  <a:lnTo>
                    <a:pt x="119214" y="139484"/>
                  </a:lnTo>
                  <a:lnTo>
                    <a:pt x="119214" y="116014"/>
                  </a:lnTo>
                  <a:lnTo>
                    <a:pt x="216560" y="116014"/>
                  </a:lnTo>
                  <a:lnTo>
                    <a:pt x="216560" y="98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007440" y="6874374"/>
              <a:ext cx="220827" cy="239229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49870" y="6874641"/>
              <a:ext cx="224828" cy="238963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506703" y="6874374"/>
              <a:ext cx="213360" cy="239763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0742199" y="6898377"/>
              <a:ext cx="216293" cy="181622"/>
            </a:xfrm>
            <a:prstGeom prst="rect">
              <a:avLst/>
            </a:prstGeom>
          </p:spPr>
        </p:pic>
      </p:grpSp>
      <p:grpSp>
        <p:nvGrpSpPr>
          <p:cNvPr id="181" name="object 181" descr=""/>
          <p:cNvGrpSpPr/>
          <p:nvPr/>
        </p:nvGrpSpPr>
        <p:grpSpPr>
          <a:xfrm>
            <a:off x="11047879" y="6874374"/>
            <a:ext cx="466090" cy="234315"/>
            <a:chOff x="11047879" y="6874374"/>
            <a:chExt cx="466090" cy="234315"/>
          </a:xfrm>
        </p:grpSpPr>
        <p:pic>
          <p:nvPicPr>
            <p:cNvPr id="182" name="object 182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047879" y="6874374"/>
              <a:ext cx="220309" cy="233895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303393" y="6874374"/>
              <a:ext cx="210159" cy="233895"/>
            </a:xfrm>
            <a:prstGeom prst="rect">
              <a:avLst/>
            </a:prstGeom>
          </p:spPr>
        </p:pic>
      </p:grpSp>
      <p:grpSp>
        <p:nvGrpSpPr>
          <p:cNvPr id="184" name="object 184" descr=""/>
          <p:cNvGrpSpPr/>
          <p:nvPr/>
        </p:nvGrpSpPr>
        <p:grpSpPr>
          <a:xfrm>
            <a:off x="3941587" y="7194615"/>
            <a:ext cx="707390" cy="236854"/>
            <a:chOff x="3941587" y="7194615"/>
            <a:chExt cx="707390" cy="236854"/>
          </a:xfrm>
        </p:grpSpPr>
        <p:sp>
          <p:nvSpPr>
            <p:cNvPr id="185" name="object 185" descr=""/>
            <p:cNvSpPr/>
            <p:nvPr/>
          </p:nvSpPr>
          <p:spPr>
            <a:xfrm>
              <a:off x="3941584" y="7214640"/>
              <a:ext cx="217170" cy="188595"/>
            </a:xfrm>
            <a:custGeom>
              <a:avLst/>
              <a:gdLst/>
              <a:ahLst/>
              <a:cxnLst/>
              <a:rect l="l" t="t" r="r" b="b"/>
              <a:pathLst>
                <a:path w="217170" h="188595">
                  <a:moveTo>
                    <a:pt x="190423" y="17056"/>
                  </a:moveTo>
                  <a:lnTo>
                    <a:pt x="169087" y="17056"/>
                  </a:lnTo>
                  <a:lnTo>
                    <a:pt x="169087" y="94665"/>
                  </a:lnTo>
                  <a:lnTo>
                    <a:pt x="190423" y="94665"/>
                  </a:lnTo>
                  <a:lnTo>
                    <a:pt x="190423" y="17056"/>
                  </a:lnTo>
                  <a:close/>
                </a:path>
                <a:path w="217170" h="188595">
                  <a:moveTo>
                    <a:pt x="190423" y="0"/>
                  </a:moveTo>
                  <a:lnTo>
                    <a:pt x="25603" y="0"/>
                  </a:lnTo>
                  <a:lnTo>
                    <a:pt x="25603" y="16510"/>
                  </a:lnTo>
                  <a:lnTo>
                    <a:pt x="25603" y="95250"/>
                  </a:lnTo>
                  <a:lnTo>
                    <a:pt x="25603" y="111760"/>
                  </a:lnTo>
                  <a:lnTo>
                    <a:pt x="190423" y="111760"/>
                  </a:lnTo>
                  <a:lnTo>
                    <a:pt x="190423" y="95250"/>
                  </a:lnTo>
                  <a:lnTo>
                    <a:pt x="46672" y="95250"/>
                  </a:lnTo>
                  <a:lnTo>
                    <a:pt x="46672" y="16510"/>
                  </a:lnTo>
                  <a:lnTo>
                    <a:pt x="190423" y="16510"/>
                  </a:lnTo>
                  <a:lnTo>
                    <a:pt x="190423" y="0"/>
                  </a:lnTo>
                  <a:close/>
                </a:path>
                <a:path w="217170" h="188595">
                  <a:moveTo>
                    <a:pt x="216827" y="170141"/>
                  </a:moveTo>
                  <a:lnTo>
                    <a:pt x="119214" y="170141"/>
                  </a:lnTo>
                  <a:lnTo>
                    <a:pt x="119214" y="112001"/>
                  </a:lnTo>
                  <a:lnTo>
                    <a:pt x="97078" y="112001"/>
                  </a:lnTo>
                  <a:lnTo>
                    <a:pt x="97078" y="170141"/>
                  </a:lnTo>
                  <a:lnTo>
                    <a:pt x="0" y="170141"/>
                  </a:lnTo>
                  <a:lnTo>
                    <a:pt x="0" y="188277"/>
                  </a:lnTo>
                  <a:lnTo>
                    <a:pt x="216827" y="188277"/>
                  </a:lnTo>
                  <a:lnTo>
                    <a:pt x="216827" y="1701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198419" y="7194615"/>
              <a:ext cx="200025" cy="235762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2048" y="7198348"/>
              <a:ext cx="216560" cy="232562"/>
            </a:xfrm>
            <a:prstGeom prst="rect">
              <a:avLst/>
            </a:prstGeom>
          </p:spPr>
        </p:pic>
      </p:grpSp>
      <p:grpSp>
        <p:nvGrpSpPr>
          <p:cNvPr id="188" name="object 188" descr=""/>
          <p:cNvGrpSpPr/>
          <p:nvPr/>
        </p:nvGrpSpPr>
        <p:grpSpPr>
          <a:xfrm>
            <a:off x="4737105" y="7194081"/>
            <a:ext cx="933450" cy="240029"/>
            <a:chOff x="4737105" y="7194081"/>
            <a:chExt cx="933450" cy="240029"/>
          </a:xfrm>
        </p:grpSpPr>
        <p:pic>
          <p:nvPicPr>
            <p:cNvPr id="189" name="object 189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4737105" y="7194348"/>
              <a:ext cx="203492" cy="238963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982736" y="7198082"/>
              <a:ext cx="217093" cy="235762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227833" y="7194081"/>
              <a:ext cx="202958" cy="239229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5473464" y="7194348"/>
              <a:ext cx="197091" cy="239496"/>
            </a:xfrm>
            <a:prstGeom prst="rect">
              <a:avLst/>
            </a:prstGeom>
          </p:spPr>
        </p:pic>
      </p:grpSp>
      <p:grpSp>
        <p:nvGrpSpPr>
          <p:cNvPr id="193" name="object 193" descr=""/>
          <p:cNvGrpSpPr/>
          <p:nvPr/>
        </p:nvGrpSpPr>
        <p:grpSpPr>
          <a:xfrm>
            <a:off x="5778578" y="7194081"/>
            <a:ext cx="693420" cy="239395"/>
            <a:chOff x="5778578" y="7194081"/>
            <a:chExt cx="693420" cy="239395"/>
          </a:xfrm>
        </p:grpSpPr>
        <p:sp>
          <p:nvSpPr>
            <p:cNvPr id="194" name="object 194" descr=""/>
            <p:cNvSpPr/>
            <p:nvPr/>
          </p:nvSpPr>
          <p:spPr>
            <a:xfrm>
              <a:off x="5778576" y="7210831"/>
              <a:ext cx="217170" cy="192405"/>
            </a:xfrm>
            <a:custGeom>
              <a:avLst/>
              <a:gdLst/>
              <a:ahLst/>
              <a:cxnLst/>
              <a:rect l="l" t="t" r="r" b="b"/>
              <a:pathLst>
                <a:path w="217170" h="192404">
                  <a:moveTo>
                    <a:pt x="190690" y="61137"/>
                  </a:moveTo>
                  <a:lnTo>
                    <a:pt x="169354" y="61137"/>
                  </a:lnTo>
                  <a:lnTo>
                    <a:pt x="169354" y="105143"/>
                  </a:lnTo>
                  <a:lnTo>
                    <a:pt x="190690" y="105143"/>
                  </a:lnTo>
                  <a:lnTo>
                    <a:pt x="190690" y="61137"/>
                  </a:lnTo>
                  <a:close/>
                </a:path>
                <a:path w="217170" h="192404">
                  <a:moveTo>
                    <a:pt x="216827" y="174218"/>
                  </a:moveTo>
                  <a:lnTo>
                    <a:pt x="119214" y="174218"/>
                  </a:lnTo>
                  <a:lnTo>
                    <a:pt x="119214" y="123190"/>
                  </a:lnTo>
                  <a:lnTo>
                    <a:pt x="190690" y="123190"/>
                  </a:lnTo>
                  <a:lnTo>
                    <a:pt x="190690" y="105410"/>
                  </a:lnTo>
                  <a:lnTo>
                    <a:pt x="47205" y="105410"/>
                  </a:lnTo>
                  <a:lnTo>
                    <a:pt x="47205" y="60960"/>
                  </a:lnTo>
                  <a:lnTo>
                    <a:pt x="190690" y="60960"/>
                  </a:lnTo>
                  <a:lnTo>
                    <a:pt x="190690" y="43268"/>
                  </a:lnTo>
                  <a:lnTo>
                    <a:pt x="190690" y="596"/>
                  </a:lnTo>
                  <a:lnTo>
                    <a:pt x="169354" y="596"/>
                  </a:lnTo>
                  <a:lnTo>
                    <a:pt x="169354" y="43180"/>
                  </a:lnTo>
                  <a:lnTo>
                    <a:pt x="47205" y="43180"/>
                  </a:lnTo>
                  <a:lnTo>
                    <a:pt x="47205" y="0"/>
                  </a:lnTo>
                  <a:lnTo>
                    <a:pt x="25603" y="0"/>
                  </a:lnTo>
                  <a:lnTo>
                    <a:pt x="25603" y="43180"/>
                  </a:lnTo>
                  <a:lnTo>
                    <a:pt x="25603" y="60960"/>
                  </a:lnTo>
                  <a:lnTo>
                    <a:pt x="25603" y="105410"/>
                  </a:lnTo>
                  <a:lnTo>
                    <a:pt x="25603" y="123190"/>
                  </a:lnTo>
                  <a:lnTo>
                    <a:pt x="97078" y="123190"/>
                  </a:lnTo>
                  <a:lnTo>
                    <a:pt x="97078" y="174218"/>
                  </a:lnTo>
                  <a:lnTo>
                    <a:pt x="0" y="174218"/>
                  </a:lnTo>
                  <a:lnTo>
                    <a:pt x="0" y="192087"/>
                  </a:lnTo>
                  <a:lnTo>
                    <a:pt x="216827" y="192087"/>
                  </a:lnTo>
                  <a:lnTo>
                    <a:pt x="216827" y="174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024476" y="7194348"/>
              <a:ext cx="220560" cy="238963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6269039" y="7194081"/>
              <a:ext cx="202958" cy="239229"/>
            </a:xfrm>
            <a:prstGeom prst="rect">
              <a:avLst/>
            </a:prstGeom>
          </p:spPr>
        </p:pic>
      </p:grpSp>
      <p:grpSp>
        <p:nvGrpSpPr>
          <p:cNvPr id="197" name="object 197" descr=""/>
          <p:cNvGrpSpPr/>
          <p:nvPr/>
        </p:nvGrpSpPr>
        <p:grpSpPr>
          <a:xfrm>
            <a:off x="6575163" y="7193015"/>
            <a:ext cx="932180" cy="241300"/>
            <a:chOff x="6575163" y="7193015"/>
            <a:chExt cx="932180" cy="241300"/>
          </a:xfrm>
        </p:grpSpPr>
        <p:pic>
          <p:nvPicPr>
            <p:cNvPr id="198" name="object 19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575163" y="7193015"/>
              <a:ext cx="220294" cy="240830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819460" y="7197015"/>
              <a:ext cx="216560" cy="233362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063758" y="7194615"/>
              <a:ext cx="224828" cy="238963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313656" y="7194348"/>
              <a:ext cx="193090" cy="239229"/>
            </a:xfrm>
            <a:prstGeom prst="rect">
              <a:avLst/>
            </a:prstGeom>
          </p:spPr>
        </p:pic>
      </p:grpSp>
      <p:sp>
        <p:nvSpPr>
          <p:cNvPr id="202" name="object 202" descr=""/>
          <p:cNvSpPr/>
          <p:nvPr/>
        </p:nvSpPr>
        <p:spPr>
          <a:xfrm>
            <a:off x="7555548" y="7212100"/>
            <a:ext cx="217804" cy="191770"/>
          </a:xfrm>
          <a:custGeom>
            <a:avLst/>
            <a:gdLst/>
            <a:ahLst/>
            <a:cxnLst/>
            <a:rect l="l" t="t" r="r" b="b"/>
            <a:pathLst>
              <a:path w="217804" h="191770">
                <a:moveTo>
                  <a:pt x="217360" y="173990"/>
                </a:moveTo>
                <a:lnTo>
                  <a:pt x="119481" y="173990"/>
                </a:lnTo>
                <a:lnTo>
                  <a:pt x="119481" y="129540"/>
                </a:lnTo>
                <a:lnTo>
                  <a:pt x="196024" y="129540"/>
                </a:lnTo>
                <a:lnTo>
                  <a:pt x="196024" y="111760"/>
                </a:lnTo>
                <a:lnTo>
                  <a:pt x="48806" y="111760"/>
                </a:lnTo>
                <a:lnTo>
                  <a:pt x="48806" y="72390"/>
                </a:lnTo>
                <a:lnTo>
                  <a:pt x="190423" y="72390"/>
                </a:lnTo>
                <a:lnTo>
                  <a:pt x="190423" y="54610"/>
                </a:lnTo>
                <a:lnTo>
                  <a:pt x="190423" y="17780"/>
                </a:lnTo>
                <a:lnTo>
                  <a:pt x="190423" y="0"/>
                </a:lnTo>
                <a:lnTo>
                  <a:pt x="26670" y="0"/>
                </a:lnTo>
                <a:lnTo>
                  <a:pt x="26670" y="17780"/>
                </a:lnTo>
                <a:lnTo>
                  <a:pt x="169087" y="17780"/>
                </a:lnTo>
                <a:lnTo>
                  <a:pt x="169087" y="54610"/>
                </a:lnTo>
                <a:lnTo>
                  <a:pt x="27203" y="54610"/>
                </a:lnTo>
                <a:lnTo>
                  <a:pt x="27203" y="72390"/>
                </a:lnTo>
                <a:lnTo>
                  <a:pt x="27203" y="111760"/>
                </a:lnTo>
                <a:lnTo>
                  <a:pt x="27203" y="129540"/>
                </a:lnTo>
                <a:lnTo>
                  <a:pt x="97345" y="129540"/>
                </a:lnTo>
                <a:lnTo>
                  <a:pt x="97345" y="173990"/>
                </a:lnTo>
                <a:lnTo>
                  <a:pt x="0" y="173990"/>
                </a:lnTo>
                <a:lnTo>
                  <a:pt x="0" y="191770"/>
                </a:lnTo>
                <a:lnTo>
                  <a:pt x="217360" y="191770"/>
                </a:lnTo>
                <a:lnTo>
                  <a:pt x="217360" y="173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3" name="object 203" descr=""/>
          <p:cNvGrpSpPr/>
          <p:nvPr/>
        </p:nvGrpSpPr>
        <p:grpSpPr>
          <a:xfrm>
            <a:off x="7864716" y="7194348"/>
            <a:ext cx="439420" cy="239395"/>
            <a:chOff x="7864716" y="7194348"/>
            <a:chExt cx="439420" cy="239395"/>
          </a:xfrm>
        </p:grpSpPr>
        <p:pic>
          <p:nvPicPr>
            <p:cNvPr id="204" name="object 204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864716" y="7194348"/>
              <a:ext cx="201358" cy="236829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8107146" y="7194615"/>
              <a:ext cx="196824" cy="238963"/>
            </a:xfrm>
            <a:prstGeom prst="rect">
              <a:avLst/>
            </a:prstGeom>
          </p:spPr>
        </p:pic>
      </p:grpSp>
      <p:grpSp>
        <p:nvGrpSpPr>
          <p:cNvPr id="206" name="object 206" descr=""/>
          <p:cNvGrpSpPr/>
          <p:nvPr/>
        </p:nvGrpSpPr>
        <p:grpSpPr>
          <a:xfrm>
            <a:off x="10421188" y="0"/>
            <a:ext cx="7867015" cy="8185150"/>
            <a:chOff x="10421188" y="0"/>
            <a:chExt cx="7867015" cy="8185150"/>
          </a:xfrm>
        </p:grpSpPr>
        <p:pic>
          <p:nvPicPr>
            <p:cNvPr id="207" name="object 207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0421188" y="0"/>
              <a:ext cx="7866811" cy="8184862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2470019" y="1148905"/>
              <a:ext cx="4542393" cy="45423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6900" y="1892622"/>
            <a:ext cx="12594198" cy="650175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35748" y="1431200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95259" y="1431645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9409682" y="4295705"/>
            <a:ext cx="6109970" cy="5991860"/>
            <a:chOff x="9409682" y="4295705"/>
            <a:chExt cx="6109970" cy="599186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9682" y="4295705"/>
              <a:ext cx="6109798" cy="599129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9754" y="5715777"/>
              <a:ext cx="3054899" cy="305489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4" name="object 4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1460" y="3770523"/>
              <a:ext cx="9505079" cy="3818006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2" name="object 12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30713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61605" y="9738517"/>
            <a:ext cx="15240" cy="23495"/>
          </a:xfrm>
          <a:custGeom>
            <a:avLst/>
            <a:gdLst/>
            <a:ahLst/>
            <a:cxnLst/>
            <a:rect l="l" t="t" r="r" b="b"/>
            <a:pathLst>
              <a:path w="15240" h="23495">
                <a:moveTo>
                  <a:pt x="14843" y="23432"/>
                </a:moveTo>
                <a:lnTo>
                  <a:pt x="0" y="23432"/>
                </a:lnTo>
                <a:lnTo>
                  <a:pt x="0" y="0"/>
                </a:lnTo>
                <a:lnTo>
                  <a:pt x="14843" y="0"/>
                </a:lnTo>
                <a:lnTo>
                  <a:pt x="14843" y="23432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5" name="object 5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1460" y="3770523"/>
              <a:ext cx="9505079" cy="3818006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15239" y="15239"/>
            <a:ext cx="18272760" cy="10271760"/>
          </a:xfrm>
          <a:custGeom>
            <a:avLst/>
            <a:gdLst/>
            <a:ahLst/>
            <a:cxnLst/>
            <a:rect l="l" t="t" r="r" b="b"/>
            <a:pathLst>
              <a:path w="18272760" h="10271760">
                <a:moveTo>
                  <a:pt x="18272760" y="10271760"/>
                </a:moveTo>
                <a:lnTo>
                  <a:pt x="0" y="10271760"/>
                </a:lnTo>
                <a:lnTo>
                  <a:pt x="0" y="0"/>
                </a:lnTo>
                <a:lnTo>
                  <a:pt x="18272760" y="0"/>
                </a:lnTo>
                <a:lnTo>
                  <a:pt x="18272760" y="10271760"/>
                </a:lnTo>
                <a:close/>
              </a:path>
            </a:pathLst>
          </a:custGeom>
          <a:solidFill>
            <a:srgbClr val="000000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-80010" y="-80010"/>
            <a:ext cx="18463260" cy="10462260"/>
            <a:chOff x="-80010" y="-80010"/>
            <a:chExt cx="18463260" cy="10462260"/>
          </a:xfrm>
        </p:grpSpPr>
        <p:sp>
          <p:nvSpPr>
            <p:cNvPr id="20" name="object 20" descr=""/>
            <p:cNvSpPr/>
            <p:nvPr/>
          </p:nvSpPr>
          <p:spPr>
            <a:xfrm>
              <a:off x="15239" y="15239"/>
              <a:ext cx="18272760" cy="10271760"/>
            </a:xfrm>
            <a:custGeom>
              <a:avLst/>
              <a:gdLst/>
              <a:ahLst/>
              <a:cxnLst/>
              <a:rect l="l" t="t" r="r" b="b"/>
              <a:pathLst>
                <a:path w="18272760" h="10271760">
                  <a:moveTo>
                    <a:pt x="18272760" y="0"/>
                  </a:moveTo>
                  <a:lnTo>
                    <a:pt x="0" y="0"/>
                  </a:lnTo>
                  <a:lnTo>
                    <a:pt x="0" y="10271760"/>
                  </a:lnTo>
                </a:path>
              </a:pathLst>
            </a:custGeom>
            <a:ln w="190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427396" y="4840922"/>
              <a:ext cx="3030220" cy="559435"/>
            </a:xfrm>
            <a:custGeom>
              <a:avLst/>
              <a:gdLst/>
              <a:ahLst/>
              <a:cxnLst/>
              <a:rect l="l" t="t" r="r" b="b"/>
              <a:pathLst>
                <a:path w="3030220" h="559435">
                  <a:moveTo>
                    <a:pt x="548640" y="431800"/>
                  </a:moveTo>
                  <a:lnTo>
                    <a:pt x="328930" y="431800"/>
                  </a:lnTo>
                  <a:lnTo>
                    <a:pt x="328930" y="311785"/>
                  </a:lnTo>
                  <a:lnTo>
                    <a:pt x="219710" y="311785"/>
                  </a:lnTo>
                  <a:lnTo>
                    <a:pt x="219710" y="431800"/>
                  </a:lnTo>
                  <a:lnTo>
                    <a:pt x="0" y="431800"/>
                  </a:lnTo>
                  <a:lnTo>
                    <a:pt x="0" y="532130"/>
                  </a:lnTo>
                  <a:lnTo>
                    <a:pt x="548640" y="532130"/>
                  </a:lnTo>
                  <a:lnTo>
                    <a:pt x="548640" y="431800"/>
                  </a:lnTo>
                  <a:close/>
                </a:path>
                <a:path w="3030220" h="559435">
                  <a:moveTo>
                    <a:pt x="548640" y="260985"/>
                  </a:moveTo>
                  <a:lnTo>
                    <a:pt x="464591" y="212090"/>
                  </a:lnTo>
                  <a:lnTo>
                    <a:pt x="319405" y="127635"/>
                  </a:lnTo>
                  <a:lnTo>
                    <a:pt x="329057" y="103251"/>
                  </a:lnTo>
                  <a:lnTo>
                    <a:pt x="337032" y="77787"/>
                  </a:lnTo>
                  <a:lnTo>
                    <a:pt x="343344" y="51384"/>
                  </a:lnTo>
                  <a:lnTo>
                    <a:pt x="347980" y="24130"/>
                  </a:lnTo>
                  <a:lnTo>
                    <a:pt x="238760" y="6985"/>
                  </a:lnTo>
                  <a:lnTo>
                    <a:pt x="227736" y="58394"/>
                  </a:lnTo>
                  <a:lnTo>
                    <a:pt x="210019" y="104635"/>
                  </a:lnTo>
                  <a:lnTo>
                    <a:pt x="186448" y="145199"/>
                  </a:lnTo>
                  <a:lnTo>
                    <a:pt x="157873" y="179552"/>
                  </a:lnTo>
                  <a:lnTo>
                    <a:pt x="125171" y="207175"/>
                  </a:lnTo>
                  <a:lnTo>
                    <a:pt x="89192" y="227558"/>
                  </a:lnTo>
                  <a:lnTo>
                    <a:pt x="50774" y="240157"/>
                  </a:lnTo>
                  <a:lnTo>
                    <a:pt x="10795" y="244475"/>
                  </a:lnTo>
                  <a:lnTo>
                    <a:pt x="10795" y="346075"/>
                  </a:lnTo>
                  <a:lnTo>
                    <a:pt x="61658" y="341934"/>
                  </a:lnTo>
                  <a:lnTo>
                    <a:pt x="110324" y="329831"/>
                  </a:lnTo>
                  <a:lnTo>
                    <a:pt x="156210" y="310286"/>
                  </a:lnTo>
                  <a:lnTo>
                    <a:pt x="198704" y="283806"/>
                  </a:lnTo>
                  <a:lnTo>
                    <a:pt x="237223" y="250901"/>
                  </a:lnTo>
                  <a:lnTo>
                    <a:pt x="271145" y="212090"/>
                  </a:lnTo>
                  <a:lnTo>
                    <a:pt x="493395" y="348615"/>
                  </a:lnTo>
                  <a:lnTo>
                    <a:pt x="548640" y="260985"/>
                  </a:lnTo>
                  <a:close/>
                </a:path>
                <a:path w="3030220" h="559435">
                  <a:moveTo>
                    <a:pt x="1108075" y="461645"/>
                  </a:moveTo>
                  <a:lnTo>
                    <a:pt x="1076159" y="405701"/>
                  </a:lnTo>
                  <a:lnTo>
                    <a:pt x="1038707" y="387121"/>
                  </a:lnTo>
                  <a:lnTo>
                    <a:pt x="994410" y="375691"/>
                  </a:lnTo>
                  <a:lnTo>
                    <a:pt x="994410" y="461645"/>
                  </a:lnTo>
                  <a:lnTo>
                    <a:pt x="984542" y="472186"/>
                  </a:lnTo>
                  <a:lnTo>
                    <a:pt x="956868" y="479272"/>
                  </a:lnTo>
                  <a:lnTo>
                    <a:pt x="914311" y="483260"/>
                  </a:lnTo>
                  <a:lnTo>
                    <a:pt x="859790" y="484505"/>
                  </a:lnTo>
                  <a:lnTo>
                    <a:pt x="805268" y="483260"/>
                  </a:lnTo>
                  <a:lnTo>
                    <a:pt x="762723" y="479272"/>
                  </a:lnTo>
                  <a:lnTo>
                    <a:pt x="735050" y="472186"/>
                  </a:lnTo>
                  <a:lnTo>
                    <a:pt x="725170" y="461645"/>
                  </a:lnTo>
                  <a:lnTo>
                    <a:pt x="735050" y="451383"/>
                  </a:lnTo>
                  <a:lnTo>
                    <a:pt x="762723" y="444271"/>
                  </a:lnTo>
                  <a:lnTo>
                    <a:pt x="805268" y="440131"/>
                  </a:lnTo>
                  <a:lnTo>
                    <a:pt x="859790" y="438785"/>
                  </a:lnTo>
                  <a:lnTo>
                    <a:pt x="914311" y="440131"/>
                  </a:lnTo>
                  <a:lnTo>
                    <a:pt x="956868" y="444271"/>
                  </a:lnTo>
                  <a:lnTo>
                    <a:pt x="984542" y="451383"/>
                  </a:lnTo>
                  <a:lnTo>
                    <a:pt x="994410" y="461645"/>
                  </a:lnTo>
                  <a:lnTo>
                    <a:pt x="994410" y="375691"/>
                  </a:lnTo>
                  <a:lnTo>
                    <a:pt x="989076" y="374307"/>
                  </a:lnTo>
                  <a:lnTo>
                    <a:pt x="928903" y="366890"/>
                  </a:lnTo>
                  <a:lnTo>
                    <a:pt x="859790" y="364490"/>
                  </a:lnTo>
                  <a:lnTo>
                    <a:pt x="790689" y="366890"/>
                  </a:lnTo>
                  <a:lnTo>
                    <a:pt x="730516" y="374307"/>
                  </a:lnTo>
                  <a:lnTo>
                    <a:pt x="680885" y="387121"/>
                  </a:lnTo>
                  <a:lnTo>
                    <a:pt x="643420" y="405701"/>
                  </a:lnTo>
                  <a:lnTo>
                    <a:pt x="611505" y="461645"/>
                  </a:lnTo>
                  <a:lnTo>
                    <a:pt x="619760" y="492887"/>
                  </a:lnTo>
                  <a:lnTo>
                    <a:pt x="680885" y="536181"/>
                  </a:lnTo>
                  <a:lnTo>
                    <a:pt x="730516" y="548995"/>
                  </a:lnTo>
                  <a:lnTo>
                    <a:pt x="790689" y="556412"/>
                  </a:lnTo>
                  <a:lnTo>
                    <a:pt x="859790" y="558812"/>
                  </a:lnTo>
                  <a:lnTo>
                    <a:pt x="928903" y="556412"/>
                  </a:lnTo>
                  <a:lnTo>
                    <a:pt x="989076" y="548995"/>
                  </a:lnTo>
                  <a:lnTo>
                    <a:pt x="1038707" y="536181"/>
                  </a:lnTo>
                  <a:lnTo>
                    <a:pt x="1076159" y="517601"/>
                  </a:lnTo>
                  <a:lnTo>
                    <a:pt x="1102042" y="484505"/>
                  </a:lnTo>
                  <a:lnTo>
                    <a:pt x="1108075" y="461645"/>
                  </a:lnTo>
                  <a:close/>
                </a:path>
                <a:path w="3030220" h="559435">
                  <a:moveTo>
                    <a:pt x="1134110" y="271145"/>
                  </a:moveTo>
                  <a:lnTo>
                    <a:pt x="913130" y="271145"/>
                  </a:lnTo>
                  <a:lnTo>
                    <a:pt x="913130" y="247650"/>
                  </a:lnTo>
                  <a:lnTo>
                    <a:pt x="1107440" y="247650"/>
                  </a:lnTo>
                  <a:lnTo>
                    <a:pt x="1107440" y="181610"/>
                  </a:lnTo>
                  <a:lnTo>
                    <a:pt x="725170" y="181610"/>
                  </a:lnTo>
                  <a:lnTo>
                    <a:pt x="725170" y="159385"/>
                  </a:lnTo>
                  <a:lnTo>
                    <a:pt x="1092200" y="159385"/>
                  </a:lnTo>
                  <a:lnTo>
                    <a:pt x="1092200" y="98425"/>
                  </a:lnTo>
                  <a:lnTo>
                    <a:pt x="725170" y="98425"/>
                  </a:lnTo>
                  <a:lnTo>
                    <a:pt x="725170" y="75565"/>
                  </a:lnTo>
                  <a:lnTo>
                    <a:pt x="1101090" y="75565"/>
                  </a:lnTo>
                  <a:lnTo>
                    <a:pt x="1101090" y="8890"/>
                  </a:lnTo>
                  <a:lnTo>
                    <a:pt x="619125" y="8890"/>
                  </a:lnTo>
                  <a:lnTo>
                    <a:pt x="619125" y="247650"/>
                  </a:lnTo>
                  <a:lnTo>
                    <a:pt x="806450" y="247650"/>
                  </a:lnTo>
                  <a:lnTo>
                    <a:pt x="806450" y="271145"/>
                  </a:lnTo>
                  <a:lnTo>
                    <a:pt x="585470" y="271145"/>
                  </a:lnTo>
                  <a:lnTo>
                    <a:pt x="585470" y="349250"/>
                  </a:lnTo>
                  <a:lnTo>
                    <a:pt x="1134110" y="349250"/>
                  </a:lnTo>
                  <a:lnTo>
                    <a:pt x="1134110" y="271145"/>
                  </a:lnTo>
                  <a:close/>
                </a:path>
                <a:path w="3030220" h="559435">
                  <a:moveTo>
                    <a:pt x="1691652" y="102235"/>
                  </a:moveTo>
                  <a:lnTo>
                    <a:pt x="1685353" y="76835"/>
                  </a:lnTo>
                  <a:lnTo>
                    <a:pt x="1683270" y="68427"/>
                  </a:lnTo>
                  <a:lnTo>
                    <a:pt x="1659382" y="42151"/>
                  </a:lnTo>
                  <a:lnTo>
                    <a:pt x="1621802" y="22783"/>
                  </a:lnTo>
                  <a:lnTo>
                    <a:pt x="1577987" y="11214"/>
                  </a:lnTo>
                  <a:lnTo>
                    <a:pt x="1577987" y="102235"/>
                  </a:lnTo>
                  <a:lnTo>
                    <a:pt x="1568589" y="113982"/>
                  </a:lnTo>
                  <a:lnTo>
                    <a:pt x="1541868" y="121843"/>
                  </a:lnTo>
                  <a:lnTo>
                    <a:pt x="1500022" y="126263"/>
                  </a:lnTo>
                  <a:lnTo>
                    <a:pt x="1445272" y="127635"/>
                  </a:lnTo>
                  <a:lnTo>
                    <a:pt x="1390510" y="126263"/>
                  </a:lnTo>
                  <a:lnTo>
                    <a:pt x="1348663" y="121843"/>
                  </a:lnTo>
                  <a:lnTo>
                    <a:pt x="1321943" y="113982"/>
                  </a:lnTo>
                  <a:lnTo>
                    <a:pt x="1312557" y="102235"/>
                  </a:lnTo>
                  <a:lnTo>
                    <a:pt x="1321943" y="90766"/>
                  </a:lnTo>
                  <a:lnTo>
                    <a:pt x="1348663" y="82867"/>
                  </a:lnTo>
                  <a:lnTo>
                    <a:pt x="1390510" y="78308"/>
                  </a:lnTo>
                  <a:lnTo>
                    <a:pt x="1445272" y="76835"/>
                  </a:lnTo>
                  <a:lnTo>
                    <a:pt x="1500022" y="78308"/>
                  </a:lnTo>
                  <a:lnTo>
                    <a:pt x="1541868" y="82867"/>
                  </a:lnTo>
                  <a:lnTo>
                    <a:pt x="1568589" y="90766"/>
                  </a:lnTo>
                  <a:lnTo>
                    <a:pt x="1577987" y="102235"/>
                  </a:lnTo>
                  <a:lnTo>
                    <a:pt x="1577987" y="11214"/>
                  </a:lnTo>
                  <a:lnTo>
                    <a:pt x="1572361" y="9715"/>
                  </a:lnTo>
                  <a:lnTo>
                    <a:pt x="1512912" y="2324"/>
                  </a:lnTo>
                  <a:lnTo>
                    <a:pt x="1445272" y="0"/>
                  </a:lnTo>
                  <a:lnTo>
                    <a:pt x="1377632" y="2324"/>
                  </a:lnTo>
                  <a:lnTo>
                    <a:pt x="1318171" y="9715"/>
                  </a:lnTo>
                  <a:lnTo>
                    <a:pt x="1268742" y="22783"/>
                  </a:lnTo>
                  <a:lnTo>
                    <a:pt x="1231150" y="42151"/>
                  </a:lnTo>
                  <a:lnTo>
                    <a:pt x="1198892" y="102235"/>
                  </a:lnTo>
                  <a:lnTo>
                    <a:pt x="1207262" y="136055"/>
                  </a:lnTo>
                  <a:lnTo>
                    <a:pt x="1268742" y="181698"/>
                  </a:lnTo>
                  <a:lnTo>
                    <a:pt x="1318171" y="194767"/>
                  </a:lnTo>
                  <a:lnTo>
                    <a:pt x="1377632" y="202145"/>
                  </a:lnTo>
                  <a:lnTo>
                    <a:pt x="1445272" y="204470"/>
                  </a:lnTo>
                  <a:lnTo>
                    <a:pt x="1512912" y="202145"/>
                  </a:lnTo>
                  <a:lnTo>
                    <a:pt x="1572361" y="194767"/>
                  </a:lnTo>
                  <a:lnTo>
                    <a:pt x="1621802" y="181698"/>
                  </a:lnTo>
                  <a:lnTo>
                    <a:pt x="1659382" y="162331"/>
                  </a:lnTo>
                  <a:lnTo>
                    <a:pt x="1685353" y="127635"/>
                  </a:lnTo>
                  <a:lnTo>
                    <a:pt x="1691652" y="102235"/>
                  </a:lnTo>
                  <a:close/>
                </a:path>
                <a:path w="3030220" h="559435">
                  <a:moveTo>
                    <a:pt x="1693557" y="481330"/>
                  </a:moveTo>
                  <a:lnTo>
                    <a:pt x="1308112" y="481330"/>
                  </a:lnTo>
                  <a:lnTo>
                    <a:pt x="1308112" y="462915"/>
                  </a:lnTo>
                  <a:lnTo>
                    <a:pt x="1687842" y="462915"/>
                  </a:lnTo>
                  <a:lnTo>
                    <a:pt x="1687842" y="321310"/>
                  </a:lnTo>
                  <a:lnTo>
                    <a:pt x="1202067" y="321310"/>
                  </a:lnTo>
                  <a:lnTo>
                    <a:pt x="1202067" y="388620"/>
                  </a:lnTo>
                  <a:lnTo>
                    <a:pt x="1583067" y="388620"/>
                  </a:lnTo>
                  <a:lnTo>
                    <a:pt x="1583067" y="407035"/>
                  </a:lnTo>
                  <a:lnTo>
                    <a:pt x="1203337" y="407035"/>
                  </a:lnTo>
                  <a:lnTo>
                    <a:pt x="1203337" y="551192"/>
                  </a:lnTo>
                  <a:lnTo>
                    <a:pt x="1693557" y="551192"/>
                  </a:lnTo>
                  <a:lnTo>
                    <a:pt x="1693557" y="481330"/>
                  </a:lnTo>
                  <a:close/>
                </a:path>
                <a:path w="3030220" h="559435">
                  <a:moveTo>
                    <a:pt x="1719592" y="222250"/>
                  </a:moveTo>
                  <a:lnTo>
                    <a:pt x="1170940" y="222250"/>
                  </a:lnTo>
                  <a:lnTo>
                    <a:pt x="1170940" y="300355"/>
                  </a:lnTo>
                  <a:lnTo>
                    <a:pt x="1719592" y="300355"/>
                  </a:lnTo>
                  <a:lnTo>
                    <a:pt x="1719592" y="222250"/>
                  </a:lnTo>
                  <a:close/>
                </a:path>
                <a:path w="3030220" h="559435">
                  <a:moveTo>
                    <a:pt x="2308136" y="459740"/>
                  </a:moveTo>
                  <a:lnTo>
                    <a:pt x="2242591" y="374650"/>
                  </a:lnTo>
                  <a:lnTo>
                    <a:pt x="2150656" y="255270"/>
                  </a:lnTo>
                  <a:lnTo>
                    <a:pt x="2155774" y="223608"/>
                  </a:lnTo>
                  <a:lnTo>
                    <a:pt x="2159698" y="190500"/>
                  </a:lnTo>
                  <a:lnTo>
                    <a:pt x="2162441" y="155981"/>
                  </a:lnTo>
                  <a:lnTo>
                    <a:pt x="2163991" y="120015"/>
                  </a:lnTo>
                  <a:lnTo>
                    <a:pt x="2280196" y="120015"/>
                  </a:lnTo>
                  <a:lnTo>
                    <a:pt x="2280196" y="21590"/>
                  </a:lnTo>
                  <a:lnTo>
                    <a:pt x="1933486" y="21590"/>
                  </a:lnTo>
                  <a:lnTo>
                    <a:pt x="1933486" y="120015"/>
                  </a:lnTo>
                  <a:lnTo>
                    <a:pt x="2056041" y="120015"/>
                  </a:lnTo>
                  <a:lnTo>
                    <a:pt x="2052281" y="182410"/>
                  </a:lnTo>
                  <a:lnTo>
                    <a:pt x="2044065" y="238709"/>
                  </a:lnTo>
                  <a:lnTo>
                    <a:pt x="2031695" y="288366"/>
                  </a:lnTo>
                  <a:lnTo>
                    <a:pt x="2015477" y="330835"/>
                  </a:lnTo>
                  <a:lnTo>
                    <a:pt x="1995716" y="365569"/>
                  </a:lnTo>
                  <a:lnTo>
                    <a:pt x="1946795" y="409625"/>
                  </a:lnTo>
                  <a:lnTo>
                    <a:pt x="1918246" y="417830"/>
                  </a:lnTo>
                  <a:lnTo>
                    <a:pt x="1918246" y="525780"/>
                  </a:lnTo>
                  <a:lnTo>
                    <a:pt x="1966074" y="519087"/>
                  </a:lnTo>
                  <a:lnTo>
                    <a:pt x="2010130" y="500113"/>
                  </a:lnTo>
                  <a:lnTo>
                    <a:pt x="2049818" y="469366"/>
                  </a:lnTo>
                  <a:lnTo>
                    <a:pt x="2084578" y="427380"/>
                  </a:lnTo>
                  <a:lnTo>
                    <a:pt x="2113826" y="374650"/>
                  </a:lnTo>
                  <a:lnTo>
                    <a:pt x="2223046" y="523240"/>
                  </a:lnTo>
                  <a:lnTo>
                    <a:pt x="2308136" y="459740"/>
                  </a:lnTo>
                  <a:close/>
                </a:path>
                <a:path w="3030220" h="559435">
                  <a:moveTo>
                    <a:pt x="2433231" y="8890"/>
                  </a:moveTo>
                  <a:lnTo>
                    <a:pt x="2325916" y="8890"/>
                  </a:lnTo>
                  <a:lnTo>
                    <a:pt x="2325916" y="551192"/>
                  </a:lnTo>
                  <a:lnTo>
                    <a:pt x="2433231" y="551192"/>
                  </a:lnTo>
                  <a:lnTo>
                    <a:pt x="2433231" y="8890"/>
                  </a:lnTo>
                  <a:close/>
                </a:path>
                <a:path w="3030220" h="559435">
                  <a:moveTo>
                    <a:pt x="2853601" y="113665"/>
                  </a:moveTo>
                  <a:lnTo>
                    <a:pt x="2847276" y="81915"/>
                  </a:lnTo>
                  <a:lnTo>
                    <a:pt x="2845689" y="73888"/>
                  </a:lnTo>
                  <a:lnTo>
                    <a:pt x="2823197" y="42951"/>
                  </a:lnTo>
                  <a:lnTo>
                    <a:pt x="2788031" y="20853"/>
                  </a:lnTo>
                  <a:lnTo>
                    <a:pt x="2750096" y="9918"/>
                  </a:lnTo>
                  <a:lnTo>
                    <a:pt x="2750096" y="113665"/>
                  </a:lnTo>
                  <a:lnTo>
                    <a:pt x="2745625" y="127736"/>
                  </a:lnTo>
                  <a:lnTo>
                    <a:pt x="2732951" y="137642"/>
                  </a:lnTo>
                  <a:lnTo>
                    <a:pt x="2713126" y="143497"/>
                  </a:lnTo>
                  <a:lnTo>
                    <a:pt x="2687231" y="145415"/>
                  </a:lnTo>
                  <a:lnTo>
                    <a:pt x="2661335" y="143497"/>
                  </a:lnTo>
                  <a:lnTo>
                    <a:pt x="2641511" y="137642"/>
                  </a:lnTo>
                  <a:lnTo>
                    <a:pt x="2628823" y="127736"/>
                  </a:lnTo>
                  <a:lnTo>
                    <a:pt x="2624366" y="113665"/>
                  </a:lnTo>
                  <a:lnTo>
                    <a:pt x="2628823" y="99606"/>
                  </a:lnTo>
                  <a:lnTo>
                    <a:pt x="2641511" y="89700"/>
                  </a:lnTo>
                  <a:lnTo>
                    <a:pt x="2661335" y="83845"/>
                  </a:lnTo>
                  <a:lnTo>
                    <a:pt x="2687231" y="81915"/>
                  </a:lnTo>
                  <a:lnTo>
                    <a:pt x="2713126" y="83845"/>
                  </a:lnTo>
                  <a:lnTo>
                    <a:pt x="2732951" y="89700"/>
                  </a:lnTo>
                  <a:lnTo>
                    <a:pt x="2745625" y="99606"/>
                  </a:lnTo>
                  <a:lnTo>
                    <a:pt x="2750096" y="113665"/>
                  </a:lnTo>
                  <a:lnTo>
                    <a:pt x="2750096" y="9918"/>
                  </a:lnTo>
                  <a:lnTo>
                    <a:pt x="2742082" y="7594"/>
                  </a:lnTo>
                  <a:lnTo>
                    <a:pt x="2687231" y="3175"/>
                  </a:lnTo>
                  <a:lnTo>
                    <a:pt x="2632379" y="7594"/>
                  </a:lnTo>
                  <a:lnTo>
                    <a:pt x="2586418" y="20853"/>
                  </a:lnTo>
                  <a:lnTo>
                    <a:pt x="2551252" y="42951"/>
                  </a:lnTo>
                  <a:lnTo>
                    <a:pt x="2528773" y="73888"/>
                  </a:lnTo>
                  <a:lnTo>
                    <a:pt x="2520861" y="113665"/>
                  </a:lnTo>
                  <a:lnTo>
                    <a:pt x="2528773" y="153441"/>
                  </a:lnTo>
                  <a:lnTo>
                    <a:pt x="2551252" y="184378"/>
                  </a:lnTo>
                  <a:lnTo>
                    <a:pt x="2586418" y="206476"/>
                  </a:lnTo>
                  <a:lnTo>
                    <a:pt x="2632379" y="219735"/>
                  </a:lnTo>
                  <a:lnTo>
                    <a:pt x="2687231" y="224155"/>
                  </a:lnTo>
                  <a:lnTo>
                    <a:pt x="2742082" y="219735"/>
                  </a:lnTo>
                  <a:lnTo>
                    <a:pt x="2788031" y="206476"/>
                  </a:lnTo>
                  <a:lnTo>
                    <a:pt x="2823197" y="184378"/>
                  </a:lnTo>
                  <a:lnTo>
                    <a:pt x="2845689" y="153441"/>
                  </a:lnTo>
                  <a:lnTo>
                    <a:pt x="2847276" y="145415"/>
                  </a:lnTo>
                  <a:lnTo>
                    <a:pt x="2853601" y="113665"/>
                  </a:lnTo>
                  <a:close/>
                </a:path>
                <a:path w="3030220" h="559435">
                  <a:moveTo>
                    <a:pt x="3022511" y="8890"/>
                  </a:moveTo>
                  <a:lnTo>
                    <a:pt x="2915196" y="8890"/>
                  </a:lnTo>
                  <a:lnTo>
                    <a:pt x="2915196" y="340360"/>
                  </a:lnTo>
                  <a:lnTo>
                    <a:pt x="2775496" y="340360"/>
                  </a:lnTo>
                  <a:lnTo>
                    <a:pt x="2775496" y="414655"/>
                  </a:lnTo>
                  <a:lnTo>
                    <a:pt x="2915196" y="414655"/>
                  </a:lnTo>
                  <a:lnTo>
                    <a:pt x="2915196" y="429895"/>
                  </a:lnTo>
                  <a:lnTo>
                    <a:pt x="3022511" y="429895"/>
                  </a:lnTo>
                  <a:lnTo>
                    <a:pt x="3022511" y="8890"/>
                  </a:lnTo>
                  <a:close/>
                </a:path>
                <a:path w="3030220" h="559435">
                  <a:moveTo>
                    <a:pt x="3030131" y="461645"/>
                  </a:moveTo>
                  <a:lnTo>
                    <a:pt x="2644686" y="461645"/>
                  </a:lnTo>
                  <a:lnTo>
                    <a:pt x="2644686" y="407035"/>
                  </a:lnTo>
                  <a:lnTo>
                    <a:pt x="2730411" y="407035"/>
                  </a:lnTo>
                  <a:lnTo>
                    <a:pt x="2730411" y="325120"/>
                  </a:lnTo>
                  <a:lnTo>
                    <a:pt x="2741841" y="325120"/>
                  </a:lnTo>
                  <a:lnTo>
                    <a:pt x="2782100" y="324104"/>
                  </a:lnTo>
                  <a:lnTo>
                    <a:pt x="2820581" y="320763"/>
                  </a:lnTo>
                  <a:lnTo>
                    <a:pt x="2855252" y="314680"/>
                  </a:lnTo>
                  <a:lnTo>
                    <a:pt x="2884081" y="305435"/>
                  </a:lnTo>
                  <a:lnTo>
                    <a:pt x="2884081" y="222885"/>
                  </a:lnTo>
                  <a:lnTo>
                    <a:pt x="2855010" y="232130"/>
                  </a:lnTo>
                  <a:lnTo>
                    <a:pt x="2820098" y="238213"/>
                  </a:lnTo>
                  <a:lnTo>
                    <a:pt x="2782100" y="241554"/>
                  </a:lnTo>
                  <a:lnTo>
                    <a:pt x="2743746" y="242570"/>
                  </a:lnTo>
                  <a:lnTo>
                    <a:pt x="2494191" y="242570"/>
                  </a:lnTo>
                  <a:lnTo>
                    <a:pt x="2494191" y="325120"/>
                  </a:lnTo>
                  <a:lnTo>
                    <a:pt x="2623731" y="325120"/>
                  </a:lnTo>
                  <a:lnTo>
                    <a:pt x="2623731" y="379095"/>
                  </a:lnTo>
                  <a:lnTo>
                    <a:pt x="2537371" y="379095"/>
                  </a:lnTo>
                  <a:lnTo>
                    <a:pt x="2537371" y="551192"/>
                  </a:lnTo>
                  <a:lnTo>
                    <a:pt x="3030131" y="551192"/>
                  </a:lnTo>
                  <a:lnTo>
                    <a:pt x="3030131" y="461645"/>
                  </a:lnTo>
                  <a:close/>
                </a:path>
              </a:pathLst>
            </a:custGeom>
            <a:solidFill>
              <a:srgbClr val="FF80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518525" y="4846002"/>
              <a:ext cx="4354830" cy="546735"/>
            </a:xfrm>
            <a:custGeom>
              <a:avLst/>
              <a:gdLst/>
              <a:ahLst/>
              <a:cxnLst/>
              <a:rect l="l" t="t" r="r" b="b"/>
              <a:pathLst>
                <a:path w="4354830" h="546735">
                  <a:moveTo>
                    <a:pt x="333375" y="358140"/>
                  </a:moveTo>
                  <a:lnTo>
                    <a:pt x="328498" y="312343"/>
                  </a:lnTo>
                  <a:lnTo>
                    <a:pt x="314274" y="271741"/>
                  </a:lnTo>
                  <a:lnTo>
                    <a:pt x="291312" y="237731"/>
                  </a:lnTo>
                  <a:lnTo>
                    <a:pt x="260184" y="211721"/>
                  </a:lnTo>
                  <a:lnTo>
                    <a:pt x="231140" y="199237"/>
                  </a:lnTo>
                  <a:lnTo>
                    <a:pt x="231140" y="358140"/>
                  </a:lnTo>
                  <a:lnTo>
                    <a:pt x="227418" y="389712"/>
                  </a:lnTo>
                  <a:lnTo>
                    <a:pt x="216611" y="413943"/>
                  </a:lnTo>
                  <a:lnTo>
                    <a:pt x="199263" y="429488"/>
                  </a:lnTo>
                  <a:lnTo>
                    <a:pt x="175895" y="434975"/>
                  </a:lnTo>
                  <a:lnTo>
                    <a:pt x="152527" y="429488"/>
                  </a:lnTo>
                  <a:lnTo>
                    <a:pt x="135178" y="413943"/>
                  </a:lnTo>
                  <a:lnTo>
                    <a:pt x="124371" y="389712"/>
                  </a:lnTo>
                  <a:lnTo>
                    <a:pt x="120650" y="358140"/>
                  </a:lnTo>
                  <a:lnTo>
                    <a:pt x="124371" y="326580"/>
                  </a:lnTo>
                  <a:lnTo>
                    <a:pt x="135178" y="302348"/>
                  </a:lnTo>
                  <a:lnTo>
                    <a:pt x="152527" y="286791"/>
                  </a:lnTo>
                  <a:lnTo>
                    <a:pt x="175895" y="281305"/>
                  </a:lnTo>
                  <a:lnTo>
                    <a:pt x="199263" y="286791"/>
                  </a:lnTo>
                  <a:lnTo>
                    <a:pt x="216611" y="302348"/>
                  </a:lnTo>
                  <a:lnTo>
                    <a:pt x="227418" y="326580"/>
                  </a:lnTo>
                  <a:lnTo>
                    <a:pt x="231140" y="358140"/>
                  </a:lnTo>
                  <a:lnTo>
                    <a:pt x="231140" y="199237"/>
                  </a:lnTo>
                  <a:lnTo>
                    <a:pt x="221513" y="195084"/>
                  </a:lnTo>
                  <a:lnTo>
                    <a:pt x="175895" y="189230"/>
                  </a:lnTo>
                  <a:lnTo>
                    <a:pt x="130276" y="195084"/>
                  </a:lnTo>
                  <a:lnTo>
                    <a:pt x="91605" y="211721"/>
                  </a:lnTo>
                  <a:lnTo>
                    <a:pt x="60490" y="237731"/>
                  </a:lnTo>
                  <a:lnTo>
                    <a:pt x="37515" y="271741"/>
                  </a:lnTo>
                  <a:lnTo>
                    <a:pt x="23291" y="312343"/>
                  </a:lnTo>
                  <a:lnTo>
                    <a:pt x="18415" y="358140"/>
                  </a:lnTo>
                  <a:lnTo>
                    <a:pt x="23291" y="404177"/>
                  </a:lnTo>
                  <a:lnTo>
                    <a:pt x="37515" y="444830"/>
                  </a:lnTo>
                  <a:lnTo>
                    <a:pt x="60490" y="478790"/>
                  </a:lnTo>
                  <a:lnTo>
                    <a:pt x="91605" y="504710"/>
                  </a:lnTo>
                  <a:lnTo>
                    <a:pt x="130276" y="521246"/>
                  </a:lnTo>
                  <a:lnTo>
                    <a:pt x="175895" y="527050"/>
                  </a:lnTo>
                  <a:lnTo>
                    <a:pt x="221513" y="521246"/>
                  </a:lnTo>
                  <a:lnTo>
                    <a:pt x="260184" y="504710"/>
                  </a:lnTo>
                  <a:lnTo>
                    <a:pt x="291312" y="478790"/>
                  </a:lnTo>
                  <a:lnTo>
                    <a:pt x="314274" y="444830"/>
                  </a:lnTo>
                  <a:lnTo>
                    <a:pt x="328498" y="404177"/>
                  </a:lnTo>
                  <a:lnTo>
                    <a:pt x="333375" y="358140"/>
                  </a:lnTo>
                  <a:close/>
                </a:path>
                <a:path w="4354830" h="546735">
                  <a:moveTo>
                    <a:pt x="351790" y="69215"/>
                  </a:moveTo>
                  <a:lnTo>
                    <a:pt x="231140" y="69215"/>
                  </a:lnTo>
                  <a:lnTo>
                    <a:pt x="231140" y="1905"/>
                  </a:lnTo>
                  <a:lnTo>
                    <a:pt x="121285" y="1905"/>
                  </a:lnTo>
                  <a:lnTo>
                    <a:pt x="121285" y="69215"/>
                  </a:lnTo>
                  <a:lnTo>
                    <a:pt x="0" y="69215"/>
                  </a:lnTo>
                  <a:lnTo>
                    <a:pt x="0" y="167005"/>
                  </a:lnTo>
                  <a:lnTo>
                    <a:pt x="351790" y="167005"/>
                  </a:lnTo>
                  <a:lnTo>
                    <a:pt x="351790" y="69215"/>
                  </a:lnTo>
                  <a:close/>
                </a:path>
                <a:path w="4354830" h="546735">
                  <a:moveTo>
                    <a:pt x="561340" y="201930"/>
                  </a:moveTo>
                  <a:lnTo>
                    <a:pt x="497840" y="201930"/>
                  </a:lnTo>
                  <a:lnTo>
                    <a:pt x="497840" y="3810"/>
                  </a:lnTo>
                  <a:lnTo>
                    <a:pt x="390525" y="3810"/>
                  </a:lnTo>
                  <a:lnTo>
                    <a:pt x="390525" y="546112"/>
                  </a:lnTo>
                  <a:lnTo>
                    <a:pt x="497840" y="546112"/>
                  </a:lnTo>
                  <a:lnTo>
                    <a:pt x="497840" y="306070"/>
                  </a:lnTo>
                  <a:lnTo>
                    <a:pt x="561340" y="306070"/>
                  </a:lnTo>
                  <a:lnTo>
                    <a:pt x="561340" y="201930"/>
                  </a:lnTo>
                  <a:close/>
                </a:path>
                <a:path w="4354830" h="546735">
                  <a:moveTo>
                    <a:pt x="1094740" y="132080"/>
                  </a:moveTo>
                  <a:lnTo>
                    <a:pt x="715010" y="132080"/>
                  </a:lnTo>
                  <a:lnTo>
                    <a:pt x="715010" y="0"/>
                  </a:lnTo>
                  <a:lnTo>
                    <a:pt x="607060" y="0"/>
                  </a:lnTo>
                  <a:lnTo>
                    <a:pt x="607060" y="132080"/>
                  </a:lnTo>
                  <a:lnTo>
                    <a:pt x="607060" y="220980"/>
                  </a:lnTo>
                  <a:lnTo>
                    <a:pt x="1094740" y="220980"/>
                  </a:lnTo>
                  <a:lnTo>
                    <a:pt x="1094740" y="132080"/>
                  </a:lnTo>
                  <a:close/>
                </a:path>
                <a:path w="4354830" h="546735">
                  <a:moveTo>
                    <a:pt x="1097280" y="455930"/>
                  </a:moveTo>
                  <a:lnTo>
                    <a:pt x="715010" y="455930"/>
                  </a:lnTo>
                  <a:lnTo>
                    <a:pt x="715010" y="377190"/>
                  </a:lnTo>
                  <a:lnTo>
                    <a:pt x="605790" y="377190"/>
                  </a:lnTo>
                  <a:lnTo>
                    <a:pt x="605790" y="455930"/>
                  </a:lnTo>
                  <a:lnTo>
                    <a:pt x="605790" y="546100"/>
                  </a:lnTo>
                  <a:lnTo>
                    <a:pt x="1097280" y="546100"/>
                  </a:lnTo>
                  <a:lnTo>
                    <a:pt x="1097280" y="455930"/>
                  </a:lnTo>
                  <a:close/>
                </a:path>
                <a:path w="4354830" h="546735">
                  <a:moveTo>
                    <a:pt x="1122680" y="258445"/>
                  </a:moveTo>
                  <a:lnTo>
                    <a:pt x="574040" y="258445"/>
                  </a:lnTo>
                  <a:lnTo>
                    <a:pt x="574040" y="347980"/>
                  </a:lnTo>
                  <a:lnTo>
                    <a:pt x="1122680" y="347980"/>
                  </a:lnTo>
                  <a:lnTo>
                    <a:pt x="1122680" y="258445"/>
                  </a:lnTo>
                  <a:close/>
                </a:path>
                <a:path w="4354830" h="546735">
                  <a:moveTo>
                    <a:pt x="1714398" y="457835"/>
                  </a:moveTo>
                  <a:lnTo>
                    <a:pt x="1642732" y="358140"/>
                  </a:lnTo>
                  <a:lnTo>
                    <a:pt x="1553743" y="234315"/>
                  </a:lnTo>
                  <a:lnTo>
                    <a:pt x="1562633" y="185407"/>
                  </a:lnTo>
                  <a:lnTo>
                    <a:pt x="1569212" y="133032"/>
                  </a:lnTo>
                  <a:lnTo>
                    <a:pt x="1573288" y="77330"/>
                  </a:lnTo>
                  <a:lnTo>
                    <a:pt x="1574698" y="18415"/>
                  </a:lnTo>
                  <a:lnTo>
                    <a:pt x="1465478" y="14605"/>
                  </a:lnTo>
                  <a:lnTo>
                    <a:pt x="1465364" y="18415"/>
                  </a:lnTo>
                  <a:lnTo>
                    <a:pt x="1463509" y="80492"/>
                  </a:lnTo>
                  <a:lnTo>
                    <a:pt x="1458125" y="141833"/>
                  </a:lnTo>
                  <a:lnTo>
                    <a:pt x="1449539" y="198107"/>
                  </a:lnTo>
                  <a:lnTo>
                    <a:pt x="1437944" y="248869"/>
                  </a:lnTo>
                  <a:lnTo>
                    <a:pt x="1423568" y="293611"/>
                  </a:lnTo>
                  <a:lnTo>
                    <a:pt x="1406588" y="331863"/>
                  </a:lnTo>
                  <a:lnTo>
                    <a:pt x="1365681" y="386930"/>
                  </a:lnTo>
                  <a:lnTo>
                    <a:pt x="1316888" y="410210"/>
                  </a:lnTo>
                  <a:lnTo>
                    <a:pt x="1316888" y="520700"/>
                  </a:lnTo>
                  <a:lnTo>
                    <a:pt x="1357312" y="515670"/>
                  </a:lnTo>
                  <a:lnTo>
                    <a:pt x="1395222" y="501421"/>
                  </a:lnTo>
                  <a:lnTo>
                    <a:pt x="1430312" y="478243"/>
                  </a:lnTo>
                  <a:lnTo>
                    <a:pt x="1462278" y="446430"/>
                  </a:lnTo>
                  <a:lnTo>
                    <a:pt x="1490814" y="406298"/>
                  </a:lnTo>
                  <a:lnTo>
                    <a:pt x="1515643" y="358140"/>
                  </a:lnTo>
                  <a:lnTo>
                    <a:pt x="1627403" y="520065"/>
                  </a:lnTo>
                  <a:lnTo>
                    <a:pt x="1714398" y="457835"/>
                  </a:lnTo>
                  <a:close/>
                </a:path>
                <a:path w="4354830" h="546735">
                  <a:moveTo>
                    <a:pt x="1836318" y="3810"/>
                  </a:moveTo>
                  <a:lnTo>
                    <a:pt x="1729003" y="3810"/>
                  </a:lnTo>
                  <a:lnTo>
                    <a:pt x="1729003" y="546112"/>
                  </a:lnTo>
                  <a:lnTo>
                    <a:pt x="1836318" y="546112"/>
                  </a:lnTo>
                  <a:lnTo>
                    <a:pt x="1836318" y="3810"/>
                  </a:lnTo>
                  <a:close/>
                </a:path>
                <a:path w="4354830" h="546735">
                  <a:moveTo>
                    <a:pt x="2445918" y="426720"/>
                  </a:moveTo>
                  <a:lnTo>
                    <a:pt x="1897278" y="426720"/>
                  </a:lnTo>
                  <a:lnTo>
                    <a:pt x="1897278" y="527050"/>
                  </a:lnTo>
                  <a:lnTo>
                    <a:pt x="2445918" y="527050"/>
                  </a:lnTo>
                  <a:lnTo>
                    <a:pt x="2445918" y="426720"/>
                  </a:lnTo>
                  <a:close/>
                </a:path>
                <a:path w="4354830" h="546735">
                  <a:moveTo>
                    <a:pt x="2446553" y="265430"/>
                  </a:moveTo>
                  <a:lnTo>
                    <a:pt x="2354732" y="210185"/>
                  </a:lnTo>
                  <a:lnTo>
                    <a:pt x="2215413" y="126365"/>
                  </a:lnTo>
                  <a:lnTo>
                    <a:pt x="2225522" y="100761"/>
                  </a:lnTo>
                  <a:lnTo>
                    <a:pt x="2233904" y="74383"/>
                  </a:lnTo>
                  <a:lnTo>
                    <a:pt x="2240508" y="47167"/>
                  </a:lnTo>
                  <a:lnTo>
                    <a:pt x="2245258" y="19050"/>
                  </a:lnTo>
                  <a:lnTo>
                    <a:pt x="2136038" y="1905"/>
                  </a:lnTo>
                  <a:lnTo>
                    <a:pt x="2125014" y="54216"/>
                  </a:lnTo>
                  <a:lnTo>
                    <a:pt x="2107298" y="101663"/>
                  </a:lnTo>
                  <a:lnTo>
                    <a:pt x="2083714" y="143598"/>
                  </a:lnTo>
                  <a:lnTo>
                    <a:pt x="2055152" y="179387"/>
                  </a:lnTo>
                  <a:lnTo>
                    <a:pt x="2022449" y="208394"/>
                  </a:lnTo>
                  <a:lnTo>
                    <a:pt x="1986457" y="229971"/>
                  </a:lnTo>
                  <a:lnTo>
                    <a:pt x="1948053" y="243484"/>
                  </a:lnTo>
                  <a:lnTo>
                    <a:pt x="1908073" y="248285"/>
                  </a:lnTo>
                  <a:lnTo>
                    <a:pt x="1908073" y="349885"/>
                  </a:lnTo>
                  <a:lnTo>
                    <a:pt x="1958886" y="345236"/>
                  </a:lnTo>
                  <a:lnTo>
                    <a:pt x="2007438" y="332295"/>
                  </a:lnTo>
                  <a:lnTo>
                    <a:pt x="2053170" y="311708"/>
                  </a:lnTo>
                  <a:lnTo>
                    <a:pt x="2095512" y="284086"/>
                  </a:lnTo>
                  <a:lnTo>
                    <a:pt x="2133904" y="250037"/>
                  </a:lnTo>
                  <a:lnTo>
                    <a:pt x="2167788" y="210185"/>
                  </a:lnTo>
                  <a:lnTo>
                    <a:pt x="2390038" y="352425"/>
                  </a:lnTo>
                  <a:lnTo>
                    <a:pt x="2446553" y="265430"/>
                  </a:lnTo>
                  <a:close/>
                </a:path>
                <a:path w="4354830" h="546735">
                  <a:moveTo>
                    <a:pt x="2760243" y="217170"/>
                  </a:moveTo>
                  <a:lnTo>
                    <a:pt x="2735516" y="224510"/>
                  </a:lnTo>
                  <a:lnTo>
                    <a:pt x="2705316" y="230111"/>
                  </a:lnTo>
                  <a:lnTo>
                    <a:pt x="2671305" y="233692"/>
                  </a:lnTo>
                  <a:lnTo>
                    <a:pt x="2635148" y="234950"/>
                  </a:lnTo>
                  <a:lnTo>
                    <a:pt x="2591968" y="234950"/>
                  </a:lnTo>
                  <a:lnTo>
                    <a:pt x="2591968" y="201295"/>
                  </a:lnTo>
                  <a:lnTo>
                    <a:pt x="2717698" y="201295"/>
                  </a:lnTo>
                  <a:lnTo>
                    <a:pt x="2717698" y="124460"/>
                  </a:lnTo>
                  <a:lnTo>
                    <a:pt x="2591968" y="124460"/>
                  </a:lnTo>
                  <a:lnTo>
                    <a:pt x="2591968" y="91440"/>
                  </a:lnTo>
                  <a:lnTo>
                    <a:pt x="2728493" y="91440"/>
                  </a:lnTo>
                  <a:lnTo>
                    <a:pt x="2728493" y="10160"/>
                  </a:lnTo>
                  <a:lnTo>
                    <a:pt x="2492273" y="10160"/>
                  </a:lnTo>
                  <a:lnTo>
                    <a:pt x="2492273" y="315595"/>
                  </a:lnTo>
                  <a:lnTo>
                    <a:pt x="2628798" y="315595"/>
                  </a:lnTo>
                  <a:lnTo>
                    <a:pt x="2666746" y="314325"/>
                  </a:lnTo>
                  <a:lnTo>
                    <a:pt x="2702852" y="310603"/>
                  </a:lnTo>
                  <a:lnTo>
                    <a:pt x="2734792" y="304622"/>
                  </a:lnTo>
                  <a:lnTo>
                    <a:pt x="2760243" y="296545"/>
                  </a:lnTo>
                  <a:lnTo>
                    <a:pt x="2760243" y="234950"/>
                  </a:lnTo>
                  <a:lnTo>
                    <a:pt x="2760243" y="217170"/>
                  </a:lnTo>
                  <a:close/>
                </a:path>
                <a:path w="4354830" h="546735">
                  <a:moveTo>
                    <a:pt x="2884703" y="6350"/>
                  </a:moveTo>
                  <a:lnTo>
                    <a:pt x="2785643" y="6350"/>
                  </a:lnTo>
                  <a:lnTo>
                    <a:pt x="2785643" y="92710"/>
                  </a:lnTo>
                  <a:lnTo>
                    <a:pt x="2745003" y="92710"/>
                  </a:lnTo>
                  <a:lnTo>
                    <a:pt x="2745003" y="186690"/>
                  </a:lnTo>
                  <a:lnTo>
                    <a:pt x="2785643" y="186690"/>
                  </a:lnTo>
                  <a:lnTo>
                    <a:pt x="2785643" y="319405"/>
                  </a:lnTo>
                  <a:lnTo>
                    <a:pt x="2884703" y="319405"/>
                  </a:lnTo>
                  <a:lnTo>
                    <a:pt x="2884703" y="6350"/>
                  </a:lnTo>
                  <a:close/>
                </a:path>
                <a:path w="4354830" h="546735">
                  <a:moveTo>
                    <a:pt x="3022498" y="344170"/>
                  </a:moveTo>
                  <a:lnTo>
                    <a:pt x="2917088" y="344170"/>
                  </a:lnTo>
                  <a:lnTo>
                    <a:pt x="2917088" y="426720"/>
                  </a:lnTo>
                  <a:lnTo>
                    <a:pt x="2917088" y="463550"/>
                  </a:lnTo>
                  <a:lnTo>
                    <a:pt x="2628798" y="463550"/>
                  </a:lnTo>
                  <a:lnTo>
                    <a:pt x="2628798" y="426720"/>
                  </a:lnTo>
                  <a:lnTo>
                    <a:pt x="2917088" y="426720"/>
                  </a:lnTo>
                  <a:lnTo>
                    <a:pt x="2917088" y="344170"/>
                  </a:lnTo>
                  <a:lnTo>
                    <a:pt x="2523388" y="344170"/>
                  </a:lnTo>
                  <a:lnTo>
                    <a:pt x="2523388" y="546112"/>
                  </a:lnTo>
                  <a:lnTo>
                    <a:pt x="3022498" y="546112"/>
                  </a:lnTo>
                  <a:lnTo>
                    <a:pt x="3022498" y="463550"/>
                  </a:lnTo>
                  <a:lnTo>
                    <a:pt x="3022498" y="426720"/>
                  </a:lnTo>
                  <a:lnTo>
                    <a:pt x="3022498" y="344170"/>
                  </a:lnTo>
                  <a:close/>
                </a:path>
                <a:path w="4354830" h="546735">
                  <a:moveTo>
                    <a:pt x="3022498" y="3810"/>
                  </a:moveTo>
                  <a:lnTo>
                    <a:pt x="2922168" y="3810"/>
                  </a:lnTo>
                  <a:lnTo>
                    <a:pt x="2922168" y="325120"/>
                  </a:lnTo>
                  <a:lnTo>
                    <a:pt x="3022498" y="325120"/>
                  </a:lnTo>
                  <a:lnTo>
                    <a:pt x="3022498" y="3810"/>
                  </a:lnTo>
                  <a:close/>
                </a:path>
                <a:path w="4354830" h="546735">
                  <a:moveTo>
                    <a:pt x="3613023" y="165100"/>
                  </a:moveTo>
                  <a:lnTo>
                    <a:pt x="3599497" y="169621"/>
                  </a:lnTo>
                  <a:lnTo>
                    <a:pt x="3583889" y="173596"/>
                  </a:lnTo>
                  <a:lnTo>
                    <a:pt x="3566503" y="176987"/>
                  </a:lnTo>
                  <a:lnTo>
                    <a:pt x="3547618" y="179705"/>
                  </a:lnTo>
                  <a:lnTo>
                    <a:pt x="3547618" y="92075"/>
                  </a:lnTo>
                  <a:lnTo>
                    <a:pt x="3595878" y="92075"/>
                  </a:lnTo>
                  <a:lnTo>
                    <a:pt x="3595878" y="10160"/>
                  </a:lnTo>
                  <a:lnTo>
                    <a:pt x="3446653" y="10160"/>
                  </a:lnTo>
                  <a:lnTo>
                    <a:pt x="3446653" y="92075"/>
                  </a:lnTo>
                  <a:lnTo>
                    <a:pt x="3446653" y="182880"/>
                  </a:lnTo>
                  <a:lnTo>
                    <a:pt x="3379343" y="182880"/>
                  </a:lnTo>
                  <a:lnTo>
                    <a:pt x="3379343" y="92075"/>
                  </a:lnTo>
                  <a:lnTo>
                    <a:pt x="3446653" y="92075"/>
                  </a:lnTo>
                  <a:lnTo>
                    <a:pt x="3446653" y="10160"/>
                  </a:lnTo>
                  <a:lnTo>
                    <a:pt x="3230753" y="10160"/>
                  </a:lnTo>
                  <a:lnTo>
                    <a:pt x="3230753" y="92075"/>
                  </a:lnTo>
                  <a:lnTo>
                    <a:pt x="3278378" y="92075"/>
                  </a:lnTo>
                  <a:lnTo>
                    <a:pt x="3278378" y="182880"/>
                  </a:lnTo>
                  <a:lnTo>
                    <a:pt x="3226943" y="182880"/>
                  </a:lnTo>
                  <a:lnTo>
                    <a:pt x="3226943" y="264160"/>
                  </a:lnTo>
                  <a:lnTo>
                    <a:pt x="3475228" y="264160"/>
                  </a:lnTo>
                  <a:lnTo>
                    <a:pt x="3514534" y="262890"/>
                  </a:lnTo>
                  <a:lnTo>
                    <a:pt x="3552939" y="259168"/>
                  </a:lnTo>
                  <a:lnTo>
                    <a:pt x="3586937" y="253187"/>
                  </a:lnTo>
                  <a:lnTo>
                    <a:pt x="3613023" y="245110"/>
                  </a:lnTo>
                  <a:lnTo>
                    <a:pt x="3613023" y="179705"/>
                  </a:lnTo>
                  <a:lnTo>
                    <a:pt x="3613023" y="165100"/>
                  </a:lnTo>
                  <a:close/>
                </a:path>
                <a:path w="4354830" h="546735">
                  <a:moveTo>
                    <a:pt x="3745103" y="3810"/>
                  </a:moveTo>
                  <a:lnTo>
                    <a:pt x="3637788" y="3810"/>
                  </a:lnTo>
                  <a:lnTo>
                    <a:pt x="3637788" y="275590"/>
                  </a:lnTo>
                  <a:lnTo>
                    <a:pt x="3745103" y="275590"/>
                  </a:lnTo>
                  <a:lnTo>
                    <a:pt x="3745103" y="3810"/>
                  </a:lnTo>
                  <a:close/>
                </a:path>
                <a:path w="4354830" h="546735">
                  <a:moveTo>
                    <a:pt x="3750818" y="473075"/>
                  </a:moveTo>
                  <a:lnTo>
                    <a:pt x="3366643" y="473075"/>
                  </a:lnTo>
                  <a:lnTo>
                    <a:pt x="3366643" y="452120"/>
                  </a:lnTo>
                  <a:lnTo>
                    <a:pt x="3745103" y="452120"/>
                  </a:lnTo>
                  <a:lnTo>
                    <a:pt x="3745103" y="294640"/>
                  </a:lnTo>
                  <a:lnTo>
                    <a:pt x="3259328" y="294640"/>
                  </a:lnTo>
                  <a:lnTo>
                    <a:pt x="3259328" y="367665"/>
                  </a:lnTo>
                  <a:lnTo>
                    <a:pt x="3639058" y="367665"/>
                  </a:lnTo>
                  <a:lnTo>
                    <a:pt x="3639058" y="388620"/>
                  </a:lnTo>
                  <a:lnTo>
                    <a:pt x="3260598" y="388620"/>
                  </a:lnTo>
                  <a:lnTo>
                    <a:pt x="3260598" y="546112"/>
                  </a:lnTo>
                  <a:lnTo>
                    <a:pt x="3750818" y="546112"/>
                  </a:lnTo>
                  <a:lnTo>
                    <a:pt x="3750818" y="473075"/>
                  </a:lnTo>
                  <a:close/>
                </a:path>
                <a:path w="4354830" h="546735">
                  <a:moveTo>
                    <a:pt x="4354703" y="428625"/>
                  </a:moveTo>
                  <a:lnTo>
                    <a:pt x="4248658" y="428625"/>
                  </a:lnTo>
                  <a:lnTo>
                    <a:pt x="4248658" y="345440"/>
                  </a:lnTo>
                  <a:lnTo>
                    <a:pt x="4248658" y="311150"/>
                  </a:lnTo>
                  <a:lnTo>
                    <a:pt x="4284726" y="285305"/>
                  </a:lnTo>
                  <a:lnTo>
                    <a:pt x="4311447" y="253923"/>
                  </a:lnTo>
                  <a:lnTo>
                    <a:pt x="4311701" y="253365"/>
                  </a:lnTo>
                  <a:lnTo>
                    <a:pt x="4328045" y="217665"/>
                  </a:lnTo>
                  <a:lnTo>
                    <a:pt x="4333748" y="177165"/>
                  </a:lnTo>
                  <a:lnTo>
                    <a:pt x="4327715" y="135407"/>
                  </a:lnTo>
                  <a:lnTo>
                    <a:pt x="4310177" y="98221"/>
                  </a:lnTo>
                  <a:lnTo>
                    <a:pt x="4282021" y="66268"/>
                  </a:lnTo>
                  <a:lnTo>
                    <a:pt x="4244086" y="40233"/>
                  </a:lnTo>
                  <a:lnTo>
                    <a:pt x="4220083" y="30276"/>
                  </a:lnTo>
                  <a:lnTo>
                    <a:pt x="4220083" y="177165"/>
                  </a:lnTo>
                  <a:lnTo>
                    <a:pt x="4209783" y="208368"/>
                  </a:lnTo>
                  <a:lnTo>
                    <a:pt x="4180954" y="232410"/>
                  </a:lnTo>
                  <a:lnTo>
                    <a:pt x="4141343" y="246291"/>
                  </a:lnTo>
                  <a:lnTo>
                    <a:pt x="4141343" y="345440"/>
                  </a:lnTo>
                  <a:lnTo>
                    <a:pt x="4141343" y="428625"/>
                  </a:lnTo>
                  <a:lnTo>
                    <a:pt x="4019423" y="428625"/>
                  </a:lnTo>
                  <a:lnTo>
                    <a:pt x="4019423" y="345440"/>
                  </a:lnTo>
                  <a:lnTo>
                    <a:pt x="4033951" y="347116"/>
                  </a:lnTo>
                  <a:lnTo>
                    <a:pt x="4048950" y="348297"/>
                  </a:lnTo>
                  <a:lnTo>
                    <a:pt x="4064431" y="349021"/>
                  </a:lnTo>
                  <a:lnTo>
                    <a:pt x="4080383" y="349250"/>
                  </a:lnTo>
                  <a:lnTo>
                    <a:pt x="4096347" y="349021"/>
                  </a:lnTo>
                  <a:lnTo>
                    <a:pt x="4111815" y="348297"/>
                  </a:lnTo>
                  <a:lnTo>
                    <a:pt x="4126827" y="347116"/>
                  </a:lnTo>
                  <a:lnTo>
                    <a:pt x="4141343" y="345440"/>
                  </a:lnTo>
                  <a:lnTo>
                    <a:pt x="4141343" y="246291"/>
                  </a:lnTo>
                  <a:lnTo>
                    <a:pt x="4136771" y="247891"/>
                  </a:lnTo>
                  <a:lnTo>
                    <a:pt x="4080383" y="253365"/>
                  </a:lnTo>
                  <a:lnTo>
                    <a:pt x="4024007" y="247891"/>
                  </a:lnTo>
                  <a:lnTo>
                    <a:pt x="3979824" y="232410"/>
                  </a:lnTo>
                  <a:lnTo>
                    <a:pt x="3950995" y="208368"/>
                  </a:lnTo>
                  <a:lnTo>
                    <a:pt x="3940683" y="177165"/>
                  </a:lnTo>
                  <a:lnTo>
                    <a:pt x="3950995" y="145707"/>
                  </a:lnTo>
                  <a:lnTo>
                    <a:pt x="3979824" y="121691"/>
                  </a:lnTo>
                  <a:lnTo>
                    <a:pt x="4024007" y="106362"/>
                  </a:lnTo>
                  <a:lnTo>
                    <a:pt x="4080383" y="100965"/>
                  </a:lnTo>
                  <a:lnTo>
                    <a:pt x="4136771" y="106362"/>
                  </a:lnTo>
                  <a:lnTo>
                    <a:pt x="4180954" y="121691"/>
                  </a:lnTo>
                  <a:lnTo>
                    <a:pt x="4209783" y="145707"/>
                  </a:lnTo>
                  <a:lnTo>
                    <a:pt x="4220083" y="177165"/>
                  </a:lnTo>
                  <a:lnTo>
                    <a:pt x="4220083" y="30276"/>
                  </a:lnTo>
                  <a:lnTo>
                    <a:pt x="4197261" y="20802"/>
                  </a:lnTo>
                  <a:lnTo>
                    <a:pt x="4142409" y="8648"/>
                  </a:lnTo>
                  <a:lnTo>
                    <a:pt x="4080383" y="4445"/>
                  </a:lnTo>
                  <a:lnTo>
                    <a:pt x="4018369" y="8648"/>
                  </a:lnTo>
                  <a:lnTo>
                    <a:pt x="3963505" y="20802"/>
                  </a:lnTo>
                  <a:lnTo>
                    <a:pt x="3916680" y="40233"/>
                  </a:lnTo>
                  <a:lnTo>
                    <a:pt x="3878757" y="66268"/>
                  </a:lnTo>
                  <a:lnTo>
                    <a:pt x="3850589" y="98221"/>
                  </a:lnTo>
                  <a:lnTo>
                    <a:pt x="3833063" y="135407"/>
                  </a:lnTo>
                  <a:lnTo>
                    <a:pt x="3827018" y="177165"/>
                  </a:lnTo>
                  <a:lnTo>
                    <a:pt x="3832733" y="217665"/>
                  </a:lnTo>
                  <a:lnTo>
                    <a:pt x="3849332" y="253923"/>
                  </a:lnTo>
                  <a:lnTo>
                    <a:pt x="3876040" y="285305"/>
                  </a:lnTo>
                  <a:lnTo>
                    <a:pt x="3912108" y="311150"/>
                  </a:lnTo>
                  <a:lnTo>
                    <a:pt x="3912108" y="428625"/>
                  </a:lnTo>
                  <a:lnTo>
                    <a:pt x="3806063" y="428625"/>
                  </a:lnTo>
                  <a:lnTo>
                    <a:pt x="3806063" y="527050"/>
                  </a:lnTo>
                  <a:lnTo>
                    <a:pt x="4354703" y="527050"/>
                  </a:lnTo>
                  <a:lnTo>
                    <a:pt x="4354703" y="428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4" name="object 4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3719" y="4014632"/>
              <a:ext cx="8460560" cy="3319212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2" name="object 12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4" name="object 4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7327" y="2569139"/>
              <a:ext cx="8898291" cy="6255512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2" name="object 12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30713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61605" y="9738517"/>
            <a:ext cx="15240" cy="23495"/>
          </a:xfrm>
          <a:custGeom>
            <a:avLst/>
            <a:gdLst/>
            <a:ahLst/>
            <a:cxnLst/>
            <a:rect l="l" t="t" r="r" b="b"/>
            <a:pathLst>
              <a:path w="15240" h="23495">
                <a:moveTo>
                  <a:pt x="14843" y="23432"/>
                </a:moveTo>
                <a:lnTo>
                  <a:pt x="0" y="23432"/>
                </a:lnTo>
                <a:lnTo>
                  <a:pt x="0" y="0"/>
                </a:lnTo>
                <a:lnTo>
                  <a:pt x="14843" y="0"/>
                </a:lnTo>
                <a:lnTo>
                  <a:pt x="14843" y="23432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5" name="object 5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7327" y="2569139"/>
              <a:ext cx="8898291" cy="6255512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-95250" y="-95250"/>
            <a:ext cx="18478500" cy="10477500"/>
            <a:chOff x="-95250" y="-95250"/>
            <a:chExt cx="18478500" cy="10477500"/>
          </a:xfrm>
        </p:grpSpPr>
        <p:sp>
          <p:nvSpPr>
            <p:cNvPr id="20" name="object 20" descr="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ln w="190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87470" y="4465053"/>
              <a:ext cx="10678160" cy="565785"/>
            </a:xfrm>
            <a:custGeom>
              <a:avLst/>
              <a:gdLst/>
              <a:ahLst/>
              <a:cxnLst/>
              <a:rect l="l" t="t" r="r" b="b"/>
              <a:pathLst>
                <a:path w="10678160" h="565785">
                  <a:moveTo>
                    <a:pt x="548640" y="433070"/>
                  </a:moveTo>
                  <a:lnTo>
                    <a:pt x="328930" y="433070"/>
                  </a:lnTo>
                  <a:lnTo>
                    <a:pt x="328930" y="313055"/>
                  </a:lnTo>
                  <a:lnTo>
                    <a:pt x="219710" y="313055"/>
                  </a:lnTo>
                  <a:lnTo>
                    <a:pt x="219710" y="433070"/>
                  </a:lnTo>
                  <a:lnTo>
                    <a:pt x="0" y="433070"/>
                  </a:lnTo>
                  <a:lnTo>
                    <a:pt x="0" y="533412"/>
                  </a:lnTo>
                  <a:lnTo>
                    <a:pt x="548640" y="533412"/>
                  </a:lnTo>
                  <a:lnTo>
                    <a:pt x="548640" y="433070"/>
                  </a:lnTo>
                  <a:close/>
                </a:path>
                <a:path w="10678160" h="565785">
                  <a:moveTo>
                    <a:pt x="548640" y="262255"/>
                  </a:moveTo>
                  <a:lnTo>
                    <a:pt x="464591" y="213360"/>
                  </a:lnTo>
                  <a:lnTo>
                    <a:pt x="319405" y="128905"/>
                  </a:lnTo>
                  <a:lnTo>
                    <a:pt x="329057" y="104521"/>
                  </a:lnTo>
                  <a:lnTo>
                    <a:pt x="337032" y="79057"/>
                  </a:lnTo>
                  <a:lnTo>
                    <a:pt x="343344" y="52654"/>
                  </a:lnTo>
                  <a:lnTo>
                    <a:pt x="347980" y="25400"/>
                  </a:lnTo>
                  <a:lnTo>
                    <a:pt x="238760" y="8255"/>
                  </a:lnTo>
                  <a:lnTo>
                    <a:pt x="227736" y="59664"/>
                  </a:lnTo>
                  <a:lnTo>
                    <a:pt x="210019" y="105905"/>
                  </a:lnTo>
                  <a:lnTo>
                    <a:pt x="186448" y="146469"/>
                  </a:lnTo>
                  <a:lnTo>
                    <a:pt x="157873" y="180822"/>
                  </a:lnTo>
                  <a:lnTo>
                    <a:pt x="125171" y="208445"/>
                  </a:lnTo>
                  <a:lnTo>
                    <a:pt x="89192" y="228828"/>
                  </a:lnTo>
                  <a:lnTo>
                    <a:pt x="50774" y="241427"/>
                  </a:lnTo>
                  <a:lnTo>
                    <a:pt x="10795" y="245745"/>
                  </a:lnTo>
                  <a:lnTo>
                    <a:pt x="10795" y="347345"/>
                  </a:lnTo>
                  <a:lnTo>
                    <a:pt x="61658" y="343204"/>
                  </a:lnTo>
                  <a:lnTo>
                    <a:pt x="110324" y="331101"/>
                  </a:lnTo>
                  <a:lnTo>
                    <a:pt x="156210" y="311556"/>
                  </a:lnTo>
                  <a:lnTo>
                    <a:pt x="198704" y="285076"/>
                  </a:lnTo>
                  <a:lnTo>
                    <a:pt x="237223" y="252171"/>
                  </a:lnTo>
                  <a:lnTo>
                    <a:pt x="271145" y="213360"/>
                  </a:lnTo>
                  <a:lnTo>
                    <a:pt x="493395" y="349885"/>
                  </a:lnTo>
                  <a:lnTo>
                    <a:pt x="548640" y="262255"/>
                  </a:lnTo>
                  <a:close/>
                </a:path>
                <a:path w="10678160" h="565785">
                  <a:moveTo>
                    <a:pt x="974090" y="404495"/>
                  </a:moveTo>
                  <a:lnTo>
                    <a:pt x="945464" y="414997"/>
                  </a:lnTo>
                  <a:lnTo>
                    <a:pt x="910831" y="423227"/>
                  </a:lnTo>
                  <a:lnTo>
                    <a:pt x="872744" y="428612"/>
                  </a:lnTo>
                  <a:lnTo>
                    <a:pt x="833755" y="430530"/>
                  </a:lnTo>
                  <a:lnTo>
                    <a:pt x="716280" y="430530"/>
                  </a:lnTo>
                  <a:lnTo>
                    <a:pt x="716280" y="321310"/>
                  </a:lnTo>
                  <a:lnTo>
                    <a:pt x="923925" y="321310"/>
                  </a:lnTo>
                  <a:lnTo>
                    <a:pt x="923925" y="22860"/>
                  </a:lnTo>
                  <a:lnTo>
                    <a:pt x="608330" y="22860"/>
                  </a:lnTo>
                  <a:lnTo>
                    <a:pt x="608330" y="119380"/>
                  </a:lnTo>
                  <a:lnTo>
                    <a:pt x="817245" y="119380"/>
                  </a:lnTo>
                  <a:lnTo>
                    <a:pt x="817245" y="226060"/>
                  </a:lnTo>
                  <a:lnTo>
                    <a:pt x="609600" y="226060"/>
                  </a:lnTo>
                  <a:lnTo>
                    <a:pt x="609600" y="527062"/>
                  </a:lnTo>
                  <a:lnTo>
                    <a:pt x="829310" y="527062"/>
                  </a:lnTo>
                  <a:lnTo>
                    <a:pt x="870064" y="525310"/>
                  </a:lnTo>
                  <a:lnTo>
                    <a:pt x="909561" y="520230"/>
                  </a:lnTo>
                  <a:lnTo>
                    <a:pt x="945134" y="512051"/>
                  </a:lnTo>
                  <a:lnTo>
                    <a:pt x="974090" y="501027"/>
                  </a:lnTo>
                  <a:lnTo>
                    <a:pt x="974090" y="430530"/>
                  </a:lnTo>
                  <a:lnTo>
                    <a:pt x="974090" y="404495"/>
                  </a:lnTo>
                  <a:close/>
                </a:path>
                <a:path w="10678160" h="565785">
                  <a:moveTo>
                    <a:pt x="1109980" y="10160"/>
                  </a:moveTo>
                  <a:lnTo>
                    <a:pt x="1002665" y="10160"/>
                  </a:lnTo>
                  <a:lnTo>
                    <a:pt x="1002665" y="552462"/>
                  </a:lnTo>
                  <a:lnTo>
                    <a:pt x="1109980" y="552462"/>
                  </a:lnTo>
                  <a:lnTo>
                    <a:pt x="1109980" y="10160"/>
                  </a:lnTo>
                  <a:close/>
                </a:path>
                <a:path w="10678160" h="565785">
                  <a:moveTo>
                    <a:pt x="1692287" y="165684"/>
                  </a:moveTo>
                  <a:lnTo>
                    <a:pt x="1308112" y="165684"/>
                  </a:lnTo>
                  <a:lnTo>
                    <a:pt x="1308112" y="146634"/>
                  </a:lnTo>
                  <a:lnTo>
                    <a:pt x="1686572" y="146634"/>
                  </a:lnTo>
                  <a:lnTo>
                    <a:pt x="1686572" y="92024"/>
                  </a:lnTo>
                  <a:lnTo>
                    <a:pt x="1686572" y="72974"/>
                  </a:lnTo>
                  <a:lnTo>
                    <a:pt x="1686572" y="10744"/>
                  </a:lnTo>
                  <a:lnTo>
                    <a:pt x="1203337" y="10744"/>
                  </a:lnTo>
                  <a:lnTo>
                    <a:pt x="1203337" y="72974"/>
                  </a:lnTo>
                  <a:lnTo>
                    <a:pt x="1583067" y="72974"/>
                  </a:lnTo>
                  <a:lnTo>
                    <a:pt x="1583067" y="92024"/>
                  </a:lnTo>
                  <a:lnTo>
                    <a:pt x="1204607" y="92024"/>
                  </a:lnTo>
                  <a:lnTo>
                    <a:pt x="1204607" y="146634"/>
                  </a:lnTo>
                  <a:lnTo>
                    <a:pt x="1204607" y="165684"/>
                  </a:lnTo>
                  <a:lnTo>
                    <a:pt x="1204607" y="227914"/>
                  </a:lnTo>
                  <a:lnTo>
                    <a:pt x="1692287" y="227914"/>
                  </a:lnTo>
                  <a:lnTo>
                    <a:pt x="1692287" y="165684"/>
                  </a:lnTo>
                  <a:close/>
                </a:path>
                <a:path w="10678160" h="565785">
                  <a:moveTo>
                    <a:pt x="1693557" y="490804"/>
                  </a:moveTo>
                  <a:lnTo>
                    <a:pt x="1306842" y="490804"/>
                  </a:lnTo>
                  <a:lnTo>
                    <a:pt x="1306842" y="471754"/>
                  </a:lnTo>
                  <a:lnTo>
                    <a:pt x="1687842" y="471754"/>
                  </a:lnTo>
                  <a:lnTo>
                    <a:pt x="1687842" y="415874"/>
                  </a:lnTo>
                  <a:lnTo>
                    <a:pt x="1687842" y="396824"/>
                  </a:lnTo>
                  <a:lnTo>
                    <a:pt x="1687842" y="335864"/>
                  </a:lnTo>
                  <a:lnTo>
                    <a:pt x="1202067" y="335864"/>
                  </a:lnTo>
                  <a:lnTo>
                    <a:pt x="1202067" y="396824"/>
                  </a:lnTo>
                  <a:lnTo>
                    <a:pt x="1584337" y="396824"/>
                  </a:lnTo>
                  <a:lnTo>
                    <a:pt x="1584337" y="415874"/>
                  </a:lnTo>
                  <a:lnTo>
                    <a:pt x="1203337" y="415874"/>
                  </a:lnTo>
                  <a:lnTo>
                    <a:pt x="1203337" y="471754"/>
                  </a:lnTo>
                  <a:lnTo>
                    <a:pt x="1203337" y="490804"/>
                  </a:lnTo>
                  <a:lnTo>
                    <a:pt x="1203337" y="553034"/>
                  </a:lnTo>
                  <a:lnTo>
                    <a:pt x="1693557" y="553034"/>
                  </a:lnTo>
                  <a:lnTo>
                    <a:pt x="1693557" y="490804"/>
                  </a:lnTo>
                  <a:close/>
                </a:path>
                <a:path w="10678160" h="565785">
                  <a:moveTo>
                    <a:pt x="1719592" y="245745"/>
                  </a:moveTo>
                  <a:lnTo>
                    <a:pt x="1170940" y="245745"/>
                  </a:lnTo>
                  <a:lnTo>
                    <a:pt x="1170940" y="316865"/>
                  </a:lnTo>
                  <a:lnTo>
                    <a:pt x="1719592" y="316865"/>
                  </a:lnTo>
                  <a:lnTo>
                    <a:pt x="1719592" y="245745"/>
                  </a:lnTo>
                  <a:close/>
                </a:path>
                <a:path w="10678160" h="565785">
                  <a:moveTo>
                    <a:pt x="2431402" y="462915"/>
                  </a:moveTo>
                  <a:lnTo>
                    <a:pt x="2425357" y="440055"/>
                  </a:lnTo>
                  <a:lnTo>
                    <a:pt x="2423147" y="431685"/>
                  </a:lnTo>
                  <a:lnTo>
                    <a:pt x="2399487" y="406971"/>
                  </a:lnTo>
                  <a:lnTo>
                    <a:pt x="2362022" y="388391"/>
                  </a:lnTo>
                  <a:lnTo>
                    <a:pt x="2317737" y="376961"/>
                  </a:lnTo>
                  <a:lnTo>
                    <a:pt x="2317737" y="462915"/>
                  </a:lnTo>
                  <a:lnTo>
                    <a:pt x="2307856" y="473456"/>
                  </a:lnTo>
                  <a:lnTo>
                    <a:pt x="2280183" y="480542"/>
                  </a:lnTo>
                  <a:lnTo>
                    <a:pt x="2237638" y="484530"/>
                  </a:lnTo>
                  <a:lnTo>
                    <a:pt x="2183117" y="485775"/>
                  </a:lnTo>
                  <a:lnTo>
                    <a:pt x="2128596" y="484530"/>
                  </a:lnTo>
                  <a:lnTo>
                    <a:pt x="2086038" y="480542"/>
                  </a:lnTo>
                  <a:lnTo>
                    <a:pt x="2058365" y="473456"/>
                  </a:lnTo>
                  <a:lnTo>
                    <a:pt x="2048497" y="462915"/>
                  </a:lnTo>
                  <a:lnTo>
                    <a:pt x="2058365" y="452653"/>
                  </a:lnTo>
                  <a:lnTo>
                    <a:pt x="2086038" y="445541"/>
                  </a:lnTo>
                  <a:lnTo>
                    <a:pt x="2128596" y="441401"/>
                  </a:lnTo>
                  <a:lnTo>
                    <a:pt x="2183117" y="440055"/>
                  </a:lnTo>
                  <a:lnTo>
                    <a:pt x="2237638" y="441401"/>
                  </a:lnTo>
                  <a:lnTo>
                    <a:pt x="2280183" y="445541"/>
                  </a:lnTo>
                  <a:lnTo>
                    <a:pt x="2307856" y="452653"/>
                  </a:lnTo>
                  <a:lnTo>
                    <a:pt x="2317737" y="462915"/>
                  </a:lnTo>
                  <a:lnTo>
                    <a:pt x="2317737" y="376961"/>
                  </a:lnTo>
                  <a:lnTo>
                    <a:pt x="2312390" y="375577"/>
                  </a:lnTo>
                  <a:lnTo>
                    <a:pt x="2252218" y="368160"/>
                  </a:lnTo>
                  <a:lnTo>
                    <a:pt x="2183117" y="365760"/>
                  </a:lnTo>
                  <a:lnTo>
                    <a:pt x="2114004" y="368160"/>
                  </a:lnTo>
                  <a:lnTo>
                    <a:pt x="2053831" y="375577"/>
                  </a:lnTo>
                  <a:lnTo>
                    <a:pt x="2004199" y="388391"/>
                  </a:lnTo>
                  <a:lnTo>
                    <a:pt x="1966747" y="406971"/>
                  </a:lnTo>
                  <a:lnTo>
                    <a:pt x="1934832" y="462915"/>
                  </a:lnTo>
                  <a:lnTo>
                    <a:pt x="1943074" y="494157"/>
                  </a:lnTo>
                  <a:lnTo>
                    <a:pt x="2004199" y="537451"/>
                  </a:lnTo>
                  <a:lnTo>
                    <a:pt x="2053831" y="550265"/>
                  </a:lnTo>
                  <a:lnTo>
                    <a:pt x="2114004" y="557682"/>
                  </a:lnTo>
                  <a:lnTo>
                    <a:pt x="2183117" y="560082"/>
                  </a:lnTo>
                  <a:lnTo>
                    <a:pt x="2252218" y="557682"/>
                  </a:lnTo>
                  <a:lnTo>
                    <a:pt x="2312390" y="550265"/>
                  </a:lnTo>
                  <a:lnTo>
                    <a:pt x="2362022" y="537451"/>
                  </a:lnTo>
                  <a:lnTo>
                    <a:pt x="2399487" y="518871"/>
                  </a:lnTo>
                  <a:lnTo>
                    <a:pt x="2425357" y="485775"/>
                  </a:lnTo>
                  <a:lnTo>
                    <a:pt x="2431402" y="462915"/>
                  </a:lnTo>
                  <a:close/>
                </a:path>
                <a:path w="10678160" h="565785">
                  <a:moveTo>
                    <a:pt x="2457437" y="272415"/>
                  </a:moveTo>
                  <a:lnTo>
                    <a:pt x="2236457" y="272415"/>
                  </a:lnTo>
                  <a:lnTo>
                    <a:pt x="2236457" y="248920"/>
                  </a:lnTo>
                  <a:lnTo>
                    <a:pt x="2430767" y="248920"/>
                  </a:lnTo>
                  <a:lnTo>
                    <a:pt x="2430767" y="182880"/>
                  </a:lnTo>
                  <a:lnTo>
                    <a:pt x="2048497" y="182880"/>
                  </a:lnTo>
                  <a:lnTo>
                    <a:pt x="2048497" y="160655"/>
                  </a:lnTo>
                  <a:lnTo>
                    <a:pt x="2415527" y="160655"/>
                  </a:lnTo>
                  <a:lnTo>
                    <a:pt x="2415527" y="99695"/>
                  </a:lnTo>
                  <a:lnTo>
                    <a:pt x="2048497" y="99695"/>
                  </a:lnTo>
                  <a:lnTo>
                    <a:pt x="2048497" y="76835"/>
                  </a:lnTo>
                  <a:lnTo>
                    <a:pt x="2424417" y="76835"/>
                  </a:lnTo>
                  <a:lnTo>
                    <a:pt x="2424417" y="10160"/>
                  </a:lnTo>
                  <a:lnTo>
                    <a:pt x="1942452" y="10160"/>
                  </a:lnTo>
                  <a:lnTo>
                    <a:pt x="1942452" y="248920"/>
                  </a:lnTo>
                  <a:lnTo>
                    <a:pt x="2129777" y="248920"/>
                  </a:lnTo>
                  <a:lnTo>
                    <a:pt x="2129777" y="272415"/>
                  </a:lnTo>
                  <a:lnTo>
                    <a:pt x="1908797" y="272415"/>
                  </a:lnTo>
                  <a:lnTo>
                    <a:pt x="1908797" y="350520"/>
                  </a:lnTo>
                  <a:lnTo>
                    <a:pt x="2457437" y="350520"/>
                  </a:lnTo>
                  <a:lnTo>
                    <a:pt x="2457437" y="272415"/>
                  </a:lnTo>
                  <a:close/>
                </a:path>
                <a:path w="10678160" h="565785">
                  <a:moveTo>
                    <a:pt x="2762237" y="363855"/>
                  </a:moveTo>
                  <a:lnTo>
                    <a:pt x="2755620" y="302577"/>
                  </a:lnTo>
                  <a:lnTo>
                    <a:pt x="2737053" y="255079"/>
                  </a:lnTo>
                  <a:lnTo>
                    <a:pt x="2708465" y="221259"/>
                  </a:lnTo>
                  <a:lnTo>
                    <a:pt x="2671775" y="201041"/>
                  </a:lnTo>
                  <a:lnTo>
                    <a:pt x="2666352" y="200190"/>
                  </a:lnTo>
                  <a:lnTo>
                    <a:pt x="2666352" y="363855"/>
                  </a:lnTo>
                  <a:lnTo>
                    <a:pt x="2663444" y="397129"/>
                  </a:lnTo>
                  <a:lnTo>
                    <a:pt x="2655481" y="421411"/>
                  </a:lnTo>
                  <a:lnTo>
                    <a:pt x="2643581" y="436283"/>
                  </a:lnTo>
                  <a:lnTo>
                    <a:pt x="2628887" y="441325"/>
                  </a:lnTo>
                  <a:lnTo>
                    <a:pt x="2614384" y="436283"/>
                  </a:lnTo>
                  <a:lnTo>
                    <a:pt x="2602928" y="421411"/>
                  </a:lnTo>
                  <a:lnTo>
                    <a:pt x="2595397" y="397129"/>
                  </a:lnTo>
                  <a:lnTo>
                    <a:pt x="2592692" y="363855"/>
                  </a:lnTo>
                  <a:lnTo>
                    <a:pt x="2595397" y="330593"/>
                  </a:lnTo>
                  <a:lnTo>
                    <a:pt x="2602928" y="306311"/>
                  </a:lnTo>
                  <a:lnTo>
                    <a:pt x="2614384" y="291439"/>
                  </a:lnTo>
                  <a:lnTo>
                    <a:pt x="2628887" y="286385"/>
                  </a:lnTo>
                  <a:lnTo>
                    <a:pt x="2643581" y="291439"/>
                  </a:lnTo>
                  <a:lnTo>
                    <a:pt x="2655481" y="306311"/>
                  </a:lnTo>
                  <a:lnTo>
                    <a:pt x="2663444" y="330593"/>
                  </a:lnTo>
                  <a:lnTo>
                    <a:pt x="2666352" y="363855"/>
                  </a:lnTo>
                  <a:lnTo>
                    <a:pt x="2666352" y="200190"/>
                  </a:lnTo>
                  <a:lnTo>
                    <a:pt x="2586126" y="201041"/>
                  </a:lnTo>
                  <a:lnTo>
                    <a:pt x="2549753" y="221259"/>
                  </a:lnTo>
                  <a:lnTo>
                    <a:pt x="2521534" y="255079"/>
                  </a:lnTo>
                  <a:lnTo>
                    <a:pt x="2503284" y="302577"/>
                  </a:lnTo>
                  <a:lnTo>
                    <a:pt x="2496807" y="363855"/>
                  </a:lnTo>
                  <a:lnTo>
                    <a:pt x="2503284" y="425145"/>
                  </a:lnTo>
                  <a:lnTo>
                    <a:pt x="2521534" y="472643"/>
                  </a:lnTo>
                  <a:lnTo>
                    <a:pt x="2549753" y="506463"/>
                  </a:lnTo>
                  <a:lnTo>
                    <a:pt x="2586126" y="526681"/>
                  </a:lnTo>
                  <a:lnTo>
                    <a:pt x="2628887" y="533412"/>
                  </a:lnTo>
                  <a:lnTo>
                    <a:pt x="2671775" y="526681"/>
                  </a:lnTo>
                  <a:lnTo>
                    <a:pt x="2708465" y="506463"/>
                  </a:lnTo>
                  <a:lnTo>
                    <a:pt x="2737053" y="472643"/>
                  </a:lnTo>
                  <a:lnTo>
                    <a:pt x="2749296" y="441325"/>
                  </a:lnTo>
                  <a:lnTo>
                    <a:pt x="2755620" y="425145"/>
                  </a:lnTo>
                  <a:lnTo>
                    <a:pt x="2762237" y="363855"/>
                  </a:lnTo>
                  <a:close/>
                </a:path>
                <a:path w="10678160" h="565785">
                  <a:moveTo>
                    <a:pt x="2771127" y="76835"/>
                  </a:moveTo>
                  <a:lnTo>
                    <a:pt x="2680322" y="76835"/>
                  </a:lnTo>
                  <a:lnTo>
                    <a:pt x="2680322" y="8255"/>
                  </a:lnTo>
                  <a:lnTo>
                    <a:pt x="2573642" y="8255"/>
                  </a:lnTo>
                  <a:lnTo>
                    <a:pt x="2573642" y="76835"/>
                  </a:lnTo>
                  <a:lnTo>
                    <a:pt x="2481567" y="76835"/>
                  </a:lnTo>
                  <a:lnTo>
                    <a:pt x="2481567" y="172720"/>
                  </a:lnTo>
                  <a:lnTo>
                    <a:pt x="2771127" y="172720"/>
                  </a:lnTo>
                  <a:lnTo>
                    <a:pt x="2771127" y="76835"/>
                  </a:lnTo>
                  <a:close/>
                </a:path>
                <a:path w="10678160" h="565785">
                  <a:moveTo>
                    <a:pt x="3034017" y="10160"/>
                  </a:moveTo>
                  <a:lnTo>
                    <a:pt x="2935592" y="10160"/>
                  </a:lnTo>
                  <a:lnTo>
                    <a:pt x="2935592" y="209550"/>
                  </a:lnTo>
                  <a:lnTo>
                    <a:pt x="2891777" y="209550"/>
                  </a:lnTo>
                  <a:lnTo>
                    <a:pt x="2891777" y="12700"/>
                  </a:lnTo>
                  <a:lnTo>
                    <a:pt x="2794622" y="12700"/>
                  </a:lnTo>
                  <a:lnTo>
                    <a:pt x="2794622" y="542937"/>
                  </a:lnTo>
                  <a:lnTo>
                    <a:pt x="2891777" y="542937"/>
                  </a:lnTo>
                  <a:lnTo>
                    <a:pt x="2891777" y="311150"/>
                  </a:lnTo>
                  <a:lnTo>
                    <a:pt x="2935592" y="311150"/>
                  </a:lnTo>
                  <a:lnTo>
                    <a:pt x="2935592" y="552462"/>
                  </a:lnTo>
                  <a:lnTo>
                    <a:pt x="3034017" y="552462"/>
                  </a:lnTo>
                  <a:lnTo>
                    <a:pt x="3034017" y="311150"/>
                  </a:lnTo>
                  <a:lnTo>
                    <a:pt x="3034017" y="209550"/>
                  </a:lnTo>
                  <a:lnTo>
                    <a:pt x="3034017" y="10160"/>
                  </a:lnTo>
                  <a:close/>
                </a:path>
                <a:path w="10678160" h="565785">
                  <a:moveTo>
                    <a:pt x="3468992" y="469265"/>
                  </a:moveTo>
                  <a:lnTo>
                    <a:pt x="3396678" y="354965"/>
                  </a:lnTo>
                  <a:lnTo>
                    <a:pt x="3311512" y="220345"/>
                  </a:lnTo>
                  <a:lnTo>
                    <a:pt x="3318179" y="175234"/>
                  </a:lnTo>
                  <a:lnTo>
                    <a:pt x="3322942" y="127558"/>
                  </a:lnTo>
                  <a:lnTo>
                    <a:pt x="3325799" y="77381"/>
                  </a:lnTo>
                  <a:lnTo>
                    <a:pt x="3326752" y="24765"/>
                  </a:lnTo>
                  <a:lnTo>
                    <a:pt x="3217532" y="20955"/>
                  </a:lnTo>
                  <a:lnTo>
                    <a:pt x="3217430" y="24765"/>
                  </a:lnTo>
                  <a:lnTo>
                    <a:pt x="3215551" y="93878"/>
                  </a:lnTo>
                  <a:lnTo>
                    <a:pt x="3209734" y="161048"/>
                  </a:lnTo>
                  <a:lnTo>
                    <a:pt x="3200298" y="221830"/>
                  </a:lnTo>
                  <a:lnTo>
                    <a:pt x="3187458" y="275551"/>
                  </a:lnTo>
                  <a:lnTo>
                    <a:pt x="3171431" y="321564"/>
                  </a:lnTo>
                  <a:lnTo>
                    <a:pt x="3152432" y="359206"/>
                  </a:lnTo>
                  <a:lnTo>
                    <a:pt x="3106369" y="406730"/>
                  </a:lnTo>
                  <a:lnTo>
                    <a:pt x="3079737" y="415290"/>
                  </a:lnTo>
                  <a:lnTo>
                    <a:pt x="3079737" y="527062"/>
                  </a:lnTo>
                  <a:lnTo>
                    <a:pt x="3119793" y="521716"/>
                  </a:lnTo>
                  <a:lnTo>
                    <a:pt x="3157232" y="506577"/>
                  </a:lnTo>
                  <a:lnTo>
                    <a:pt x="3191738" y="481965"/>
                  </a:lnTo>
                  <a:lnTo>
                    <a:pt x="3223018" y="448271"/>
                  </a:lnTo>
                  <a:lnTo>
                    <a:pt x="3250755" y="405815"/>
                  </a:lnTo>
                  <a:lnTo>
                    <a:pt x="3274682" y="354965"/>
                  </a:lnTo>
                  <a:lnTo>
                    <a:pt x="3376917" y="526427"/>
                  </a:lnTo>
                  <a:lnTo>
                    <a:pt x="3468992" y="469265"/>
                  </a:lnTo>
                  <a:close/>
                </a:path>
                <a:path w="10678160" h="565785">
                  <a:moveTo>
                    <a:pt x="3606787" y="10160"/>
                  </a:moveTo>
                  <a:lnTo>
                    <a:pt x="3499472" y="10160"/>
                  </a:lnTo>
                  <a:lnTo>
                    <a:pt x="3499472" y="185420"/>
                  </a:lnTo>
                  <a:lnTo>
                    <a:pt x="3385172" y="185420"/>
                  </a:lnTo>
                  <a:lnTo>
                    <a:pt x="3385172" y="285750"/>
                  </a:lnTo>
                  <a:lnTo>
                    <a:pt x="3499472" y="285750"/>
                  </a:lnTo>
                  <a:lnTo>
                    <a:pt x="3499472" y="552462"/>
                  </a:lnTo>
                  <a:lnTo>
                    <a:pt x="3606787" y="552462"/>
                  </a:lnTo>
                  <a:lnTo>
                    <a:pt x="3606787" y="10160"/>
                  </a:lnTo>
                  <a:close/>
                </a:path>
                <a:path w="10678160" h="565785">
                  <a:moveTo>
                    <a:pt x="4171213" y="158115"/>
                  </a:moveTo>
                  <a:lnTo>
                    <a:pt x="4163301" y="110693"/>
                  </a:lnTo>
                  <a:lnTo>
                    <a:pt x="4140860" y="70891"/>
                  </a:lnTo>
                  <a:lnTo>
                    <a:pt x="4105783" y="40386"/>
                  </a:lnTo>
                  <a:lnTo>
                    <a:pt x="4068978" y="24676"/>
                  </a:lnTo>
                  <a:lnTo>
                    <a:pt x="4068978" y="158115"/>
                  </a:lnTo>
                  <a:lnTo>
                    <a:pt x="4064508" y="181178"/>
                  </a:lnTo>
                  <a:lnTo>
                    <a:pt x="4051757" y="199707"/>
                  </a:lnTo>
                  <a:lnTo>
                    <a:pt x="4031742" y="212051"/>
                  </a:lnTo>
                  <a:lnTo>
                    <a:pt x="4005478" y="216535"/>
                  </a:lnTo>
                  <a:lnTo>
                    <a:pt x="3979113" y="212051"/>
                  </a:lnTo>
                  <a:lnTo>
                    <a:pt x="3958882" y="199707"/>
                  </a:lnTo>
                  <a:lnTo>
                    <a:pt x="3945915" y="181178"/>
                  </a:lnTo>
                  <a:lnTo>
                    <a:pt x="3941343" y="158115"/>
                  </a:lnTo>
                  <a:lnTo>
                    <a:pt x="3945915" y="135064"/>
                  </a:lnTo>
                  <a:lnTo>
                    <a:pt x="3958882" y="116522"/>
                  </a:lnTo>
                  <a:lnTo>
                    <a:pt x="3979113" y="104178"/>
                  </a:lnTo>
                  <a:lnTo>
                    <a:pt x="4005478" y="99695"/>
                  </a:lnTo>
                  <a:lnTo>
                    <a:pt x="4031742" y="104178"/>
                  </a:lnTo>
                  <a:lnTo>
                    <a:pt x="4051757" y="116522"/>
                  </a:lnTo>
                  <a:lnTo>
                    <a:pt x="4064508" y="135064"/>
                  </a:lnTo>
                  <a:lnTo>
                    <a:pt x="4068978" y="158115"/>
                  </a:lnTo>
                  <a:lnTo>
                    <a:pt x="4068978" y="24676"/>
                  </a:lnTo>
                  <a:lnTo>
                    <a:pt x="4060025" y="20853"/>
                  </a:lnTo>
                  <a:lnTo>
                    <a:pt x="4005478" y="13970"/>
                  </a:lnTo>
                  <a:lnTo>
                    <a:pt x="3950627" y="20853"/>
                  </a:lnTo>
                  <a:lnTo>
                    <a:pt x="3904665" y="40386"/>
                  </a:lnTo>
                  <a:lnTo>
                    <a:pt x="3869499" y="70891"/>
                  </a:lnTo>
                  <a:lnTo>
                    <a:pt x="3847020" y="110693"/>
                  </a:lnTo>
                  <a:lnTo>
                    <a:pt x="3839108" y="158115"/>
                  </a:lnTo>
                  <a:lnTo>
                    <a:pt x="3847020" y="205790"/>
                  </a:lnTo>
                  <a:lnTo>
                    <a:pt x="3869499" y="245618"/>
                  </a:lnTo>
                  <a:lnTo>
                    <a:pt x="3904665" y="276034"/>
                  </a:lnTo>
                  <a:lnTo>
                    <a:pt x="3950627" y="295440"/>
                  </a:lnTo>
                  <a:lnTo>
                    <a:pt x="4005478" y="302260"/>
                  </a:lnTo>
                  <a:lnTo>
                    <a:pt x="4060025" y="295440"/>
                  </a:lnTo>
                  <a:lnTo>
                    <a:pt x="4105783" y="276034"/>
                  </a:lnTo>
                  <a:lnTo>
                    <a:pt x="4140860" y="245618"/>
                  </a:lnTo>
                  <a:lnTo>
                    <a:pt x="4157243" y="216535"/>
                  </a:lnTo>
                  <a:lnTo>
                    <a:pt x="4163301" y="205790"/>
                  </a:lnTo>
                  <a:lnTo>
                    <a:pt x="4171213" y="158115"/>
                  </a:lnTo>
                  <a:close/>
                </a:path>
                <a:path w="10678160" h="565785">
                  <a:moveTo>
                    <a:pt x="4204868" y="312420"/>
                  </a:moveTo>
                  <a:lnTo>
                    <a:pt x="4175798" y="321665"/>
                  </a:lnTo>
                  <a:lnTo>
                    <a:pt x="4140885" y="327748"/>
                  </a:lnTo>
                  <a:lnTo>
                    <a:pt x="4102887" y="331089"/>
                  </a:lnTo>
                  <a:lnTo>
                    <a:pt x="4064533" y="332105"/>
                  </a:lnTo>
                  <a:lnTo>
                    <a:pt x="3817518" y="332105"/>
                  </a:lnTo>
                  <a:lnTo>
                    <a:pt x="3817518" y="428625"/>
                  </a:lnTo>
                  <a:lnTo>
                    <a:pt x="3950868" y="428625"/>
                  </a:lnTo>
                  <a:lnTo>
                    <a:pt x="3950868" y="552462"/>
                  </a:lnTo>
                  <a:lnTo>
                    <a:pt x="4058183" y="552462"/>
                  </a:lnTo>
                  <a:lnTo>
                    <a:pt x="4058183" y="428625"/>
                  </a:lnTo>
                  <a:lnTo>
                    <a:pt x="4062628" y="428625"/>
                  </a:lnTo>
                  <a:lnTo>
                    <a:pt x="4102887" y="427609"/>
                  </a:lnTo>
                  <a:lnTo>
                    <a:pt x="4141368" y="424268"/>
                  </a:lnTo>
                  <a:lnTo>
                    <a:pt x="4176039" y="418185"/>
                  </a:lnTo>
                  <a:lnTo>
                    <a:pt x="4204868" y="408940"/>
                  </a:lnTo>
                  <a:lnTo>
                    <a:pt x="4204868" y="312420"/>
                  </a:lnTo>
                  <a:close/>
                </a:path>
                <a:path w="10678160" h="565785">
                  <a:moveTo>
                    <a:pt x="4343298" y="10160"/>
                  </a:moveTo>
                  <a:lnTo>
                    <a:pt x="4235983" y="10160"/>
                  </a:lnTo>
                  <a:lnTo>
                    <a:pt x="4235983" y="552462"/>
                  </a:lnTo>
                  <a:lnTo>
                    <a:pt x="4343298" y="552462"/>
                  </a:lnTo>
                  <a:lnTo>
                    <a:pt x="4343298" y="10160"/>
                  </a:lnTo>
                  <a:close/>
                </a:path>
                <a:path w="10678160" h="565785">
                  <a:moveTo>
                    <a:pt x="4750333" y="233680"/>
                  </a:moveTo>
                  <a:lnTo>
                    <a:pt x="4718456" y="170611"/>
                  </a:lnTo>
                  <a:lnTo>
                    <a:pt x="4682858" y="150431"/>
                  </a:lnTo>
                  <a:lnTo>
                    <a:pt x="4650003" y="141452"/>
                  </a:lnTo>
                  <a:lnTo>
                    <a:pt x="4650003" y="233680"/>
                  </a:lnTo>
                  <a:lnTo>
                    <a:pt x="4645533" y="244081"/>
                  </a:lnTo>
                  <a:lnTo>
                    <a:pt x="4632782" y="252095"/>
                  </a:lnTo>
                  <a:lnTo>
                    <a:pt x="4612767" y="257263"/>
                  </a:lnTo>
                  <a:lnTo>
                    <a:pt x="4586503" y="259080"/>
                  </a:lnTo>
                  <a:lnTo>
                    <a:pt x="4560240" y="257263"/>
                  </a:lnTo>
                  <a:lnTo>
                    <a:pt x="4540224" y="252095"/>
                  </a:lnTo>
                  <a:lnTo>
                    <a:pt x="4527474" y="244081"/>
                  </a:lnTo>
                  <a:lnTo>
                    <a:pt x="4523003" y="233680"/>
                  </a:lnTo>
                  <a:lnTo>
                    <a:pt x="4527474" y="223291"/>
                  </a:lnTo>
                  <a:lnTo>
                    <a:pt x="4540224" y="215265"/>
                  </a:lnTo>
                  <a:lnTo>
                    <a:pt x="4560240" y="210108"/>
                  </a:lnTo>
                  <a:lnTo>
                    <a:pt x="4586503" y="208280"/>
                  </a:lnTo>
                  <a:lnTo>
                    <a:pt x="4612767" y="210108"/>
                  </a:lnTo>
                  <a:lnTo>
                    <a:pt x="4632782" y="215265"/>
                  </a:lnTo>
                  <a:lnTo>
                    <a:pt x="4645533" y="223291"/>
                  </a:lnTo>
                  <a:lnTo>
                    <a:pt x="4650003" y="233680"/>
                  </a:lnTo>
                  <a:lnTo>
                    <a:pt x="4650003" y="141452"/>
                  </a:lnTo>
                  <a:lnTo>
                    <a:pt x="4637925" y="138137"/>
                  </a:lnTo>
                  <a:lnTo>
                    <a:pt x="4586503" y="133985"/>
                  </a:lnTo>
                  <a:lnTo>
                    <a:pt x="4535081" y="138137"/>
                  </a:lnTo>
                  <a:lnTo>
                    <a:pt x="4490161" y="150431"/>
                  </a:lnTo>
                  <a:lnTo>
                    <a:pt x="4454550" y="170611"/>
                  </a:lnTo>
                  <a:lnTo>
                    <a:pt x="4431119" y="198450"/>
                  </a:lnTo>
                  <a:lnTo>
                    <a:pt x="4422673" y="233680"/>
                  </a:lnTo>
                  <a:lnTo>
                    <a:pt x="4431119" y="268922"/>
                  </a:lnTo>
                  <a:lnTo>
                    <a:pt x="4454550" y="296760"/>
                  </a:lnTo>
                  <a:lnTo>
                    <a:pt x="4490161" y="316941"/>
                  </a:lnTo>
                  <a:lnTo>
                    <a:pt x="4535081" y="329234"/>
                  </a:lnTo>
                  <a:lnTo>
                    <a:pt x="4586503" y="333375"/>
                  </a:lnTo>
                  <a:lnTo>
                    <a:pt x="4637925" y="329234"/>
                  </a:lnTo>
                  <a:lnTo>
                    <a:pt x="4682858" y="316941"/>
                  </a:lnTo>
                  <a:lnTo>
                    <a:pt x="4718456" y="296760"/>
                  </a:lnTo>
                  <a:lnTo>
                    <a:pt x="4741888" y="268922"/>
                  </a:lnTo>
                  <a:lnTo>
                    <a:pt x="4744250" y="259080"/>
                  </a:lnTo>
                  <a:lnTo>
                    <a:pt x="4750333" y="233680"/>
                  </a:lnTo>
                  <a:close/>
                </a:path>
                <a:path w="10678160" h="565785">
                  <a:moveTo>
                    <a:pt x="4771923" y="41910"/>
                  </a:moveTo>
                  <a:lnTo>
                    <a:pt x="4641113" y="41910"/>
                  </a:lnTo>
                  <a:lnTo>
                    <a:pt x="4641113" y="635"/>
                  </a:lnTo>
                  <a:lnTo>
                    <a:pt x="4531893" y="635"/>
                  </a:lnTo>
                  <a:lnTo>
                    <a:pt x="4531893" y="41910"/>
                  </a:lnTo>
                  <a:lnTo>
                    <a:pt x="4401083" y="41910"/>
                  </a:lnTo>
                  <a:lnTo>
                    <a:pt x="4401083" y="120650"/>
                  </a:lnTo>
                  <a:lnTo>
                    <a:pt x="4771923" y="120650"/>
                  </a:lnTo>
                  <a:lnTo>
                    <a:pt x="4771923" y="41910"/>
                  </a:lnTo>
                  <a:close/>
                </a:path>
                <a:path w="10678160" h="565785">
                  <a:moveTo>
                    <a:pt x="4930038" y="350520"/>
                  </a:moveTo>
                  <a:lnTo>
                    <a:pt x="4823993" y="350520"/>
                  </a:lnTo>
                  <a:lnTo>
                    <a:pt x="4823993" y="432435"/>
                  </a:lnTo>
                  <a:lnTo>
                    <a:pt x="4823993" y="470535"/>
                  </a:lnTo>
                  <a:lnTo>
                    <a:pt x="4550943" y="470535"/>
                  </a:lnTo>
                  <a:lnTo>
                    <a:pt x="4550943" y="432435"/>
                  </a:lnTo>
                  <a:lnTo>
                    <a:pt x="4823993" y="432435"/>
                  </a:lnTo>
                  <a:lnTo>
                    <a:pt x="4823993" y="350520"/>
                  </a:lnTo>
                  <a:lnTo>
                    <a:pt x="4444898" y="350520"/>
                  </a:lnTo>
                  <a:lnTo>
                    <a:pt x="4444898" y="552462"/>
                  </a:lnTo>
                  <a:lnTo>
                    <a:pt x="4930038" y="552462"/>
                  </a:lnTo>
                  <a:lnTo>
                    <a:pt x="4930038" y="470535"/>
                  </a:lnTo>
                  <a:lnTo>
                    <a:pt x="4930038" y="432435"/>
                  </a:lnTo>
                  <a:lnTo>
                    <a:pt x="4930038" y="350520"/>
                  </a:lnTo>
                  <a:close/>
                </a:path>
                <a:path w="10678160" h="565785">
                  <a:moveTo>
                    <a:pt x="4930038" y="10160"/>
                  </a:moveTo>
                  <a:lnTo>
                    <a:pt x="4822723" y="10160"/>
                  </a:lnTo>
                  <a:lnTo>
                    <a:pt x="4822723" y="154940"/>
                  </a:lnTo>
                  <a:lnTo>
                    <a:pt x="4765573" y="154940"/>
                  </a:lnTo>
                  <a:lnTo>
                    <a:pt x="4765573" y="249555"/>
                  </a:lnTo>
                  <a:lnTo>
                    <a:pt x="4822723" y="249555"/>
                  </a:lnTo>
                  <a:lnTo>
                    <a:pt x="4822723" y="331470"/>
                  </a:lnTo>
                  <a:lnTo>
                    <a:pt x="4930038" y="331470"/>
                  </a:lnTo>
                  <a:lnTo>
                    <a:pt x="4930038" y="10160"/>
                  </a:lnTo>
                  <a:close/>
                </a:path>
                <a:path w="10678160" h="565785">
                  <a:moveTo>
                    <a:pt x="5509158" y="103505"/>
                  </a:moveTo>
                  <a:lnTo>
                    <a:pt x="5476900" y="43421"/>
                  </a:lnTo>
                  <a:lnTo>
                    <a:pt x="5439308" y="24053"/>
                  </a:lnTo>
                  <a:lnTo>
                    <a:pt x="5395493" y="12471"/>
                  </a:lnTo>
                  <a:lnTo>
                    <a:pt x="5395493" y="103505"/>
                  </a:lnTo>
                  <a:lnTo>
                    <a:pt x="5386108" y="115252"/>
                  </a:lnTo>
                  <a:lnTo>
                    <a:pt x="5359387" y="123113"/>
                  </a:lnTo>
                  <a:lnTo>
                    <a:pt x="5317541" y="127533"/>
                  </a:lnTo>
                  <a:lnTo>
                    <a:pt x="5262778" y="128905"/>
                  </a:lnTo>
                  <a:lnTo>
                    <a:pt x="5208028" y="127533"/>
                  </a:lnTo>
                  <a:lnTo>
                    <a:pt x="5166182" y="123113"/>
                  </a:lnTo>
                  <a:lnTo>
                    <a:pt x="5139461" y="115252"/>
                  </a:lnTo>
                  <a:lnTo>
                    <a:pt x="5130063" y="103505"/>
                  </a:lnTo>
                  <a:lnTo>
                    <a:pt x="5139461" y="92036"/>
                  </a:lnTo>
                  <a:lnTo>
                    <a:pt x="5166182" y="84137"/>
                  </a:lnTo>
                  <a:lnTo>
                    <a:pt x="5208028" y="79578"/>
                  </a:lnTo>
                  <a:lnTo>
                    <a:pt x="5262778" y="78105"/>
                  </a:lnTo>
                  <a:lnTo>
                    <a:pt x="5317541" y="79578"/>
                  </a:lnTo>
                  <a:lnTo>
                    <a:pt x="5359387" y="84137"/>
                  </a:lnTo>
                  <a:lnTo>
                    <a:pt x="5386108" y="92036"/>
                  </a:lnTo>
                  <a:lnTo>
                    <a:pt x="5395493" y="103505"/>
                  </a:lnTo>
                  <a:lnTo>
                    <a:pt x="5395493" y="12471"/>
                  </a:lnTo>
                  <a:lnTo>
                    <a:pt x="5389880" y="10985"/>
                  </a:lnTo>
                  <a:lnTo>
                    <a:pt x="5330418" y="3594"/>
                  </a:lnTo>
                  <a:lnTo>
                    <a:pt x="5262778" y="1270"/>
                  </a:lnTo>
                  <a:lnTo>
                    <a:pt x="5195138" y="3594"/>
                  </a:lnTo>
                  <a:lnTo>
                    <a:pt x="5135689" y="10985"/>
                  </a:lnTo>
                  <a:lnTo>
                    <a:pt x="5086248" y="24053"/>
                  </a:lnTo>
                  <a:lnTo>
                    <a:pt x="5048669" y="43421"/>
                  </a:lnTo>
                  <a:lnTo>
                    <a:pt x="5016398" y="103505"/>
                  </a:lnTo>
                  <a:lnTo>
                    <a:pt x="5024780" y="137325"/>
                  </a:lnTo>
                  <a:lnTo>
                    <a:pt x="5086248" y="182968"/>
                  </a:lnTo>
                  <a:lnTo>
                    <a:pt x="5135689" y="196037"/>
                  </a:lnTo>
                  <a:lnTo>
                    <a:pt x="5195138" y="203415"/>
                  </a:lnTo>
                  <a:lnTo>
                    <a:pt x="5262778" y="205740"/>
                  </a:lnTo>
                  <a:lnTo>
                    <a:pt x="5330418" y="203415"/>
                  </a:lnTo>
                  <a:lnTo>
                    <a:pt x="5389880" y="196037"/>
                  </a:lnTo>
                  <a:lnTo>
                    <a:pt x="5439308" y="182968"/>
                  </a:lnTo>
                  <a:lnTo>
                    <a:pt x="5476900" y="163601"/>
                  </a:lnTo>
                  <a:lnTo>
                    <a:pt x="5502872" y="128905"/>
                  </a:lnTo>
                  <a:lnTo>
                    <a:pt x="5509158" y="103505"/>
                  </a:lnTo>
                  <a:close/>
                </a:path>
                <a:path w="10678160" h="565785">
                  <a:moveTo>
                    <a:pt x="5511063" y="482600"/>
                  </a:moveTo>
                  <a:lnTo>
                    <a:pt x="5125618" y="482600"/>
                  </a:lnTo>
                  <a:lnTo>
                    <a:pt x="5125618" y="464185"/>
                  </a:lnTo>
                  <a:lnTo>
                    <a:pt x="5505348" y="464185"/>
                  </a:lnTo>
                  <a:lnTo>
                    <a:pt x="5505348" y="322580"/>
                  </a:lnTo>
                  <a:lnTo>
                    <a:pt x="5019573" y="322580"/>
                  </a:lnTo>
                  <a:lnTo>
                    <a:pt x="5019573" y="389890"/>
                  </a:lnTo>
                  <a:lnTo>
                    <a:pt x="5400573" y="389890"/>
                  </a:lnTo>
                  <a:lnTo>
                    <a:pt x="5400573" y="408305"/>
                  </a:lnTo>
                  <a:lnTo>
                    <a:pt x="5020843" y="408305"/>
                  </a:lnTo>
                  <a:lnTo>
                    <a:pt x="5020843" y="552462"/>
                  </a:lnTo>
                  <a:lnTo>
                    <a:pt x="5511063" y="552462"/>
                  </a:lnTo>
                  <a:lnTo>
                    <a:pt x="5511063" y="482600"/>
                  </a:lnTo>
                  <a:close/>
                </a:path>
                <a:path w="10678160" h="565785">
                  <a:moveTo>
                    <a:pt x="5537098" y="223520"/>
                  </a:moveTo>
                  <a:lnTo>
                    <a:pt x="4988458" y="223520"/>
                  </a:lnTo>
                  <a:lnTo>
                    <a:pt x="4988458" y="301625"/>
                  </a:lnTo>
                  <a:lnTo>
                    <a:pt x="5537098" y="301625"/>
                  </a:lnTo>
                  <a:lnTo>
                    <a:pt x="5537098" y="223520"/>
                  </a:lnTo>
                  <a:close/>
                </a:path>
                <a:path w="10678160" h="565785">
                  <a:moveTo>
                    <a:pt x="6081268" y="173355"/>
                  </a:moveTo>
                  <a:lnTo>
                    <a:pt x="6075426" y="127368"/>
                  </a:lnTo>
                  <a:lnTo>
                    <a:pt x="6058573" y="87757"/>
                  </a:lnTo>
                  <a:lnTo>
                    <a:pt x="6031827" y="55410"/>
                  </a:lnTo>
                  <a:lnTo>
                    <a:pt x="5996229" y="31216"/>
                  </a:lnTo>
                  <a:lnTo>
                    <a:pt x="5974588" y="23660"/>
                  </a:lnTo>
                  <a:lnTo>
                    <a:pt x="5974588" y="173355"/>
                  </a:lnTo>
                  <a:lnTo>
                    <a:pt x="5969190" y="204597"/>
                  </a:lnTo>
                  <a:lnTo>
                    <a:pt x="5954192" y="227495"/>
                  </a:lnTo>
                  <a:lnTo>
                    <a:pt x="5931459" y="241579"/>
                  </a:lnTo>
                  <a:lnTo>
                    <a:pt x="5902833" y="246380"/>
                  </a:lnTo>
                  <a:lnTo>
                    <a:pt x="5874207" y="241579"/>
                  </a:lnTo>
                  <a:lnTo>
                    <a:pt x="5851487" y="227495"/>
                  </a:lnTo>
                  <a:lnTo>
                    <a:pt x="5836488" y="204597"/>
                  </a:lnTo>
                  <a:lnTo>
                    <a:pt x="5831078" y="173355"/>
                  </a:lnTo>
                  <a:lnTo>
                    <a:pt x="5836488" y="142125"/>
                  </a:lnTo>
                  <a:lnTo>
                    <a:pt x="5851487" y="119227"/>
                  </a:lnTo>
                  <a:lnTo>
                    <a:pt x="5874207" y="105130"/>
                  </a:lnTo>
                  <a:lnTo>
                    <a:pt x="5902833" y="100330"/>
                  </a:lnTo>
                  <a:lnTo>
                    <a:pt x="5931459" y="105130"/>
                  </a:lnTo>
                  <a:lnTo>
                    <a:pt x="5954192" y="119227"/>
                  </a:lnTo>
                  <a:lnTo>
                    <a:pt x="5969190" y="142125"/>
                  </a:lnTo>
                  <a:lnTo>
                    <a:pt x="5974588" y="173355"/>
                  </a:lnTo>
                  <a:lnTo>
                    <a:pt x="5974588" y="23660"/>
                  </a:lnTo>
                  <a:lnTo>
                    <a:pt x="5952871" y="16052"/>
                  </a:lnTo>
                  <a:lnTo>
                    <a:pt x="5902833" y="10795"/>
                  </a:lnTo>
                  <a:lnTo>
                    <a:pt x="5852795" y="16052"/>
                  </a:lnTo>
                  <a:lnTo>
                    <a:pt x="5809450" y="31216"/>
                  </a:lnTo>
                  <a:lnTo>
                    <a:pt x="5773852" y="55410"/>
                  </a:lnTo>
                  <a:lnTo>
                    <a:pt x="5747093" y="87757"/>
                  </a:lnTo>
                  <a:lnTo>
                    <a:pt x="5730252" y="127368"/>
                  </a:lnTo>
                  <a:lnTo>
                    <a:pt x="5724398" y="173355"/>
                  </a:lnTo>
                  <a:lnTo>
                    <a:pt x="5730252" y="219583"/>
                  </a:lnTo>
                  <a:lnTo>
                    <a:pt x="5747093" y="259245"/>
                  </a:lnTo>
                  <a:lnTo>
                    <a:pt x="5773852" y="291553"/>
                  </a:lnTo>
                  <a:lnTo>
                    <a:pt x="5809450" y="315645"/>
                  </a:lnTo>
                  <a:lnTo>
                    <a:pt x="5852795" y="330708"/>
                  </a:lnTo>
                  <a:lnTo>
                    <a:pt x="5902833" y="335915"/>
                  </a:lnTo>
                  <a:lnTo>
                    <a:pt x="5952871" y="330708"/>
                  </a:lnTo>
                  <a:lnTo>
                    <a:pt x="5996229" y="315645"/>
                  </a:lnTo>
                  <a:lnTo>
                    <a:pt x="6031827" y="291553"/>
                  </a:lnTo>
                  <a:lnTo>
                    <a:pt x="6058573" y="259245"/>
                  </a:lnTo>
                  <a:lnTo>
                    <a:pt x="6064034" y="246380"/>
                  </a:lnTo>
                  <a:lnTo>
                    <a:pt x="6075426" y="219583"/>
                  </a:lnTo>
                  <a:lnTo>
                    <a:pt x="6081268" y="173355"/>
                  </a:lnTo>
                  <a:close/>
                </a:path>
                <a:path w="10678160" h="565785">
                  <a:moveTo>
                    <a:pt x="6250813" y="10160"/>
                  </a:moveTo>
                  <a:lnTo>
                    <a:pt x="6143498" y="10160"/>
                  </a:lnTo>
                  <a:lnTo>
                    <a:pt x="6143498" y="411480"/>
                  </a:lnTo>
                  <a:lnTo>
                    <a:pt x="6250813" y="411480"/>
                  </a:lnTo>
                  <a:lnTo>
                    <a:pt x="6250813" y="10160"/>
                  </a:lnTo>
                  <a:close/>
                </a:path>
                <a:path w="10678160" h="565785">
                  <a:moveTo>
                    <a:pt x="6258433" y="455930"/>
                  </a:moveTo>
                  <a:lnTo>
                    <a:pt x="5881243" y="455930"/>
                  </a:lnTo>
                  <a:lnTo>
                    <a:pt x="5881243" y="362585"/>
                  </a:lnTo>
                  <a:lnTo>
                    <a:pt x="5772023" y="362585"/>
                  </a:lnTo>
                  <a:lnTo>
                    <a:pt x="5772023" y="552462"/>
                  </a:lnTo>
                  <a:lnTo>
                    <a:pt x="6258433" y="552462"/>
                  </a:lnTo>
                  <a:lnTo>
                    <a:pt x="6258433" y="455930"/>
                  </a:lnTo>
                  <a:close/>
                </a:path>
                <a:path w="10678160" h="565785">
                  <a:moveTo>
                    <a:pt x="6711201" y="461010"/>
                  </a:moveTo>
                  <a:lnTo>
                    <a:pt x="6645656" y="375920"/>
                  </a:lnTo>
                  <a:lnTo>
                    <a:pt x="6553721" y="256540"/>
                  </a:lnTo>
                  <a:lnTo>
                    <a:pt x="6558839" y="224878"/>
                  </a:lnTo>
                  <a:lnTo>
                    <a:pt x="6562763" y="191770"/>
                  </a:lnTo>
                  <a:lnTo>
                    <a:pt x="6565506" y="157251"/>
                  </a:lnTo>
                  <a:lnTo>
                    <a:pt x="6567056" y="121285"/>
                  </a:lnTo>
                  <a:lnTo>
                    <a:pt x="6683261" y="121285"/>
                  </a:lnTo>
                  <a:lnTo>
                    <a:pt x="6683261" y="22860"/>
                  </a:lnTo>
                  <a:lnTo>
                    <a:pt x="6336551" y="22860"/>
                  </a:lnTo>
                  <a:lnTo>
                    <a:pt x="6336551" y="121285"/>
                  </a:lnTo>
                  <a:lnTo>
                    <a:pt x="6459106" y="121285"/>
                  </a:lnTo>
                  <a:lnTo>
                    <a:pt x="6455346" y="183680"/>
                  </a:lnTo>
                  <a:lnTo>
                    <a:pt x="6447129" y="239979"/>
                  </a:lnTo>
                  <a:lnTo>
                    <a:pt x="6434760" y="289636"/>
                  </a:lnTo>
                  <a:lnTo>
                    <a:pt x="6418542" y="332105"/>
                  </a:lnTo>
                  <a:lnTo>
                    <a:pt x="6398781" y="366839"/>
                  </a:lnTo>
                  <a:lnTo>
                    <a:pt x="6349860" y="410895"/>
                  </a:lnTo>
                  <a:lnTo>
                    <a:pt x="6321311" y="419100"/>
                  </a:lnTo>
                  <a:lnTo>
                    <a:pt x="6321311" y="527062"/>
                  </a:lnTo>
                  <a:lnTo>
                    <a:pt x="6369139" y="520357"/>
                  </a:lnTo>
                  <a:lnTo>
                    <a:pt x="6413195" y="501383"/>
                  </a:lnTo>
                  <a:lnTo>
                    <a:pt x="6452883" y="470636"/>
                  </a:lnTo>
                  <a:lnTo>
                    <a:pt x="6487642" y="428650"/>
                  </a:lnTo>
                  <a:lnTo>
                    <a:pt x="6516891" y="375920"/>
                  </a:lnTo>
                  <a:lnTo>
                    <a:pt x="6626111" y="524522"/>
                  </a:lnTo>
                  <a:lnTo>
                    <a:pt x="6711201" y="461010"/>
                  </a:lnTo>
                  <a:close/>
                </a:path>
                <a:path w="10678160" h="565785">
                  <a:moveTo>
                    <a:pt x="6836296" y="10160"/>
                  </a:moveTo>
                  <a:lnTo>
                    <a:pt x="6728981" y="10160"/>
                  </a:lnTo>
                  <a:lnTo>
                    <a:pt x="6728981" y="552462"/>
                  </a:lnTo>
                  <a:lnTo>
                    <a:pt x="6836296" y="552462"/>
                  </a:lnTo>
                  <a:lnTo>
                    <a:pt x="6836296" y="10160"/>
                  </a:lnTo>
                  <a:close/>
                </a:path>
                <a:path w="10678160" h="565785">
                  <a:moveTo>
                    <a:pt x="7242061" y="210820"/>
                  </a:moveTo>
                  <a:lnTo>
                    <a:pt x="7235977" y="193040"/>
                  </a:lnTo>
                  <a:lnTo>
                    <a:pt x="7228954" y="172516"/>
                  </a:lnTo>
                  <a:lnTo>
                    <a:pt x="7193407" y="145821"/>
                  </a:lnTo>
                  <a:lnTo>
                    <a:pt x="7142366" y="130581"/>
                  </a:lnTo>
                  <a:lnTo>
                    <a:pt x="7142366" y="210820"/>
                  </a:lnTo>
                  <a:lnTo>
                    <a:pt x="7137692" y="218694"/>
                  </a:lnTo>
                  <a:lnTo>
                    <a:pt x="7124509" y="224243"/>
                  </a:lnTo>
                  <a:lnTo>
                    <a:pt x="7104050" y="227520"/>
                  </a:lnTo>
                  <a:lnTo>
                    <a:pt x="7077596" y="228600"/>
                  </a:lnTo>
                  <a:lnTo>
                    <a:pt x="7051129" y="227520"/>
                  </a:lnTo>
                  <a:lnTo>
                    <a:pt x="7030682" y="224243"/>
                  </a:lnTo>
                  <a:lnTo>
                    <a:pt x="7017499" y="218694"/>
                  </a:lnTo>
                  <a:lnTo>
                    <a:pt x="7012826" y="210820"/>
                  </a:lnTo>
                  <a:lnTo>
                    <a:pt x="7017499" y="202958"/>
                  </a:lnTo>
                  <a:lnTo>
                    <a:pt x="7030682" y="197408"/>
                  </a:lnTo>
                  <a:lnTo>
                    <a:pt x="7051129" y="194132"/>
                  </a:lnTo>
                  <a:lnTo>
                    <a:pt x="7077596" y="193040"/>
                  </a:lnTo>
                  <a:lnTo>
                    <a:pt x="7104050" y="194132"/>
                  </a:lnTo>
                  <a:lnTo>
                    <a:pt x="7124509" y="197408"/>
                  </a:lnTo>
                  <a:lnTo>
                    <a:pt x="7137692" y="202958"/>
                  </a:lnTo>
                  <a:lnTo>
                    <a:pt x="7142366" y="210820"/>
                  </a:lnTo>
                  <a:lnTo>
                    <a:pt x="7142366" y="130581"/>
                  </a:lnTo>
                  <a:lnTo>
                    <a:pt x="7141070" y="130187"/>
                  </a:lnTo>
                  <a:lnTo>
                    <a:pt x="7077596" y="125095"/>
                  </a:lnTo>
                  <a:lnTo>
                    <a:pt x="7014121" y="130187"/>
                  </a:lnTo>
                  <a:lnTo>
                    <a:pt x="6961784" y="145821"/>
                  </a:lnTo>
                  <a:lnTo>
                    <a:pt x="6926237" y="172516"/>
                  </a:lnTo>
                  <a:lnTo>
                    <a:pt x="6913131" y="210820"/>
                  </a:lnTo>
                  <a:lnTo>
                    <a:pt x="6926237" y="249135"/>
                  </a:lnTo>
                  <a:lnTo>
                    <a:pt x="6961784" y="275831"/>
                  </a:lnTo>
                  <a:lnTo>
                    <a:pt x="7014121" y="291465"/>
                  </a:lnTo>
                  <a:lnTo>
                    <a:pt x="7077596" y="296545"/>
                  </a:lnTo>
                  <a:lnTo>
                    <a:pt x="7141070" y="291465"/>
                  </a:lnTo>
                  <a:lnTo>
                    <a:pt x="7193407" y="275831"/>
                  </a:lnTo>
                  <a:lnTo>
                    <a:pt x="7228954" y="249135"/>
                  </a:lnTo>
                  <a:lnTo>
                    <a:pt x="7235977" y="228600"/>
                  </a:lnTo>
                  <a:lnTo>
                    <a:pt x="7242061" y="210820"/>
                  </a:lnTo>
                  <a:close/>
                </a:path>
                <a:path w="10678160" h="565785">
                  <a:moveTo>
                    <a:pt x="7263016" y="38100"/>
                  </a:moveTo>
                  <a:lnTo>
                    <a:pt x="7132206" y="38100"/>
                  </a:lnTo>
                  <a:lnTo>
                    <a:pt x="7132206" y="0"/>
                  </a:lnTo>
                  <a:lnTo>
                    <a:pt x="7022986" y="0"/>
                  </a:lnTo>
                  <a:lnTo>
                    <a:pt x="7022986" y="38100"/>
                  </a:lnTo>
                  <a:lnTo>
                    <a:pt x="6892176" y="38100"/>
                  </a:lnTo>
                  <a:lnTo>
                    <a:pt x="6892176" y="112395"/>
                  </a:lnTo>
                  <a:lnTo>
                    <a:pt x="7263016" y="112395"/>
                  </a:lnTo>
                  <a:lnTo>
                    <a:pt x="7263016" y="38100"/>
                  </a:lnTo>
                  <a:close/>
                </a:path>
                <a:path w="10678160" h="565785">
                  <a:moveTo>
                    <a:pt x="7412241" y="482600"/>
                  </a:moveTo>
                  <a:lnTo>
                    <a:pt x="7033781" y="482600"/>
                  </a:lnTo>
                  <a:lnTo>
                    <a:pt x="7033781" y="462280"/>
                  </a:lnTo>
                  <a:lnTo>
                    <a:pt x="7406526" y="462280"/>
                  </a:lnTo>
                  <a:lnTo>
                    <a:pt x="7406526" y="310515"/>
                  </a:lnTo>
                  <a:lnTo>
                    <a:pt x="6927101" y="310515"/>
                  </a:lnTo>
                  <a:lnTo>
                    <a:pt x="6927101" y="379730"/>
                  </a:lnTo>
                  <a:lnTo>
                    <a:pt x="7301116" y="379730"/>
                  </a:lnTo>
                  <a:lnTo>
                    <a:pt x="7301116" y="399415"/>
                  </a:lnTo>
                  <a:lnTo>
                    <a:pt x="6928371" y="399415"/>
                  </a:lnTo>
                  <a:lnTo>
                    <a:pt x="6928371" y="552462"/>
                  </a:lnTo>
                  <a:lnTo>
                    <a:pt x="7412241" y="552462"/>
                  </a:lnTo>
                  <a:lnTo>
                    <a:pt x="7412241" y="482600"/>
                  </a:lnTo>
                  <a:close/>
                </a:path>
                <a:path w="10678160" h="565785">
                  <a:moveTo>
                    <a:pt x="7470026" y="100330"/>
                  </a:moveTo>
                  <a:lnTo>
                    <a:pt x="7406526" y="100330"/>
                  </a:lnTo>
                  <a:lnTo>
                    <a:pt x="7406526" y="10160"/>
                  </a:lnTo>
                  <a:lnTo>
                    <a:pt x="7299211" y="10160"/>
                  </a:lnTo>
                  <a:lnTo>
                    <a:pt x="7299211" y="291465"/>
                  </a:lnTo>
                  <a:lnTo>
                    <a:pt x="7406526" y="291465"/>
                  </a:lnTo>
                  <a:lnTo>
                    <a:pt x="7406526" y="197485"/>
                  </a:lnTo>
                  <a:lnTo>
                    <a:pt x="7470026" y="197485"/>
                  </a:lnTo>
                  <a:lnTo>
                    <a:pt x="7470026" y="100330"/>
                  </a:lnTo>
                  <a:close/>
                </a:path>
                <a:path w="10678160" h="565785">
                  <a:moveTo>
                    <a:pt x="8181848" y="213995"/>
                  </a:moveTo>
                  <a:lnTo>
                    <a:pt x="8123542" y="185420"/>
                  </a:lnTo>
                  <a:lnTo>
                    <a:pt x="7957693" y="104140"/>
                  </a:lnTo>
                  <a:lnTo>
                    <a:pt x="7966126" y="83413"/>
                  </a:lnTo>
                  <a:lnTo>
                    <a:pt x="7973250" y="62153"/>
                  </a:lnTo>
                  <a:lnTo>
                    <a:pt x="7978940" y="40297"/>
                  </a:lnTo>
                  <a:lnTo>
                    <a:pt x="7983093" y="17780"/>
                  </a:lnTo>
                  <a:lnTo>
                    <a:pt x="7873873" y="1905"/>
                  </a:lnTo>
                  <a:lnTo>
                    <a:pt x="7861516" y="50609"/>
                  </a:lnTo>
                  <a:lnTo>
                    <a:pt x="7840104" y="93891"/>
                  </a:lnTo>
                  <a:lnTo>
                    <a:pt x="7811084" y="131000"/>
                  </a:lnTo>
                  <a:lnTo>
                    <a:pt x="7775905" y="161175"/>
                  </a:lnTo>
                  <a:lnTo>
                    <a:pt x="7736002" y="183667"/>
                  </a:lnTo>
                  <a:lnTo>
                    <a:pt x="7692822" y="197713"/>
                  </a:lnTo>
                  <a:lnTo>
                    <a:pt x="7647813" y="202565"/>
                  </a:lnTo>
                  <a:lnTo>
                    <a:pt x="7647813" y="303530"/>
                  </a:lnTo>
                  <a:lnTo>
                    <a:pt x="7697597" y="300075"/>
                  </a:lnTo>
                  <a:lnTo>
                    <a:pt x="7745577" y="289420"/>
                  </a:lnTo>
                  <a:lnTo>
                    <a:pt x="7791082" y="272097"/>
                  </a:lnTo>
                  <a:lnTo>
                    <a:pt x="7833461" y="248640"/>
                  </a:lnTo>
                  <a:lnTo>
                    <a:pt x="7872069" y="219570"/>
                  </a:lnTo>
                  <a:lnTo>
                    <a:pt x="7906258" y="185420"/>
                  </a:lnTo>
                  <a:lnTo>
                    <a:pt x="8131683" y="304165"/>
                  </a:lnTo>
                  <a:lnTo>
                    <a:pt x="8181848" y="213995"/>
                  </a:lnTo>
                  <a:close/>
                </a:path>
                <a:path w="10678160" h="565785">
                  <a:moveTo>
                    <a:pt x="8183753" y="344170"/>
                  </a:moveTo>
                  <a:lnTo>
                    <a:pt x="7635113" y="344170"/>
                  </a:lnTo>
                  <a:lnTo>
                    <a:pt x="7635113" y="443230"/>
                  </a:lnTo>
                  <a:lnTo>
                    <a:pt x="7854188" y="443230"/>
                  </a:lnTo>
                  <a:lnTo>
                    <a:pt x="7854188" y="565162"/>
                  </a:lnTo>
                  <a:lnTo>
                    <a:pt x="7964678" y="565162"/>
                  </a:lnTo>
                  <a:lnTo>
                    <a:pt x="7964678" y="443230"/>
                  </a:lnTo>
                  <a:lnTo>
                    <a:pt x="8183753" y="443230"/>
                  </a:lnTo>
                  <a:lnTo>
                    <a:pt x="8183753" y="344170"/>
                  </a:lnTo>
                  <a:close/>
                </a:path>
                <a:path w="10678160" h="565785">
                  <a:moveTo>
                    <a:pt x="8661209" y="309880"/>
                  </a:moveTo>
                  <a:lnTo>
                    <a:pt x="8567229" y="309880"/>
                  </a:lnTo>
                  <a:lnTo>
                    <a:pt x="8567229" y="354330"/>
                  </a:lnTo>
                  <a:lnTo>
                    <a:pt x="8567229" y="429260"/>
                  </a:lnTo>
                  <a:lnTo>
                    <a:pt x="8567229" y="475615"/>
                  </a:lnTo>
                  <a:lnTo>
                    <a:pt x="8510714" y="475615"/>
                  </a:lnTo>
                  <a:lnTo>
                    <a:pt x="8510714" y="429260"/>
                  </a:lnTo>
                  <a:lnTo>
                    <a:pt x="8567229" y="429260"/>
                  </a:lnTo>
                  <a:lnTo>
                    <a:pt x="8567229" y="354330"/>
                  </a:lnTo>
                  <a:lnTo>
                    <a:pt x="8510714" y="354330"/>
                  </a:lnTo>
                  <a:lnTo>
                    <a:pt x="8510714" y="309880"/>
                  </a:lnTo>
                  <a:lnTo>
                    <a:pt x="8416734" y="309880"/>
                  </a:lnTo>
                  <a:lnTo>
                    <a:pt x="8416734" y="552462"/>
                  </a:lnTo>
                  <a:lnTo>
                    <a:pt x="8661209" y="552462"/>
                  </a:lnTo>
                  <a:lnTo>
                    <a:pt x="8661209" y="475615"/>
                  </a:lnTo>
                  <a:lnTo>
                    <a:pt x="8661209" y="429260"/>
                  </a:lnTo>
                  <a:lnTo>
                    <a:pt x="8661209" y="354330"/>
                  </a:lnTo>
                  <a:lnTo>
                    <a:pt x="8661209" y="309880"/>
                  </a:lnTo>
                  <a:close/>
                </a:path>
                <a:path w="10678160" h="565785">
                  <a:moveTo>
                    <a:pt x="8899982" y="10160"/>
                  </a:moveTo>
                  <a:lnTo>
                    <a:pt x="8792654" y="10160"/>
                  </a:lnTo>
                  <a:lnTo>
                    <a:pt x="8792654" y="99060"/>
                  </a:lnTo>
                  <a:lnTo>
                    <a:pt x="8708834" y="99060"/>
                  </a:lnTo>
                  <a:lnTo>
                    <a:pt x="8707603" y="97155"/>
                  </a:lnTo>
                  <a:lnTo>
                    <a:pt x="8685022" y="62230"/>
                  </a:lnTo>
                  <a:lnTo>
                    <a:pt x="8648827" y="34455"/>
                  </a:lnTo>
                  <a:lnTo>
                    <a:pt x="8612314" y="20878"/>
                  </a:lnTo>
                  <a:lnTo>
                    <a:pt x="8612314" y="150495"/>
                  </a:lnTo>
                  <a:lnTo>
                    <a:pt x="8607603" y="172491"/>
                  </a:lnTo>
                  <a:lnTo>
                    <a:pt x="8594141" y="189318"/>
                  </a:lnTo>
                  <a:lnTo>
                    <a:pt x="8572944" y="200063"/>
                  </a:lnTo>
                  <a:lnTo>
                    <a:pt x="8545004" y="203835"/>
                  </a:lnTo>
                  <a:lnTo>
                    <a:pt x="8517077" y="200063"/>
                  </a:lnTo>
                  <a:lnTo>
                    <a:pt x="8495881" y="189318"/>
                  </a:lnTo>
                  <a:lnTo>
                    <a:pt x="8482406" y="172491"/>
                  </a:lnTo>
                  <a:lnTo>
                    <a:pt x="8477694" y="150495"/>
                  </a:lnTo>
                  <a:lnTo>
                    <a:pt x="8482406" y="128498"/>
                  </a:lnTo>
                  <a:lnTo>
                    <a:pt x="8495881" y="111683"/>
                  </a:lnTo>
                  <a:lnTo>
                    <a:pt x="8517077" y="100939"/>
                  </a:lnTo>
                  <a:lnTo>
                    <a:pt x="8545004" y="97155"/>
                  </a:lnTo>
                  <a:lnTo>
                    <a:pt x="8572944" y="100939"/>
                  </a:lnTo>
                  <a:lnTo>
                    <a:pt x="8594141" y="111683"/>
                  </a:lnTo>
                  <a:lnTo>
                    <a:pt x="8607603" y="128498"/>
                  </a:lnTo>
                  <a:lnTo>
                    <a:pt x="8612314" y="150495"/>
                  </a:lnTo>
                  <a:lnTo>
                    <a:pt x="8612314" y="20878"/>
                  </a:lnTo>
                  <a:lnTo>
                    <a:pt x="8601685" y="16916"/>
                  </a:lnTo>
                  <a:lnTo>
                    <a:pt x="8545004" y="10795"/>
                  </a:lnTo>
                  <a:lnTo>
                    <a:pt x="8486927" y="17284"/>
                  </a:lnTo>
                  <a:lnTo>
                    <a:pt x="8438782" y="35839"/>
                  </a:lnTo>
                  <a:lnTo>
                    <a:pt x="8402269" y="65112"/>
                  </a:lnTo>
                  <a:lnTo>
                    <a:pt x="8379117" y="103784"/>
                  </a:lnTo>
                  <a:lnTo>
                    <a:pt x="8371014" y="150495"/>
                  </a:lnTo>
                  <a:lnTo>
                    <a:pt x="8379117" y="197459"/>
                  </a:lnTo>
                  <a:lnTo>
                    <a:pt x="8402269" y="236156"/>
                  </a:lnTo>
                  <a:lnTo>
                    <a:pt x="8438782" y="265353"/>
                  </a:lnTo>
                  <a:lnTo>
                    <a:pt x="8486927" y="283781"/>
                  </a:lnTo>
                  <a:lnTo>
                    <a:pt x="8545004" y="290195"/>
                  </a:lnTo>
                  <a:lnTo>
                    <a:pt x="8602599" y="283959"/>
                  </a:lnTo>
                  <a:lnTo>
                    <a:pt x="8650414" y="265988"/>
                  </a:lnTo>
                  <a:lnTo>
                    <a:pt x="8686813" y="237426"/>
                  </a:lnTo>
                  <a:lnTo>
                    <a:pt x="8707387" y="203835"/>
                  </a:lnTo>
                  <a:lnTo>
                    <a:pt x="8710104" y="199390"/>
                  </a:lnTo>
                  <a:lnTo>
                    <a:pt x="8792654" y="199390"/>
                  </a:lnTo>
                  <a:lnTo>
                    <a:pt x="8792654" y="290830"/>
                  </a:lnTo>
                  <a:lnTo>
                    <a:pt x="8899982" y="290830"/>
                  </a:lnTo>
                  <a:lnTo>
                    <a:pt x="8899982" y="199390"/>
                  </a:lnTo>
                  <a:lnTo>
                    <a:pt x="8899982" y="99060"/>
                  </a:lnTo>
                  <a:lnTo>
                    <a:pt x="8899982" y="10160"/>
                  </a:lnTo>
                  <a:close/>
                </a:path>
                <a:path w="10678160" h="565785">
                  <a:moveTo>
                    <a:pt x="8953957" y="482600"/>
                  </a:moveTo>
                  <a:lnTo>
                    <a:pt x="8953170" y="481965"/>
                  </a:lnTo>
                  <a:lnTo>
                    <a:pt x="8852979" y="400050"/>
                  </a:lnTo>
                  <a:lnTo>
                    <a:pt x="8858936" y="380085"/>
                  </a:lnTo>
                  <a:lnTo>
                    <a:pt x="8863457" y="359333"/>
                  </a:lnTo>
                  <a:lnTo>
                    <a:pt x="8866556" y="337997"/>
                  </a:lnTo>
                  <a:lnTo>
                    <a:pt x="8868219" y="316230"/>
                  </a:lnTo>
                  <a:lnTo>
                    <a:pt x="8765984" y="308610"/>
                  </a:lnTo>
                  <a:lnTo>
                    <a:pt x="8757361" y="364731"/>
                  </a:lnTo>
                  <a:lnTo>
                    <a:pt x="8737892" y="411327"/>
                  </a:lnTo>
                  <a:lnTo>
                    <a:pt x="8710092" y="444347"/>
                  </a:lnTo>
                  <a:lnTo>
                    <a:pt x="8676449" y="459740"/>
                  </a:lnTo>
                  <a:lnTo>
                    <a:pt x="8676449" y="552462"/>
                  </a:lnTo>
                  <a:lnTo>
                    <a:pt x="8715680" y="546798"/>
                  </a:lnTo>
                  <a:lnTo>
                    <a:pt x="8751227" y="532460"/>
                  </a:lnTo>
                  <a:lnTo>
                    <a:pt x="8782723" y="510489"/>
                  </a:lnTo>
                  <a:lnTo>
                    <a:pt x="8809799" y="481965"/>
                  </a:lnTo>
                  <a:lnTo>
                    <a:pt x="8889174" y="553732"/>
                  </a:lnTo>
                  <a:lnTo>
                    <a:pt x="8953957" y="482600"/>
                  </a:lnTo>
                  <a:close/>
                </a:path>
                <a:path w="10678160" h="565785">
                  <a:moveTo>
                    <a:pt x="9484817" y="193675"/>
                  </a:moveTo>
                  <a:lnTo>
                    <a:pt x="9480232" y="155359"/>
                  </a:lnTo>
                  <a:lnTo>
                    <a:pt x="9466859" y="120688"/>
                  </a:lnTo>
                  <a:lnTo>
                    <a:pt x="9460535" y="111760"/>
                  </a:lnTo>
                  <a:lnTo>
                    <a:pt x="9445231" y="90144"/>
                  </a:lnTo>
                  <a:lnTo>
                    <a:pt x="9415920" y="64135"/>
                  </a:lnTo>
                  <a:lnTo>
                    <a:pt x="9379458" y="43141"/>
                  </a:lnTo>
                  <a:lnTo>
                    <a:pt x="9371152" y="40144"/>
                  </a:lnTo>
                  <a:lnTo>
                    <a:pt x="9371152" y="193675"/>
                  </a:lnTo>
                  <a:lnTo>
                    <a:pt x="9361043" y="227101"/>
                  </a:lnTo>
                  <a:lnTo>
                    <a:pt x="9332646" y="252971"/>
                  </a:lnTo>
                  <a:lnTo>
                    <a:pt x="9288907" y="269671"/>
                  </a:lnTo>
                  <a:lnTo>
                    <a:pt x="9232722" y="275590"/>
                  </a:lnTo>
                  <a:lnTo>
                    <a:pt x="9176525" y="269671"/>
                  </a:lnTo>
                  <a:lnTo>
                    <a:pt x="9132786" y="252971"/>
                  </a:lnTo>
                  <a:lnTo>
                    <a:pt x="9104401" y="227101"/>
                  </a:lnTo>
                  <a:lnTo>
                    <a:pt x="9094292" y="193675"/>
                  </a:lnTo>
                  <a:lnTo>
                    <a:pt x="9104401" y="160248"/>
                  </a:lnTo>
                  <a:lnTo>
                    <a:pt x="9132786" y="134391"/>
                  </a:lnTo>
                  <a:lnTo>
                    <a:pt x="9176525" y="117690"/>
                  </a:lnTo>
                  <a:lnTo>
                    <a:pt x="9232722" y="111760"/>
                  </a:lnTo>
                  <a:lnTo>
                    <a:pt x="9288907" y="117690"/>
                  </a:lnTo>
                  <a:lnTo>
                    <a:pt x="9332646" y="134391"/>
                  </a:lnTo>
                  <a:lnTo>
                    <a:pt x="9361043" y="160248"/>
                  </a:lnTo>
                  <a:lnTo>
                    <a:pt x="9371152" y="193675"/>
                  </a:lnTo>
                  <a:lnTo>
                    <a:pt x="9371152" y="40144"/>
                  </a:lnTo>
                  <a:lnTo>
                    <a:pt x="9336405" y="27584"/>
                  </a:lnTo>
                  <a:lnTo>
                    <a:pt x="9287307" y="17932"/>
                  </a:lnTo>
                  <a:lnTo>
                    <a:pt x="9232722" y="14605"/>
                  </a:lnTo>
                  <a:lnTo>
                    <a:pt x="9178125" y="17932"/>
                  </a:lnTo>
                  <a:lnTo>
                    <a:pt x="9129039" y="27584"/>
                  </a:lnTo>
                  <a:lnTo>
                    <a:pt x="9085974" y="43141"/>
                  </a:lnTo>
                  <a:lnTo>
                    <a:pt x="9049525" y="64135"/>
                  </a:lnTo>
                  <a:lnTo>
                    <a:pt x="9020200" y="90144"/>
                  </a:lnTo>
                  <a:lnTo>
                    <a:pt x="8985199" y="155359"/>
                  </a:lnTo>
                  <a:lnTo>
                    <a:pt x="8980627" y="193675"/>
                  </a:lnTo>
                  <a:lnTo>
                    <a:pt x="8985199" y="232003"/>
                  </a:lnTo>
                  <a:lnTo>
                    <a:pt x="9020200" y="297218"/>
                  </a:lnTo>
                  <a:lnTo>
                    <a:pt x="9049525" y="323215"/>
                  </a:lnTo>
                  <a:lnTo>
                    <a:pt x="9085974" y="344220"/>
                  </a:lnTo>
                  <a:lnTo>
                    <a:pt x="9129039" y="359778"/>
                  </a:lnTo>
                  <a:lnTo>
                    <a:pt x="9178125" y="369430"/>
                  </a:lnTo>
                  <a:lnTo>
                    <a:pt x="9232722" y="372745"/>
                  </a:lnTo>
                  <a:lnTo>
                    <a:pt x="9287307" y="369430"/>
                  </a:lnTo>
                  <a:lnTo>
                    <a:pt x="9336405" y="359778"/>
                  </a:lnTo>
                  <a:lnTo>
                    <a:pt x="9379458" y="344220"/>
                  </a:lnTo>
                  <a:lnTo>
                    <a:pt x="9415920" y="323215"/>
                  </a:lnTo>
                  <a:lnTo>
                    <a:pt x="9445231" y="297218"/>
                  </a:lnTo>
                  <a:lnTo>
                    <a:pt x="9460535" y="275590"/>
                  </a:lnTo>
                  <a:lnTo>
                    <a:pt x="9466859" y="266661"/>
                  </a:lnTo>
                  <a:lnTo>
                    <a:pt x="9480232" y="232003"/>
                  </a:lnTo>
                  <a:lnTo>
                    <a:pt x="9484817" y="193675"/>
                  </a:lnTo>
                  <a:close/>
                </a:path>
                <a:path w="10678160" h="565785">
                  <a:moveTo>
                    <a:pt x="9507042" y="433070"/>
                  </a:moveTo>
                  <a:lnTo>
                    <a:pt x="8958402" y="433070"/>
                  </a:lnTo>
                  <a:lnTo>
                    <a:pt x="8958402" y="533412"/>
                  </a:lnTo>
                  <a:lnTo>
                    <a:pt x="9507042" y="533412"/>
                  </a:lnTo>
                  <a:lnTo>
                    <a:pt x="9507042" y="433070"/>
                  </a:lnTo>
                  <a:close/>
                </a:path>
                <a:path w="10678160" h="565785">
                  <a:moveTo>
                    <a:pt x="10062667" y="23444"/>
                  </a:moveTo>
                  <a:lnTo>
                    <a:pt x="9955987" y="23444"/>
                  </a:lnTo>
                  <a:lnTo>
                    <a:pt x="9955987" y="123774"/>
                  </a:lnTo>
                  <a:lnTo>
                    <a:pt x="9955987" y="258394"/>
                  </a:lnTo>
                  <a:lnTo>
                    <a:pt x="9680397" y="258394"/>
                  </a:lnTo>
                  <a:lnTo>
                    <a:pt x="9680397" y="123774"/>
                  </a:lnTo>
                  <a:lnTo>
                    <a:pt x="9955987" y="123774"/>
                  </a:lnTo>
                  <a:lnTo>
                    <a:pt x="9955987" y="23444"/>
                  </a:lnTo>
                  <a:lnTo>
                    <a:pt x="9573717" y="23444"/>
                  </a:lnTo>
                  <a:lnTo>
                    <a:pt x="9573717" y="123774"/>
                  </a:lnTo>
                  <a:lnTo>
                    <a:pt x="9573717" y="258394"/>
                  </a:lnTo>
                  <a:lnTo>
                    <a:pt x="9573717" y="358724"/>
                  </a:lnTo>
                  <a:lnTo>
                    <a:pt x="10062667" y="358724"/>
                  </a:lnTo>
                  <a:lnTo>
                    <a:pt x="10062667" y="258445"/>
                  </a:lnTo>
                  <a:lnTo>
                    <a:pt x="10062667" y="123774"/>
                  </a:lnTo>
                  <a:lnTo>
                    <a:pt x="10062667" y="123190"/>
                  </a:lnTo>
                  <a:lnTo>
                    <a:pt x="10062667" y="23444"/>
                  </a:lnTo>
                  <a:close/>
                </a:path>
                <a:path w="10678160" h="565785">
                  <a:moveTo>
                    <a:pt x="10092512" y="433070"/>
                  </a:moveTo>
                  <a:lnTo>
                    <a:pt x="9543872" y="433070"/>
                  </a:lnTo>
                  <a:lnTo>
                    <a:pt x="9543872" y="533412"/>
                  </a:lnTo>
                  <a:lnTo>
                    <a:pt x="10092512" y="533412"/>
                  </a:lnTo>
                  <a:lnTo>
                    <a:pt x="10092512" y="433070"/>
                  </a:lnTo>
                  <a:close/>
                </a:path>
                <a:path w="10678160" h="565785">
                  <a:moveTo>
                    <a:pt x="10677982" y="436194"/>
                  </a:moveTo>
                  <a:lnTo>
                    <a:pt x="10458272" y="436194"/>
                  </a:lnTo>
                  <a:lnTo>
                    <a:pt x="10458272" y="375234"/>
                  </a:lnTo>
                  <a:lnTo>
                    <a:pt x="10654487" y="375234"/>
                  </a:lnTo>
                  <a:lnTo>
                    <a:pt x="10654487" y="281254"/>
                  </a:lnTo>
                  <a:lnTo>
                    <a:pt x="10265867" y="281254"/>
                  </a:lnTo>
                  <a:lnTo>
                    <a:pt x="10265867" y="243154"/>
                  </a:lnTo>
                  <a:lnTo>
                    <a:pt x="10648137" y="243154"/>
                  </a:lnTo>
                  <a:lnTo>
                    <a:pt x="10648137" y="154254"/>
                  </a:lnTo>
                  <a:lnTo>
                    <a:pt x="10648137" y="117424"/>
                  </a:lnTo>
                  <a:lnTo>
                    <a:pt x="10648137" y="23444"/>
                  </a:lnTo>
                  <a:lnTo>
                    <a:pt x="10158552" y="23444"/>
                  </a:lnTo>
                  <a:lnTo>
                    <a:pt x="10158552" y="117424"/>
                  </a:lnTo>
                  <a:lnTo>
                    <a:pt x="10542092" y="117424"/>
                  </a:lnTo>
                  <a:lnTo>
                    <a:pt x="10542092" y="154254"/>
                  </a:lnTo>
                  <a:lnTo>
                    <a:pt x="10159822" y="154254"/>
                  </a:lnTo>
                  <a:lnTo>
                    <a:pt x="10159822" y="243154"/>
                  </a:lnTo>
                  <a:lnTo>
                    <a:pt x="10159822" y="281254"/>
                  </a:lnTo>
                  <a:lnTo>
                    <a:pt x="10159822" y="375234"/>
                  </a:lnTo>
                  <a:lnTo>
                    <a:pt x="10349052" y="375234"/>
                  </a:lnTo>
                  <a:lnTo>
                    <a:pt x="10349052" y="436194"/>
                  </a:lnTo>
                  <a:lnTo>
                    <a:pt x="10129342" y="436194"/>
                  </a:lnTo>
                  <a:lnTo>
                    <a:pt x="10129342" y="533984"/>
                  </a:lnTo>
                  <a:lnTo>
                    <a:pt x="10677982" y="533984"/>
                  </a:lnTo>
                  <a:lnTo>
                    <a:pt x="10677982" y="436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866504" y="5214886"/>
              <a:ext cx="10668635" cy="565150"/>
            </a:xfrm>
            <a:custGeom>
              <a:avLst/>
              <a:gdLst/>
              <a:ahLst/>
              <a:cxnLst/>
              <a:rect l="l" t="t" r="r" b="b"/>
              <a:pathLst>
                <a:path w="10668635" h="565150">
                  <a:moveTo>
                    <a:pt x="517525" y="9525"/>
                  </a:moveTo>
                  <a:lnTo>
                    <a:pt x="410210" y="9525"/>
                  </a:lnTo>
                  <a:lnTo>
                    <a:pt x="410210" y="112395"/>
                  </a:lnTo>
                  <a:lnTo>
                    <a:pt x="354330" y="112395"/>
                  </a:lnTo>
                  <a:lnTo>
                    <a:pt x="354330" y="50165"/>
                  </a:lnTo>
                  <a:lnTo>
                    <a:pt x="234950" y="50165"/>
                  </a:lnTo>
                  <a:lnTo>
                    <a:pt x="234950" y="0"/>
                  </a:lnTo>
                  <a:lnTo>
                    <a:pt x="125730" y="0"/>
                  </a:lnTo>
                  <a:lnTo>
                    <a:pt x="125730" y="50165"/>
                  </a:lnTo>
                  <a:lnTo>
                    <a:pt x="6350" y="50165"/>
                  </a:lnTo>
                  <a:lnTo>
                    <a:pt x="6350" y="136525"/>
                  </a:lnTo>
                  <a:lnTo>
                    <a:pt x="123190" y="136525"/>
                  </a:lnTo>
                  <a:lnTo>
                    <a:pt x="106616" y="173024"/>
                  </a:lnTo>
                  <a:lnTo>
                    <a:pt x="80175" y="204152"/>
                  </a:lnTo>
                  <a:lnTo>
                    <a:pt x="44424" y="226720"/>
                  </a:lnTo>
                  <a:lnTo>
                    <a:pt x="0" y="237490"/>
                  </a:lnTo>
                  <a:lnTo>
                    <a:pt x="0" y="327660"/>
                  </a:lnTo>
                  <a:lnTo>
                    <a:pt x="52870" y="320459"/>
                  </a:lnTo>
                  <a:lnTo>
                    <a:pt x="100495" y="302895"/>
                  </a:lnTo>
                  <a:lnTo>
                    <a:pt x="142163" y="276771"/>
                  </a:lnTo>
                  <a:lnTo>
                    <a:pt x="177165" y="243840"/>
                  </a:lnTo>
                  <a:lnTo>
                    <a:pt x="321945" y="323850"/>
                  </a:lnTo>
                  <a:lnTo>
                    <a:pt x="370205" y="245110"/>
                  </a:lnTo>
                  <a:lnTo>
                    <a:pt x="367855" y="243840"/>
                  </a:lnTo>
                  <a:lnTo>
                    <a:pt x="224155" y="166370"/>
                  </a:lnTo>
                  <a:lnTo>
                    <a:pt x="226796" y="159118"/>
                  </a:lnTo>
                  <a:lnTo>
                    <a:pt x="229082" y="151688"/>
                  </a:lnTo>
                  <a:lnTo>
                    <a:pt x="231127" y="144145"/>
                  </a:lnTo>
                  <a:lnTo>
                    <a:pt x="233045" y="136525"/>
                  </a:lnTo>
                  <a:lnTo>
                    <a:pt x="339090" y="136525"/>
                  </a:lnTo>
                  <a:lnTo>
                    <a:pt x="339090" y="207645"/>
                  </a:lnTo>
                  <a:lnTo>
                    <a:pt x="410210" y="207645"/>
                  </a:lnTo>
                  <a:lnTo>
                    <a:pt x="410210" y="331470"/>
                  </a:lnTo>
                  <a:lnTo>
                    <a:pt x="517525" y="331470"/>
                  </a:lnTo>
                  <a:lnTo>
                    <a:pt x="517525" y="112395"/>
                  </a:lnTo>
                  <a:lnTo>
                    <a:pt x="517525" y="9525"/>
                  </a:lnTo>
                  <a:close/>
                </a:path>
                <a:path w="10668635" h="565150">
                  <a:moveTo>
                    <a:pt x="522605" y="448310"/>
                  </a:moveTo>
                  <a:lnTo>
                    <a:pt x="517017" y="420370"/>
                  </a:lnTo>
                  <a:lnTo>
                    <a:pt x="516153" y="416039"/>
                  </a:lnTo>
                  <a:lnTo>
                    <a:pt x="497725" y="390156"/>
                  </a:lnTo>
                  <a:lnTo>
                    <a:pt x="468718" y="370154"/>
                  </a:lnTo>
                  <a:lnTo>
                    <a:pt x="430542" y="355511"/>
                  </a:lnTo>
                  <a:lnTo>
                    <a:pt x="407670" y="350634"/>
                  </a:lnTo>
                  <a:lnTo>
                    <a:pt x="407670" y="448310"/>
                  </a:lnTo>
                  <a:lnTo>
                    <a:pt x="397294" y="462064"/>
                  </a:lnTo>
                  <a:lnTo>
                    <a:pt x="368935" y="470623"/>
                  </a:lnTo>
                  <a:lnTo>
                    <a:pt x="326771" y="475018"/>
                  </a:lnTo>
                  <a:lnTo>
                    <a:pt x="274955" y="476250"/>
                  </a:lnTo>
                  <a:lnTo>
                    <a:pt x="223139" y="475018"/>
                  </a:lnTo>
                  <a:lnTo>
                    <a:pt x="180975" y="470623"/>
                  </a:lnTo>
                  <a:lnTo>
                    <a:pt x="152615" y="462064"/>
                  </a:lnTo>
                  <a:lnTo>
                    <a:pt x="142240" y="448310"/>
                  </a:lnTo>
                  <a:lnTo>
                    <a:pt x="152615" y="434848"/>
                  </a:lnTo>
                  <a:lnTo>
                    <a:pt x="180975" y="426250"/>
                  </a:lnTo>
                  <a:lnTo>
                    <a:pt x="223139" y="421703"/>
                  </a:lnTo>
                  <a:lnTo>
                    <a:pt x="274955" y="420370"/>
                  </a:lnTo>
                  <a:lnTo>
                    <a:pt x="326771" y="421703"/>
                  </a:lnTo>
                  <a:lnTo>
                    <a:pt x="368935" y="426250"/>
                  </a:lnTo>
                  <a:lnTo>
                    <a:pt x="397294" y="434848"/>
                  </a:lnTo>
                  <a:lnTo>
                    <a:pt x="407670" y="448310"/>
                  </a:lnTo>
                  <a:lnTo>
                    <a:pt x="407670" y="350634"/>
                  </a:lnTo>
                  <a:lnTo>
                    <a:pt x="384594" y="345694"/>
                  </a:lnTo>
                  <a:lnTo>
                    <a:pt x="332257" y="340182"/>
                  </a:lnTo>
                  <a:lnTo>
                    <a:pt x="274955" y="338455"/>
                  </a:lnTo>
                  <a:lnTo>
                    <a:pt x="217652" y="340182"/>
                  </a:lnTo>
                  <a:lnTo>
                    <a:pt x="165315" y="345694"/>
                  </a:lnTo>
                  <a:lnTo>
                    <a:pt x="119367" y="355511"/>
                  </a:lnTo>
                  <a:lnTo>
                    <a:pt x="81191" y="370154"/>
                  </a:lnTo>
                  <a:lnTo>
                    <a:pt x="33756" y="416039"/>
                  </a:lnTo>
                  <a:lnTo>
                    <a:pt x="27305" y="448310"/>
                  </a:lnTo>
                  <a:lnTo>
                    <a:pt x="33756" y="480593"/>
                  </a:lnTo>
                  <a:lnTo>
                    <a:pt x="81191" y="526478"/>
                  </a:lnTo>
                  <a:lnTo>
                    <a:pt x="119367" y="541121"/>
                  </a:lnTo>
                  <a:lnTo>
                    <a:pt x="165315" y="550938"/>
                  </a:lnTo>
                  <a:lnTo>
                    <a:pt x="217652" y="556450"/>
                  </a:lnTo>
                  <a:lnTo>
                    <a:pt x="274955" y="558177"/>
                  </a:lnTo>
                  <a:lnTo>
                    <a:pt x="332257" y="556450"/>
                  </a:lnTo>
                  <a:lnTo>
                    <a:pt x="384594" y="550938"/>
                  </a:lnTo>
                  <a:lnTo>
                    <a:pt x="430542" y="541121"/>
                  </a:lnTo>
                  <a:lnTo>
                    <a:pt x="468718" y="526478"/>
                  </a:lnTo>
                  <a:lnTo>
                    <a:pt x="516153" y="480593"/>
                  </a:lnTo>
                  <a:lnTo>
                    <a:pt x="517017" y="476250"/>
                  </a:lnTo>
                  <a:lnTo>
                    <a:pt x="522605" y="448310"/>
                  </a:lnTo>
                  <a:close/>
                </a:path>
                <a:path w="10668635" h="565150">
                  <a:moveTo>
                    <a:pt x="908685" y="15875"/>
                  </a:moveTo>
                  <a:lnTo>
                    <a:pt x="585470" y="15875"/>
                  </a:lnTo>
                  <a:lnTo>
                    <a:pt x="585470" y="107315"/>
                  </a:lnTo>
                  <a:lnTo>
                    <a:pt x="799465" y="107315"/>
                  </a:lnTo>
                  <a:lnTo>
                    <a:pt x="799465" y="115570"/>
                  </a:lnTo>
                  <a:lnTo>
                    <a:pt x="772629" y="176936"/>
                  </a:lnTo>
                  <a:lnTo>
                    <a:pt x="740816" y="199072"/>
                  </a:lnTo>
                  <a:lnTo>
                    <a:pt x="698246" y="215290"/>
                  </a:lnTo>
                  <a:lnTo>
                    <a:pt x="646087" y="225412"/>
                  </a:lnTo>
                  <a:lnTo>
                    <a:pt x="585470" y="229235"/>
                  </a:lnTo>
                  <a:lnTo>
                    <a:pt x="585470" y="322580"/>
                  </a:lnTo>
                  <a:lnTo>
                    <a:pt x="639889" y="320484"/>
                  </a:lnTo>
                  <a:lnTo>
                    <a:pt x="690778" y="314121"/>
                  </a:lnTo>
                  <a:lnTo>
                    <a:pt x="737616" y="303352"/>
                  </a:lnTo>
                  <a:lnTo>
                    <a:pt x="779894" y="288061"/>
                  </a:lnTo>
                  <a:lnTo>
                    <a:pt x="817092" y="268135"/>
                  </a:lnTo>
                  <a:lnTo>
                    <a:pt x="848690" y="243446"/>
                  </a:lnTo>
                  <a:lnTo>
                    <a:pt x="874153" y="213868"/>
                  </a:lnTo>
                  <a:lnTo>
                    <a:pt x="893000" y="179285"/>
                  </a:lnTo>
                  <a:lnTo>
                    <a:pt x="904684" y="139573"/>
                  </a:lnTo>
                  <a:lnTo>
                    <a:pt x="908685" y="94615"/>
                  </a:lnTo>
                  <a:lnTo>
                    <a:pt x="908685" y="15875"/>
                  </a:lnTo>
                  <a:close/>
                </a:path>
                <a:path w="10668635" h="565150">
                  <a:moveTo>
                    <a:pt x="1085215" y="351155"/>
                  </a:moveTo>
                  <a:lnTo>
                    <a:pt x="603885" y="351155"/>
                  </a:lnTo>
                  <a:lnTo>
                    <a:pt x="603885" y="443230"/>
                  </a:lnTo>
                  <a:lnTo>
                    <a:pt x="975995" y="443230"/>
                  </a:lnTo>
                  <a:lnTo>
                    <a:pt x="975995" y="558177"/>
                  </a:lnTo>
                  <a:lnTo>
                    <a:pt x="1085215" y="558177"/>
                  </a:lnTo>
                  <a:lnTo>
                    <a:pt x="1085215" y="351155"/>
                  </a:lnTo>
                  <a:close/>
                </a:path>
                <a:path w="10668635" h="565150">
                  <a:moveTo>
                    <a:pt x="1148715" y="108585"/>
                  </a:moveTo>
                  <a:lnTo>
                    <a:pt x="1085215" y="108585"/>
                  </a:lnTo>
                  <a:lnTo>
                    <a:pt x="1085215" y="9525"/>
                  </a:lnTo>
                  <a:lnTo>
                    <a:pt x="977900" y="9525"/>
                  </a:lnTo>
                  <a:lnTo>
                    <a:pt x="977900" y="332105"/>
                  </a:lnTo>
                  <a:lnTo>
                    <a:pt x="1085215" y="332105"/>
                  </a:lnTo>
                  <a:lnTo>
                    <a:pt x="1085215" y="212725"/>
                  </a:lnTo>
                  <a:lnTo>
                    <a:pt x="1148715" y="212725"/>
                  </a:lnTo>
                  <a:lnTo>
                    <a:pt x="1148715" y="108585"/>
                  </a:lnTo>
                  <a:close/>
                </a:path>
                <a:path w="10668635" h="565150">
                  <a:moveTo>
                    <a:pt x="1692173" y="213995"/>
                  </a:moveTo>
                  <a:lnTo>
                    <a:pt x="1549933" y="135255"/>
                  </a:lnTo>
                  <a:lnTo>
                    <a:pt x="1551800" y="127635"/>
                  </a:lnTo>
                  <a:lnTo>
                    <a:pt x="1553502" y="120015"/>
                  </a:lnTo>
                  <a:lnTo>
                    <a:pt x="1554835" y="112395"/>
                  </a:lnTo>
                  <a:lnTo>
                    <a:pt x="1555648" y="104775"/>
                  </a:lnTo>
                  <a:lnTo>
                    <a:pt x="1673123" y="104775"/>
                  </a:lnTo>
                  <a:lnTo>
                    <a:pt x="1673123" y="15875"/>
                  </a:lnTo>
                  <a:lnTo>
                    <a:pt x="1327683" y="15875"/>
                  </a:lnTo>
                  <a:lnTo>
                    <a:pt x="1327683" y="104775"/>
                  </a:lnTo>
                  <a:lnTo>
                    <a:pt x="1447063" y="104775"/>
                  </a:lnTo>
                  <a:lnTo>
                    <a:pt x="1432483" y="142506"/>
                  </a:lnTo>
                  <a:lnTo>
                    <a:pt x="1405699" y="175666"/>
                  </a:lnTo>
                  <a:lnTo>
                    <a:pt x="1367853" y="199885"/>
                  </a:lnTo>
                  <a:lnTo>
                    <a:pt x="1320063" y="210820"/>
                  </a:lnTo>
                  <a:lnTo>
                    <a:pt x="1320063" y="304800"/>
                  </a:lnTo>
                  <a:lnTo>
                    <a:pt x="1376553" y="297065"/>
                  </a:lnTo>
                  <a:lnTo>
                    <a:pt x="1427213" y="278130"/>
                  </a:lnTo>
                  <a:lnTo>
                    <a:pt x="1470964" y="250151"/>
                  </a:lnTo>
                  <a:lnTo>
                    <a:pt x="1506753" y="215265"/>
                  </a:lnTo>
                  <a:lnTo>
                    <a:pt x="1642008" y="293370"/>
                  </a:lnTo>
                  <a:lnTo>
                    <a:pt x="1691360" y="215265"/>
                  </a:lnTo>
                  <a:lnTo>
                    <a:pt x="1692173" y="213995"/>
                  </a:lnTo>
                  <a:close/>
                </a:path>
                <a:path w="10668635" h="565150">
                  <a:moveTo>
                    <a:pt x="1828063" y="436880"/>
                  </a:moveTo>
                  <a:lnTo>
                    <a:pt x="1803476" y="373405"/>
                  </a:lnTo>
                  <a:lnTo>
                    <a:pt x="1737118" y="334949"/>
                  </a:lnTo>
                  <a:lnTo>
                    <a:pt x="1712493" y="328942"/>
                  </a:lnTo>
                  <a:lnTo>
                    <a:pt x="1712493" y="436880"/>
                  </a:lnTo>
                  <a:lnTo>
                    <a:pt x="1702435" y="453428"/>
                  </a:lnTo>
                  <a:lnTo>
                    <a:pt x="1674939" y="464426"/>
                  </a:lnTo>
                  <a:lnTo>
                    <a:pt x="1633994" y="470547"/>
                  </a:lnTo>
                  <a:lnTo>
                    <a:pt x="1583588" y="472440"/>
                  </a:lnTo>
                  <a:lnTo>
                    <a:pt x="1533169" y="470547"/>
                  </a:lnTo>
                  <a:lnTo>
                    <a:pt x="1492224" y="464426"/>
                  </a:lnTo>
                  <a:lnTo>
                    <a:pt x="1464729" y="453428"/>
                  </a:lnTo>
                  <a:lnTo>
                    <a:pt x="1454683" y="436880"/>
                  </a:lnTo>
                  <a:lnTo>
                    <a:pt x="1464729" y="420611"/>
                  </a:lnTo>
                  <a:lnTo>
                    <a:pt x="1492224" y="409575"/>
                  </a:lnTo>
                  <a:lnTo>
                    <a:pt x="1533169" y="403313"/>
                  </a:lnTo>
                  <a:lnTo>
                    <a:pt x="1583588" y="401320"/>
                  </a:lnTo>
                  <a:lnTo>
                    <a:pt x="1633994" y="403313"/>
                  </a:lnTo>
                  <a:lnTo>
                    <a:pt x="1674939" y="409575"/>
                  </a:lnTo>
                  <a:lnTo>
                    <a:pt x="1702435" y="420611"/>
                  </a:lnTo>
                  <a:lnTo>
                    <a:pt x="1712493" y="436880"/>
                  </a:lnTo>
                  <a:lnTo>
                    <a:pt x="1712493" y="328942"/>
                  </a:lnTo>
                  <a:lnTo>
                    <a:pt x="1691754" y="323875"/>
                  </a:lnTo>
                  <a:lnTo>
                    <a:pt x="1640116" y="317588"/>
                  </a:lnTo>
                  <a:lnTo>
                    <a:pt x="1583588" y="315595"/>
                  </a:lnTo>
                  <a:lnTo>
                    <a:pt x="1527048" y="317588"/>
                  </a:lnTo>
                  <a:lnTo>
                    <a:pt x="1475409" y="323875"/>
                  </a:lnTo>
                  <a:lnTo>
                    <a:pt x="1430045" y="334949"/>
                  </a:lnTo>
                  <a:lnTo>
                    <a:pt x="1392339" y="351294"/>
                  </a:lnTo>
                  <a:lnTo>
                    <a:pt x="1345488" y="401777"/>
                  </a:lnTo>
                  <a:lnTo>
                    <a:pt x="1339113" y="436880"/>
                  </a:lnTo>
                  <a:lnTo>
                    <a:pt x="1345488" y="471995"/>
                  </a:lnTo>
                  <a:lnTo>
                    <a:pt x="1392339" y="522478"/>
                  </a:lnTo>
                  <a:lnTo>
                    <a:pt x="1430045" y="538822"/>
                  </a:lnTo>
                  <a:lnTo>
                    <a:pt x="1475409" y="549897"/>
                  </a:lnTo>
                  <a:lnTo>
                    <a:pt x="1527048" y="556183"/>
                  </a:lnTo>
                  <a:lnTo>
                    <a:pt x="1583588" y="558177"/>
                  </a:lnTo>
                  <a:lnTo>
                    <a:pt x="1640116" y="556183"/>
                  </a:lnTo>
                  <a:lnTo>
                    <a:pt x="1691754" y="549897"/>
                  </a:lnTo>
                  <a:lnTo>
                    <a:pt x="1737118" y="538822"/>
                  </a:lnTo>
                  <a:lnTo>
                    <a:pt x="1774825" y="522478"/>
                  </a:lnTo>
                  <a:lnTo>
                    <a:pt x="1821395" y="472440"/>
                  </a:lnTo>
                  <a:lnTo>
                    <a:pt x="1821688" y="471995"/>
                  </a:lnTo>
                  <a:lnTo>
                    <a:pt x="1828063" y="436880"/>
                  </a:lnTo>
                  <a:close/>
                </a:path>
                <a:path w="10668635" h="565150">
                  <a:moveTo>
                    <a:pt x="1886483" y="92710"/>
                  </a:moveTo>
                  <a:lnTo>
                    <a:pt x="1822983" y="92710"/>
                  </a:lnTo>
                  <a:lnTo>
                    <a:pt x="1822983" y="9525"/>
                  </a:lnTo>
                  <a:lnTo>
                    <a:pt x="1715668" y="9525"/>
                  </a:lnTo>
                  <a:lnTo>
                    <a:pt x="1715668" y="307975"/>
                  </a:lnTo>
                  <a:lnTo>
                    <a:pt x="1822983" y="307975"/>
                  </a:lnTo>
                  <a:lnTo>
                    <a:pt x="1822983" y="194945"/>
                  </a:lnTo>
                  <a:lnTo>
                    <a:pt x="1886483" y="194945"/>
                  </a:lnTo>
                  <a:lnTo>
                    <a:pt x="1886483" y="92710"/>
                  </a:lnTo>
                  <a:close/>
                </a:path>
                <a:path w="10668635" h="565150">
                  <a:moveTo>
                    <a:pt x="2164613" y="274320"/>
                  </a:moveTo>
                  <a:lnTo>
                    <a:pt x="2161743" y="201701"/>
                  </a:lnTo>
                  <a:lnTo>
                    <a:pt x="2153297" y="142278"/>
                  </a:lnTo>
                  <a:lnTo>
                    <a:pt x="2144674" y="113030"/>
                  </a:lnTo>
                  <a:lnTo>
                    <a:pt x="2139365" y="95021"/>
                  </a:lnTo>
                  <a:lnTo>
                    <a:pt x="2120125" y="59410"/>
                  </a:lnTo>
                  <a:lnTo>
                    <a:pt x="2095690" y="34798"/>
                  </a:lnTo>
                  <a:lnTo>
                    <a:pt x="2066239" y="20497"/>
                  </a:lnTo>
                  <a:lnTo>
                    <a:pt x="2064918" y="20320"/>
                  </a:lnTo>
                  <a:lnTo>
                    <a:pt x="2064918" y="274320"/>
                  </a:lnTo>
                  <a:lnTo>
                    <a:pt x="2063153" y="346938"/>
                  </a:lnTo>
                  <a:lnTo>
                    <a:pt x="2057450" y="397116"/>
                  </a:lnTo>
                  <a:lnTo>
                    <a:pt x="2047240" y="426224"/>
                  </a:lnTo>
                  <a:lnTo>
                    <a:pt x="2031898" y="435610"/>
                  </a:lnTo>
                  <a:lnTo>
                    <a:pt x="2016556" y="426224"/>
                  </a:lnTo>
                  <a:lnTo>
                    <a:pt x="2006333" y="397116"/>
                  </a:lnTo>
                  <a:lnTo>
                    <a:pt x="2000643" y="346938"/>
                  </a:lnTo>
                  <a:lnTo>
                    <a:pt x="1998878" y="274320"/>
                  </a:lnTo>
                  <a:lnTo>
                    <a:pt x="2000643" y="201701"/>
                  </a:lnTo>
                  <a:lnTo>
                    <a:pt x="2006333" y="151536"/>
                  </a:lnTo>
                  <a:lnTo>
                    <a:pt x="2016556" y="122428"/>
                  </a:lnTo>
                  <a:lnTo>
                    <a:pt x="2031898" y="113030"/>
                  </a:lnTo>
                  <a:lnTo>
                    <a:pt x="2047240" y="122428"/>
                  </a:lnTo>
                  <a:lnTo>
                    <a:pt x="2057450" y="151536"/>
                  </a:lnTo>
                  <a:lnTo>
                    <a:pt x="2063153" y="201701"/>
                  </a:lnTo>
                  <a:lnTo>
                    <a:pt x="2064918" y="274320"/>
                  </a:lnTo>
                  <a:lnTo>
                    <a:pt x="2064918" y="20320"/>
                  </a:lnTo>
                  <a:lnTo>
                    <a:pt x="1997557" y="20497"/>
                  </a:lnTo>
                  <a:lnTo>
                    <a:pt x="1943671" y="59410"/>
                  </a:lnTo>
                  <a:lnTo>
                    <a:pt x="1924418" y="95021"/>
                  </a:lnTo>
                  <a:lnTo>
                    <a:pt x="1910499" y="142278"/>
                  </a:lnTo>
                  <a:lnTo>
                    <a:pt x="1902053" y="201701"/>
                  </a:lnTo>
                  <a:lnTo>
                    <a:pt x="1899183" y="274320"/>
                  </a:lnTo>
                  <a:lnTo>
                    <a:pt x="1902028" y="346938"/>
                  </a:lnTo>
                  <a:lnTo>
                    <a:pt x="1910499" y="406654"/>
                  </a:lnTo>
                  <a:lnTo>
                    <a:pt x="1924418" y="453885"/>
                  </a:lnTo>
                  <a:lnTo>
                    <a:pt x="1943671" y="489432"/>
                  </a:lnTo>
                  <a:lnTo>
                    <a:pt x="1997557" y="528180"/>
                  </a:lnTo>
                  <a:lnTo>
                    <a:pt x="2031898" y="532777"/>
                  </a:lnTo>
                  <a:lnTo>
                    <a:pt x="2066239" y="528180"/>
                  </a:lnTo>
                  <a:lnTo>
                    <a:pt x="2095690" y="513969"/>
                  </a:lnTo>
                  <a:lnTo>
                    <a:pt x="2120125" y="489432"/>
                  </a:lnTo>
                  <a:lnTo>
                    <a:pt x="2139365" y="453885"/>
                  </a:lnTo>
                  <a:lnTo>
                    <a:pt x="2144750" y="435610"/>
                  </a:lnTo>
                  <a:lnTo>
                    <a:pt x="2153297" y="406654"/>
                  </a:lnTo>
                  <a:lnTo>
                    <a:pt x="2161756" y="346938"/>
                  </a:lnTo>
                  <a:lnTo>
                    <a:pt x="2164613" y="274320"/>
                  </a:lnTo>
                  <a:close/>
                </a:path>
                <a:path w="10668635" h="565150">
                  <a:moveTo>
                    <a:pt x="2438933" y="9525"/>
                  </a:moveTo>
                  <a:lnTo>
                    <a:pt x="2338603" y="9525"/>
                  </a:lnTo>
                  <a:lnTo>
                    <a:pt x="2338603" y="208915"/>
                  </a:lnTo>
                  <a:lnTo>
                    <a:pt x="2293518" y="208915"/>
                  </a:lnTo>
                  <a:lnTo>
                    <a:pt x="2293518" y="12065"/>
                  </a:lnTo>
                  <a:lnTo>
                    <a:pt x="2194458" y="12065"/>
                  </a:lnTo>
                  <a:lnTo>
                    <a:pt x="2194458" y="542302"/>
                  </a:lnTo>
                  <a:lnTo>
                    <a:pt x="2293518" y="542302"/>
                  </a:lnTo>
                  <a:lnTo>
                    <a:pt x="2293518" y="310515"/>
                  </a:lnTo>
                  <a:lnTo>
                    <a:pt x="2338603" y="310515"/>
                  </a:lnTo>
                  <a:lnTo>
                    <a:pt x="2338603" y="551827"/>
                  </a:lnTo>
                  <a:lnTo>
                    <a:pt x="2438933" y="551827"/>
                  </a:lnTo>
                  <a:lnTo>
                    <a:pt x="2438933" y="310515"/>
                  </a:lnTo>
                  <a:lnTo>
                    <a:pt x="2438933" y="208915"/>
                  </a:lnTo>
                  <a:lnTo>
                    <a:pt x="2438933" y="9525"/>
                  </a:lnTo>
                  <a:close/>
                </a:path>
                <a:path w="10668635" h="565150">
                  <a:moveTo>
                    <a:pt x="2839618" y="172720"/>
                  </a:moveTo>
                  <a:lnTo>
                    <a:pt x="2833763" y="126733"/>
                  </a:lnTo>
                  <a:lnTo>
                    <a:pt x="2816923" y="87122"/>
                  </a:lnTo>
                  <a:lnTo>
                    <a:pt x="2790164" y="54775"/>
                  </a:lnTo>
                  <a:lnTo>
                    <a:pt x="2754579" y="30581"/>
                  </a:lnTo>
                  <a:lnTo>
                    <a:pt x="2732938" y="23025"/>
                  </a:lnTo>
                  <a:lnTo>
                    <a:pt x="2732938" y="172720"/>
                  </a:lnTo>
                  <a:lnTo>
                    <a:pt x="2727528" y="203962"/>
                  </a:lnTo>
                  <a:lnTo>
                    <a:pt x="2712542" y="226860"/>
                  </a:lnTo>
                  <a:lnTo>
                    <a:pt x="2689809" y="240944"/>
                  </a:lnTo>
                  <a:lnTo>
                    <a:pt x="2661183" y="245745"/>
                  </a:lnTo>
                  <a:lnTo>
                    <a:pt x="2632557" y="240944"/>
                  </a:lnTo>
                  <a:lnTo>
                    <a:pt x="2609824" y="226860"/>
                  </a:lnTo>
                  <a:lnTo>
                    <a:pt x="2594838" y="203962"/>
                  </a:lnTo>
                  <a:lnTo>
                    <a:pt x="2589428" y="172720"/>
                  </a:lnTo>
                  <a:lnTo>
                    <a:pt x="2594838" y="141490"/>
                  </a:lnTo>
                  <a:lnTo>
                    <a:pt x="2609824" y="118592"/>
                  </a:lnTo>
                  <a:lnTo>
                    <a:pt x="2632557" y="104495"/>
                  </a:lnTo>
                  <a:lnTo>
                    <a:pt x="2661183" y="99695"/>
                  </a:lnTo>
                  <a:lnTo>
                    <a:pt x="2689809" y="104495"/>
                  </a:lnTo>
                  <a:lnTo>
                    <a:pt x="2712542" y="118592"/>
                  </a:lnTo>
                  <a:lnTo>
                    <a:pt x="2727528" y="141490"/>
                  </a:lnTo>
                  <a:lnTo>
                    <a:pt x="2732938" y="172720"/>
                  </a:lnTo>
                  <a:lnTo>
                    <a:pt x="2732938" y="23025"/>
                  </a:lnTo>
                  <a:lnTo>
                    <a:pt x="2711221" y="15417"/>
                  </a:lnTo>
                  <a:lnTo>
                    <a:pt x="2661183" y="10160"/>
                  </a:lnTo>
                  <a:lnTo>
                    <a:pt x="2611145" y="15417"/>
                  </a:lnTo>
                  <a:lnTo>
                    <a:pt x="2567787" y="30581"/>
                  </a:lnTo>
                  <a:lnTo>
                    <a:pt x="2532202" y="54775"/>
                  </a:lnTo>
                  <a:lnTo>
                    <a:pt x="2505443" y="87122"/>
                  </a:lnTo>
                  <a:lnTo>
                    <a:pt x="2488603" y="126733"/>
                  </a:lnTo>
                  <a:lnTo>
                    <a:pt x="2482748" y="172720"/>
                  </a:lnTo>
                  <a:lnTo>
                    <a:pt x="2488603" y="218948"/>
                  </a:lnTo>
                  <a:lnTo>
                    <a:pt x="2505443" y="258610"/>
                  </a:lnTo>
                  <a:lnTo>
                    <a:pt x="2532202" y="290918"/>
                  </a:lnTo>
                  <a:lnTo>
                    <a:pt x="2567787" y="315010"/>
                  </a:lnTo>
                  <a:lnTo>
                    <a:pt x="2611145" y="330073"/>
                  </a:lnTo>
                  <a:lnTo>
                    <a:pt x="2661183" y="335280"/>
                  </a:lnTo>
                  <a:lnTo>
                    <a:pt x="2711221" y="330073"/>
                  </a:lnTo>
                  <a:lnTo>
                    <a:pt x="2754579" y="315010"/>
                  </a:lnTo>
                  <a:lnTo>
                    <a:pt x="2790164" y="290918"/>
                  </a:lnTo>
                  <a:lnTo>
                    <a:pt x="2816923" y="258610"/>
                  </a:lnTo>
                  <a:lnTo>
                    <a:pt x="2822384" y="245745"/>
                  </a:lnTo>
                  <a:lnTo>
                    <a:pt x="2833763" y="218948"/>
                  </a:lnTo>
                  <a:lnTo>
                    <a:pt x="2839618" y="172720"/>
                  </a:lnTo>
                  <a:close/>
                </a:path>
                <a:path w="10668635" h="565150">
                  <a:moveTo>
                    <a:pt x="3009163" y="9525"/>
                  </a:moveTo>
                  <a:lnTo>
                    <a:pt x="2901848" y="9525"/>
                  </a:lnTo>
                  <a:lnTo>
                    <a:pt x="2901848" y="410845"/>
                  </a:lnTo>
                  <a:lnTo>
                    <a:pt x="3009163" y="410845"/>
                  </a:lnTo>
                  <a:lnTo>
                    <a:pt x="3009163" y="9525"/>
                  </a:lnTo>
                  <a:close/>
                </a:path>
                <a:path w="10668635" h="565150">
                  <a:moveTo>
                    <a:pt x="3016783" y="455295"/>
                  </a:moveTo>
                  <a:lnTo>
                    <a:pt x="2639593" y="455295"/>
                  </a:lnTo>
                  <a:lnTo>
                    <a:pt x="2639593" y="361950"/>
                  </a:lnTo>
                  <a:lnTo>
                    <a:pt x="2530373" y="361950"/>
                  </a:lnTo>
                  <a:lnTo>
                    <a:pt x="2530373" y="551827"/>
                  </a:lnTo>
                  <a:lnTo>
                    <a:pt x="3016783" y="551827"/>
                  </a:lnTo>
                  <a:lnTo>
                    <a:pt x="3016783" y="455295"/>
                  </a:lnTo>
                  <a:close/>
                </a:path>
                <a:path w="10668635" h="565150">
                  <a:moveTo>
                    <a:pt x="3430803" y="189230"/>
                  </a:moveTo>
                  <a:lnTo>
                    <a:pt x="3424986" y="139382"/>
                  </a:lnTo>
                  <a:lnTo>
                    <a:pt x="3413264" y="109220"/>
                  </a:lnTo>
                  <a:lnTo>
                    <a:pt x="3408324" y="96494"/>
                  </a:lnTo>
                  <a:lnTo>
                    <a:pt x="3382073" y="61518"/>
                  </a:lnTo>
                  <a:lnTo>
                    <a:pt x="3347453" y="35382"/>
                  </a:lnTo>
                  <a:lnTo>
                    <a:pt x="3327933" y="27724"/>
                  </a:lnTo>
                  <a:lnTo>
                    <a:pt x="3327933" y="189230"/>
                  </a:lnTo>
                  <a:lnTo>
                    <a:pt x="3323005" y="221297"/>
                  </a:lnTo>
                  <a:lnTo>
                    <a:pt x="3308972" y="246621"/>
                  </a:lnTo>
                  <a:lnTo>
                    <a:pt x="3286950" y="263258"/>
                  </a:lnTo>
                  <a:lnTo>
                    <a:pt x="3258083" y="269240"/>
                  </a:lnTo>
                  <a:lnTo>
                    <a:pt x="3228962" y="263258"/>
                  </a:lnTo>
                  <a:lnTo>
                    <a:pt x="3206966" y="246621"/>
                  </a:lnTo>
                  <a:lnTo>
                    <a:pt x="3193084" y="221297"/>
                  </a:lnTo>
                  <a:lnTo>
                    <a:pt x="3188233" y="189230"/>
                  </a:lnTo>
                  <a:lnTo>
                    <a:pt x="3193084" y="157441"/>
                  </a:lnTo>
                  <a:lnTo>
                    <a:pt x="3206966" y="132080"/>
                  </a:lnTo>
                  <a:lnTo>
                    <a:pt x="3228962" y="115290"/>
                  </a:lnTo>
                  <a:lnTo>
                    <a:pt x="3258083" y="109220"/>
                  </a:lnTo>
                  <a:lnTo>
                    <a:pt x="3286950" y="115290"/>
                  </a:lnTo>
                  <a:lnTo>
                    <a:pt x="3308972" y="132080"/>
                  </a:lnTo>
                  <a:lnTo>
                    <a:pt x="3323005" y="157441"/>
                  </a:lnTo>
                  <a:lnTo>
                    <a:pt x="3327933" y="189230"/>
                  </a:lnTo>
                  <a:lnTo>
                    <a:pt x="3327933" y="27724"/>
                  </a:lnTo>
                  <a:lnTo>
                    <a:pt x="3305721" y="18999"/>
                  </a:lnTo>
                  <a:lnTo>
                    <a:pt x="3258083" y="13335"/>
                  </a:lnTo>
                  <a:lnTo>
                    <a:pt x="3210191" y="18999"/>
                  </a:lnTo>
                  <a:lnTo>
                    <a:pt x="3168269" y="35382"/>
                  </a:lnTo>
                  <a:lnTo>
                    <a:pt x="3133547" y="61518"/>
                  </a:lnTo>
                  <a:lnTo>
                    <a:pt x="3107232" y="96494"/>
                  </a:lnTo>
                  <a:lnTo>
                    <a:pt x="3090557" y="139382"/>
                  </a:lnTo>
                  <a:lnTo>
                    <a:pt x="3084728" y="189230"/>
                  </a:lnTo>
                  <a:lnTo>
                    <a:pt x="3090557" y="239090"/>
                  </a:lnTo>
                  <a:lnTo>
                    <a:pt x="3107232" y="281965"/>
                  </a:lnTo>
                  <a:lnTo>
                    <a:pt x="3133547" y="316953"/>
                  </a:lnTo>
                  <a:lnTo>
                    <a:pt x="3168269" y="343090"/>
                  </a:lnTo>
                  <a:lnTo>
                    <a:pt x="3210191" y="359460"/>
                  </a:lnTo>
                  <a:lnTo>
                    <a:pt x="3258083" y="365125"/>
                  </a:lnTo>
                  <a:lnTo>
                    <a:pt x="3305721" y="359460"/>
                  </a:lnTo>
                  <a:lnTo>
                    <a:pt x="3347453" y="343090"/>
                  </a:lnTo>
                  <a:lnTo>
                    <a:pt x="3382073" y="316953"/>
                  </a:lnTo>
                  <a:lnTo>
                    <a:pt x="3408324" y="281965"/>
                  </a:lnTo>
                  <a:lnTo>
                    <a:pt x="3413264" y="269240"/>
                  </a:lnTo>
                  <a:lnTo>
                    <a:pt x="3424986" y="239090"/>
                  </a:lnTo>
                  <a:lnTo>
                    <a:pt x="3430803" y="189230"/>
                  </a:lnTo>
                  <a:close/>
                </a:path>
                <a:path w="10668635" h="565150">
                  <a:moveTo>
                    <a:pt x="3457473" y="404495"/>
                  </a:moveTo>
                  <a:lnTo>
                    <a:pt x="3428403" y="414299"/>
                  </a:lnTo>
                  <a:lnTo>
                    <a:pt x="3393503" y="421005"/>
                  </a:lnTo>
                  <a:lnTo>
                    <a:pt x="3355505" y="424865"/>
                  </a:lnTo>
                  <a:lnTo>
                    <a:pt x="3317138" y="426085"/>
                  </a:lnTo>
                  <a:lnTo>
                    <a:pt x="3070123" y="426085"/>
                  </a:lnTo>
                  <a:lnTo>
                    <a:pt x="3070123" y="526427"/>
                  </a:lnTo>
                  <a:lnTo>
                    <a:pt x="3312693" y="526427"/>
                  </a:lnTo>
                  <a:lnTo>
                    <a:pt x="3353358" y="524992"/>
                  </a:lnTo>
                  <a:lnTo>
                    <a:pt x="3392703" y="520712"/>
                  </a:lnTo>
                  <a:lnTo>
                    <a:pt x="3428250" y="513562"/>
                  </a:lnTo>
                  <a:lnTo>
                    <a:pt x="3457473" y="503567"/>
                  </a:lnTo>
                  <a:lnTo>
                    <a:pt x="3457473" y="404495"/>
                  </a:lnTo>
                  <a:close/>
                </a:path>
                <a:path w="10668635" h="565150">
                  <a:moveTo>
                    <a:pt x="3595903" y="9525"/>
                  </a:moveTo>
                  <a:lnTo>
                    <a:pt x="3488588" y="9525"/>
                  </a:lnTo>
                  <a:lnTo>
                    <a:pt x="3488588" y="551827"/>
                  </a:lnTo>
                  <a:lnTo>
                    <a:pt x="3595903" y="551827"/>
                  </a:lnTo>
                  <a:lnTo>
                    <a:pt x="3595903" y="9525"/>
                  </a:lnTo>
                  <a:close/>
                </a:path>
                <a:path w="10668635" h="565150">
                  <a:moveTo>
                    <a:pt x="4152163" y="172720"/>
                  </a:moveTo>
                  <a:lnTo>
                    <a:pt x="4146410" y="126733"/>
                  </a:lnTo>
                  <a:lnTo>
                    <a:pt x="4129849" y="87122"/>
                  </a:lnTo>
                  <a:lnTo>
                    <a:pt x="4103509" y="54775"/>
                  </a:lnTo>
                  <a:lnTo>
                    <a:pt x="4068432" y="30581"/>
                  </a:lnTo>
                  <a:lnTo>
                    <a:pt x="4045483" y="22453"/>
                  </a:lnTo>
                  <a:lnTo>
                    <a:pt x="4045483" y="172720"/>
                  </a:lnTo>
                  <a:lnTo>
                    <a:pt x="4040378" y="203962"/>
                  </a:lnTo>
                  <a:lnTo>
                    <a:pt x="4026116" y="226860"/>
                  </a:lnTo>
                  <a:lnTo>
                    <a:pt x="4004221" y="240944"/>
                  </a:lnTo>
                  <a:lnTo>
                    <a:pt x="3976268" y="245745"/>
                  </a:lnTo>
                  <a:lnTo>
                    <a:pt x="3948303" y="240944"/>
                  </a:lnTo>
                  <a:lnTo>
                    <a:pt x="3926421" y="226860"/>
                  </a:lnTo>
                  <a:lnTo>
                    <a:pt x="3912146" y="203962"/>
                  </a:lnTo>
                  <a:lnTo>
                    <a:pt x="3907053" y="172720"/>
                  </a:lnTo>
                  <a:lnTo>
                    <a:pt x="3912146" y="141490"/>
                  </a:lnTo>
                  <a:lnTo>
                    <a:pt x="3926421" y="118592"/>
                  </a:lnTo>
                  <a:lnTo>
                    <a:pt x="3948303" y="104495"/>
                  </a:lnTo>
                  <a:lnTo>
                    <a:pt x="3976268" y="99695"/>
                  </a:lnTo>
                  <a:lnTo>
                    <a:pt x="4004221" y="104495"/>
                  </a:lnTo>
                  <a:lnTo>
                    <a:pt x="4026116" y="118592"/>
                  </a:lnTo>
                  <a:lnTo>
                    <a:pt x="4040378" y="141490"/>
                  </a:lnTo>
                  <a:lnTo>
                    <a:pt x="4045483" y="172720"/>
                  </a:lnTo>
                  <a:lnTo>
                    <a:pt x="4045483" y="22453"/>
                  </a:lnTo>
                  <a:lnTo>
                    <a:pt x="4025671" y="15417"/>
                  </a:lnTo>
                  <a:lnTo>
                    <a:pt x="3976268" y="10160"/>
                  </a:lnTo>
                  <a:lnTo>
                    <a:pt x="3926852" y="15417"/>
                  </a:lnTo>
                  <a:lnTo>
                    <a:pt x="3884091" y="30581"/>
                  </a:lnTo>
                  <a:lnTo>
                    <a:pt x="3849027" y="54775"/>
                  </a:lnTo>
                  <a:lnTo>
                    <a:pt x="3822687" y="87122"/>
                  </a:lnTo>
                  <a:lnTo>
                    <a:pt x="3806126" y="126733"/>
                  </a:lnTo>
                  <a:lnTo>
                    <a:pt x="3800373" y="172720"/>
                  </a:lnTo>
                  <a:lnTo>
                    <a:pt x="3806126" y="218948"/>
                  </a:lnTo>
                  <a:lnTo>
                    <a:pt x="3822687" y="258610"/>
                  </a:lnTo>
                  <a:lnTo>
                    <a:pt x="3849027" y="290918"/>
                  </a:lnTo>
                  <a:lnTo>
                    <a:pt x="3884091" y="315010"/>
                  </a:lnTo>
                  <a:lnTo>
                    <a:pt x="3926852" y="330073"/>
                  </a:lnTo>
                  <a:lnTo>
                    <a:pt x="3976268" y="335280"/>
                  </a:lnTo>
                  <a:lnTo>
                    <a:pt x="4025671" y="330073"/>
                  </a:lnTo>
                  <a:lnTo>
                    <a:pt x="4068432" y="315010"/>
                  </a:lnTo>
                  <a:lnTo>
                    <a:pt x="4103509" y="290918"/>
                  </a:lnTo>
                  <a:lnTo>
                    <a:pt x="4129849" y="258610"/>
                  </a:lnTo>
                  <a:lnTo>
                    <a:pt x="4135209" y="245745"/>
                  </a:lnTo>
                  <a:lnTo>
                    <a:pt x="4146410" y="218948"/>
                  </a:lnTo>
                  <a:lnTo>
                    <a:pt x="4152163" y="172720"/>
                  </a:lnTo>
                  <a:close/>
                </a:path>
                <a:path w="10668635" h="565150">
                  <a:moveTo>
                    <a:pt x="4324883" y="455295"/>
                  </a:moveTo>
                  <a:lnTo>
                    <a:pt x="3954043" y="455295"/>
                  </a:lnTo>
                  <a:lnTo>
                    <a:pt x="3954043" y="361950"/>
                  </a:lnTo>
                  <a:lnTo>
                    <a:pt x="3844823" y="361950"/>
                  </a:lnTo>
                  <a:lnTo>
                    <a:pt x="3844823" y="551827"/>
                  </a:lnTo>
                  <a:lnTo>
                    <a:pt x="4324883" y="551827"/>
                  </a:lnTo>
                  <a:lnTo>
                    <a:pt x="4324883" y="455295"/>
                  </a:lnTo>
                  <a:close/>
                </a:path>
                <a:path w="10668635" h="565150">
                  <a:moveTo>
                    <a:pt x="4380763" y="117475"/>
                  </a:moveTo>
                  <a:lnTo>
                    <a:pt x="4317263" y="117475"/>
                  </a:lnTo>
                  <a:lnTo>
                    <a:pt x="4317263" y="9525"/>
                  </a:lnTo>
                  <a:lnTo>
                    <a:pt x="4209948" y="9525"/>
                  </a:lnTo>
                  <a:lnTo>
                    <a:pt x="4209948" y="410845"/>
                  </a:lnTo>
                  <a:lnTo>
                    <a:pt x="4317263" y="410845"/>
                  </a:lnTo>
                  <a:lnTo>
                    <a:pt x="4317263" y="221615"/>
                  </a:lnTo>
                  <a:lnTo>
                    <a:pt x="4380763" y="221615"/>
                  </a:lnTo>
                  <a:lnTo>
                    <a:pt x="4380763" y="117475"/>
                  </a:lnTo>
                  <a:close/>
                </a:path>
                <a:path w="10668635" h="565150">
                  <a:moveTo>
                    <a:pt x="4779543" y="261620"/>
                  </a:moveTo>
                  <a:lnTo>
                    <a:pt x="4752886" y="243205"/>
                  </a:lnTo>
                  <a:lnTo>
                    <a:pt x="4629683" y="158115"/>
                  </a:lnTo>
                  <a:lnTo>
                    <a:pt x="4633138" y="145630"/>
                  </a:lnTo>
                  <a:lnTo>
                    <a:pt x="4635881" y="132956"/>
                  </a:lnTo>
                  <a:lnTo>
                    <a:pt x="4637900" y="120167"/>
                  </a:lnTo>
                  <a:lnTo>
                    <a:pt x="4639208" y="107315"/>
                  </a:lnTo>
                  <a:lnTo>
                    <a:pt x="4756048" y="107315"/>
                  </a:lnTo>
                  <a:lnTo>
                    <a:pt x="4756048" y="15875"/>
                  </a:lnTo>
                  <a:lnTo>
                    <a:pt x="4410608" y="15875"/>
                  </a:lnTo>
                  <a:lnTo>
                    <a:pt x="4410608" y="107315"/>
                  </a:lnTo>
                  <a:lnTo>
                    <a:pt x="4531258" y="107315"/>
                  </a:lnTo>
                  <a:lnTo>
                    <a:pt x="4517466" y="157251"/>
                  </a:lnTo>
                  <a:lnTo>
                    <a:pt x="4490936" y="200025"/>
                  </a:lnTo>
                  <a:lnTo>
                    <a:pt x="4452493" y="230911"/>
                  </a:lnTo>
                  <a:lnTo>
                    <a:pt x="4402988" y="245110"/>
                  </a:lnTo>
                  <a:lnTo>
                    <a:pt x="4402988" y="342265"/>
                  </a:lnTo>
                  <a:lnTo>
                    <a:pt x="4458551" y="333933"/>
                  </a:lnTo>
                  <a:lnTo>
                    <a:pt x="4508398" y="313220"/>
                  </a:lnTo>
                  <a:lnTo>
                    <a:pt x="4551578" y="282257"/>
                  </a:lnTo>
                  <a:lnTo>
                    <a:pt x="4587138" y="243205"/>
                  </a:lnTo>
                  <a:lnTo>
                    <a:pt x="4719218" y="337820"/>
                  </a:lnTo>
                  <a:lnTo>
                    <a:pt x="4779543" y="261620"/>
                  </a:lnTo>
                  <a:close/>
                </a:path>
                <a:path w="10668635" h="565150">
                  <a:moveTo>
                    <a:pt x="4920513" y="9525"/>
                  </a:moveTo>
                  <a:lnTo>
                    <a:pt x="4813198" y="9525"/>
                  </a:lnTo>
                  <a:lnTo>
                    <a:pt x="4813198" y="125095"/>
                  </a:lnTo>
                  <a:lnTo>
                    <a:pt x="4740808" y="125095"/>
                  </a:lnTo>
                  <a:lnTo>
                    <a:pt x="4740808" y="218440"/>
                  </a:lnTo>
                  <a:lnTo>
                    <a:pt x="4813198" y="218440"/>
                  </a:lnTo>
                  <a:lnTo>
                    <a:pt x="4813198" y="411480"/>
                  </a:lnTo>
                  <a:lnTo>
                    <a:pt x="4920513" y="411480"/>
                  </a:lnTo>
                  <a:lnTo>
                    <a:pt x="4920513" y="9525"/>
                  </a:lnTo>
                  <a:close/>
                </a:path>
                <a:path w="10668635" h="565150">
                  <a:moveTo>
                    <a:pt x="4928133" y="455930"/>
                  </a:moveTo>
                  <a:lnTo>
                    <a:pt x="4544593" y="455930"/>
                  </a:lnTo>
                  <a:lnTo>
                    <a:pt x="4544593" y="361950"/>
                  </a:lnTo>
                  <a:lnTo>
                    <a:pt x="4435373" y="361950"/>
                  </a:lnTo>
                  <a:lnTo>
                    <a:pt x="4435373" y="551827"/>
                  </a:lnTo>
                  <a:lnTo>
                    <a:pt x="4928133" y="551827"/>
                  </a:lnTo>
                  <a:lnTo>
                    <a:pt x="4928133" y="455930"/>
                  </a:lnTo>
                  <a:close/>
                </a:path>
                <a:path w="10668635" h="565150">
                  <a:moveTo>
                    <a:pt x="5499633" y="102870"/>
                  </a:moveTo>
                  <a:lnTo>
                    <a:pt x="5467375" y="42786"/>
                  </a:lnTo>
                  <a:lnTo>
                    <a:pt x="5429783" y="23418"/>
                  </a:lnTo>
                  <a:lnTo>
                    <a:pt x="5385968" y="11836"/>
                  </a:lnTo>
                  <a:lnTo>
                    <a:pt x="5385968" y="102870"/>
                  </a:lnTo>
                  <a:lnTo>
                    <a:pt x="5376583" y="114617"/>
                  </a:lnTo>
                  <a:lnTo>
                    <a:pt x="5349862" y="122478"/>
                  </a:lnTo>
                  <a:lnTo>
                    <a:pt x="5308016" y="126898"/>
                  </a:lnTo>
                  <a:lnTo>
                    <a:pt x="5253253" y="128270"/>
                  </a:lnTo>
                  <a:lnTo>
                    <a:pt x="5198503" y="126898"/>
                  </a:lnTo>
                  <a:lnTo>
                    <a:pt x="5156657" y="122478"/>
                  </a:lnTo>
                  <a:lnTo>
                    <a:pt x="5129936" y="114617"/>
                  </a:lnTo>
                  <a:lnTo>
                    <a:pt x="5120538" y="102870"/>
                  </a:lnTo>
                  <a:lnTo>
                    <a:pt x="5129936" y="91401"/>
                  </a:lnTo>
                  <a:lnTo>
                    <a:pt x="5156657" y="83502"/>
                  </a:lnTo>
                  <a:lnTo>
                    <a:pt x="5198503" y="78943"/>
                  </a:lnTo>
                  <a:lnTo>
                    <a:pt x="5253253" y="77470"/>
                  </a:lnTo>
                  <a:lnTo>
                    <a:pt x="5308016" y="78943"/>
                  </a:lnTo>
                  <a:lnTo>
                    <a:pt x="5349862" y="83502"/>
                  </a:lnTo>
                  <a:lnTo>
                    <a:pt x="5376583" y="91401"/>
                  </a:lnTo>
                  <a:lnTo>
                    <a:pt x="5385968" y="102870"/>
                  </a:lnTo>
                  <a:lnTo>
                    <a:pt x="5385968" y="11836"/>
                  </a:lnTo>
                  <a:lnTo>
                    <a:pt x="5380355" y="10350"/>
                  </a:lnTo>
                  <a:lnTo>
                    <a:pt x="5320893" y="2959"/>
                  </a:lnTo>
                  <a:lnTo>
                    <a:pt x="5253253" y="635"/>
                  </a:lnTo>
                  <a:lnTo>
                    <a:pt x="5185613" y="2959"/>
                  </a:lnTo>
                  <a:lnTo>
                    <a:pt x="5126164" y="10350"/>
                  </a:lnTo>
                  <a:lnTo>
                    <a:pt x="5076723" y="23418"/>
                  </a:lnTo>
                  <a:lnTo>
                    <a:pt x="5039144" y="42786"/>
                  </a:lnTo>
                  <a:lnTo>
                    <a:pt x="5006873" y="102870"/>
                  </a:lnTo>
                  <a:lnTo>
                    <a:pt x="5015255" y="136690"/>
                  </a:lnTo>
                  <a:lnTo>
                    <a:pt x="5076723" y="182333"/>
                  </a:lnTo>
                  <a:lnTo>
                    <a:pt x="5126164" y="195402"/>
                  </a:lnTo>
                  <a:lnTo>
                    <a:pt x="5185613" y="202780"/>
                  </a:lnTo>
                  <a:lnTo>
                    <a:pt x="5253253" y="205105"/>
                  </a:lnTo>
                  <a:lnTo>
                    <a:pt x="5320893" y="202780"/>
                  </a:lnTo>
                  <a:lnTo>
                    <a:pt x="5380355" y="195402"/>
                  </a:lnTo>
                  <a:lnTo>
                    <a:pt x="5429783" y="182333"/>
                  </a:lnTo>
                  <a:lnTo>
                    <a:pt x="5467375" y="162966"/>
                  </a:lnTo>
                  <a:lnTo>
                    <a:pt x="5493347" y="128270"/>
                  </a:lnTo>
                  <a:lnTo>
                    <a:pt x="5499633" y="102870"/>
                  </a:lnTo>
                  <a:close/>
                </a:path>
                <a:path w="10668635" h="565150">
                  <a:moveTo>
                    <a:pt x="5501538" y="481965"/>
                  </a:moveTo>
                  <a:lnTo>
                    <a:pt x="5116093" y="481965"/>
                  </a:lnTo>
                  <a:lnTo>
                    <a:pt x="5116093" y="463550"/>
                  </a:lnTo>
                  <a:lnTo>
                    <a:pt x="5495823" y="463550"/>
                  </a:lnTo>
                  <a:lnTo>
                    <a:pt x="5495823" y="321945"/>
                  </a:lnTo>
                  <a:lnTo>
                    <a:pt x="5010048" y="321945"/>
                  </a:lnTo>
                  <a:lnTo>
                    <a:pt x="5010048" y="389255"/>
                  </a:lnTo>
                  <a:lnTo>
                    <a:pt x="5391048" y="389255"/>
                  </a:lnTo>
                  <a:lnTo>
                    <a:pt x="5391048" y="407670"/>
                  </a:lnTo>
                  <a:lnTo>
                    <a:pt x="5011318" y="407670"/>
                  </a:lnTo>
                  <a:lnTo>
                    <a:pt x="5011318" y="551827"/>
                  </a:lnTo>
                  <a:lnTo>
                    <a:pt x="5501538" y="551827"/>
                  </a:lnTo>
                  <a:lnTo>
                    <a:pt x="5501538" y="481965"/>
                  </a:lnTo>
                  <a:close/>
                </a:path>
                <a:path w="10668635" h="565150">
                  <a:moveTo>
                    <a:pt x="5527573" y="222885"/>
                  </a:moveTo>
                  <a:lnTo>
                    <a:pt x="4978933" y="222885"/>
                  </a:lnTo>
                  <a:lnTo>
                    <a:pt x="4978933" y="300990"/>
                  </a:lnTo>
                  <a:lnTo>
                    <a:pt x="5527573" y="300990"/>
                  </a:lnTo>
                  <a:lnTo>
                    <a:pt x="5527573" y="222885"/>
                  </a:lnTo>
                  <a:close/>
                </a:path>
                <a:path w="10668635" h="565150">
                  <a:moveTo>
                    <a:pt x="6070409" y="157480"/>
                  </a:moveTo>
                  <a:lnTo>
                    <a:pt x="6062497" y="110058"/>
                  </a:lnTo>
                  <a:lnTo>
                    <a:pt x="6040056" y="70256"/>
                  </a:lnTo>
                  <a:lnTo>
                    <a:pt x="6004992" y="39751"/>
                  </a:lnTo>
                  <a:lnTo>
                    <a:pt x="5968174" y="24041"/>
                  </a:lnTo>
                  <a:lnTo>
                    <a:pt x="5968174" y="157480"/>
                  </a:lnTo>
                  <a:lnTo>
                    <a:pt x="5963704" y="180543"/>
                  </a:lnTo>
                  <a:lnTo>
                    <a:pt x="5950953" y="199072"/>
                  </a:lnTo>
                  <a:lnTo>
                    <a:pt x="5930938" y="211416"/>
                  </a:lnTo>
                  <a:lnTo>
                    <a:pt x="5904674" y="215900"/>
                  </a:lnTo>
                  <a:lnTo>
                    <a:pt x="5878309" y="211416"/>
                  </a:lnTo>
                  <a:lnTo>
                    <a:pt x="5858078" y="199072"/>
                  </a:lnTo>
                  <a:lnTo>
                    <a:pt x="5845111" y="180543"/>
                  </a:lnTo>
                  <a:lnTo>
                    <a:pt x="5840539" y="157480"/>
                  </a:lnTo>
                  <a:lnTo>
                    <a:pt x="5845111" y="134429"/>
                  </a:lnTo>
                  <a:lnTo>
                    <a:pt x="5858078" y="115887"/>
                  </a:lnTo>
                  <a:lnTo>
                    <a:pt x="5878309" y="103543"/>
                  </a:lnTo>
                  <a:lnTo>
                    <a:pt x="5904674" y="99060"/>
                  </a:lnTo>
                  <a:lnTo>
                    <a:pt x="5930938" y="103543"/>
                  </a:lnTo>
                  <a:lnTo>
                    <a:pt x="5950953" y="115887"/>
                  </a:lnTo>
                  <a:lnTo>
                    <a:pt x="5963704" y="134429"/>
                  </a:lnTo>
                  <a:lnTo>
                    <a:pt x="5968174" y="157480"/>
                  </a:lnTo>
                  <a:lnTo>
                    <a:pt x="5968174" y="24041"/>
                  </a:lnTo>
                  <a:lnTo>
                    <a:pt x="5959221" y="20218"/>
                  </a:lnTo>
                  <a:lnTo>
                    <a:pt x="5904674" y="13335"/>
                  </a:lnTo>
                  <a:lnTo>
                    <a:pt x="5849823" y="20218"/>
                  </a:lnTo>
                  <a:lnTo>
                    <a:pt x="5803862" y="39751"/>
                  </a:lnTo>
                  <a:lnTo>
                    <a:pt x="5768708" y="70256"/>
                  </a:lnTo>
                  <a:lnTo>
                    <a:pt x="5746216" y="110058"/>
                  </a:lnTo>
                  <a:lnTo>
                    <a:pt x="5738304" y="157480"/>
                  </a:lnTo>
                  <a:lnTo>
                    <a:pt x="5746216" y="205155"/>
                  </a:lnTo>
                  <a:lnTo>
                    <a:pt x="5768708" y="244983"/>
                  </a:lnTo>
                  <a:lnTo>
                    <a:pt x="5803862" y="275399"/>
                  </a:lnTo>
                  <a:lnTo>
                    <a:pt x="5849823" y="294805"/>
                  </a:lnTo>
                  <a:lnTo>
                    <a:pt x="5904674" y="301625"/>
                  </a:lnTo>
                  <a:lnTo>
                    <a:pt x="5959221" y="294805"/>
                  </a:lnTo>
                  <a:lnTo>
                    <a:pt x="6004992" y="275399"/>
                  </a:lnTo>
                  <a:lnTo>
                    <a:pt x="6040056" y="244983"/>
                  </a:lnTo>
                  <a:lnTo>
                    <a:pt x="6056439" y="215900"/>
                  </a:lnTo>
                  <a:lnTo>
                    <a:pt x="6062497" y="205155"/>
                  </a:lnTo>
                  <a:lnTo>
                    <a:pt x="6070409" y="157480"/>
                  </a:lnTo>
                  <a:close/>
                </a:path>
                <a:path w="10668635" h="565150">
                  <a:moveTo>
                    <a:pt x="6104064" y="311785"/>
                  </a:moveTo>
                  <a:lnTo>
                    <a:pt x="6074994" y="321030"/>
                  </a:lnTo>
                  <a:lnTo>
                    <a:pt x="6040094" y="327113"/>
                  </a:lnTo>
                  <a:lnTo>
                    <a:pt x="6002083" y="330454"/>
                  </a:lnTo>
                  <a:lnTo>
                    <a:pt x="5963729" y="331470"/>
                  </a:lnTo>
                  <a:lnTo>
                    <a:pt x="5716714" y="331470"/>
                  </a:lnTo>
                  <a:lnTo>
                    <a:pt x="5716714" y="427990"/>
                  </a:lnTo>
                  <a:lnTo>
                    <a:pt x="5850064" y="427990"/>
                  </a:lnTo>
                  <a:lnTo>
                    <a:pt x="5850064" y="551827"/>
                  </a:lnTo>
                  <a:lnTo>
                    <a:pt x="5957379" y="551827"/>
                  </a:lnTo>
                  <a:lnTo>
                    <a:pt x="5957379" y="427990"/>
                  </a:lnTo>
                  <a:lnTo>
                    <a:pt x="5961824" y="427990"/>
                  </a:lnTo>
                  <a:lnTo>
                    <a:pt x="6002083" y="426974"/>
                  </a:lnTo>
                  <a:lnTo>
                    <a:pt x="6040564" y="423633"/>
                  </a:lnTo>
                  <a:lnTo>
                    <a:pt x="6075235" y="417550"/>
                  </a:lnTo>
                  <a:lnTo>
                    <a:pt x="6104064" y="408305"/>
                  </a:lnTo>
                  <a:lnTo>
                    <a:pt x="6104064" y="311785"/>
                  </a:lnTo>
                  <a:close/>
                </a:path>
                <a:path w="10668635" h="565150">
                  <a:moveTo>
                    <a:pt x="6242494" y="9525"/>
                  </a:moveTo>
                  <a:lnTo>
                    <a:pt x="6135179" y="9525"/>
                  </a:lnTo>
                  <a:lnTo>
                    <a:pt x="6135179" y="551827"/>
                  </a:lnTo>
                  <a:lnTo>
                    <a:pt x="6242494" y="551827"/>
                  </a:lnTo>
                  <a:lnTo>
                    <a:pt x="6242494" y="9525"/>
                  </a:lnTo>
                  <a:close/>
                </a:path>
                <a:path w="10668635" h="565150">
                  <a:moveTo>
                    <a:pt x="6648894" y="257175"/>
                  </a:moveTo>
                  <a:lnTo>
                    <a:pt x="6641465" y="222885"/>
                  </a:lnTo>
                  <a:lnTo>
                    <a:pt x="6640258" y="217271"/>
                  </a:lnTo>
                  <a:lnTo>
                    <a:pt x="6616306" y="186016"/>
                  </a:lnTo>
                  <a:lnTo>
                    <a:pt x="6580048" y="163550"/>
                  </a:lnTo>
                  <a:lnTo>
                    <a:pt x="6546659" y="153619"/>
                  </a:lnTo>
                  <a:lnTo>
                    <a:pt x="6546659" y="257175"/>
                  </a:lnTo>
                  <a:lnTo>
                    <a:pt x="6542087" y="270573"/>
                  </a:lnTo>
                  <a:lnTo>
                    <a:pt x="6529121" y="281470"/>
                  </a:lnTo>
                  <a:lnTo>
                    <a:pt x="6508890" y="288785"/>
                  </a:lnTo>
                  <a:lnTo>
                    <a:pt x="6482524" y="291465"/>
                  </a:lnTo>
                  <a:lnTo>
                    <a:pt x="6456172" y="288785"/>
                  </a:lnTo>
                  <a:lnTo>
                    <a:pt x="6435941" y="281470"/>
                  </a:lnTo>
                  <a:lnTo>
                    <a:pt x="6422961" y="270573"/>
                  </a:lnTo>
                  <a:lnTo>
                    <a:pt x="6418389" y="257175"/>
                  </a:lnTo>
                  <a:lnTo>
                    <a:pt x="6422961" y="243789"/>
                  </a:lnTo>
                  <a:lnTo>
                    <a:pt x="6435941" y="232892"/>
                  </a:lnTo>
                  <a:lnTo>
                    <a:pt x="6456172" y="225564"/>
                  </a:lnTo>
                  <a:lnTo>
                    <a:pt x="6482524" y="222885"/>
                  </a:lnTo>
                  <a:lnTo>
                    <a:pt x="6508890" y="225564"/>
                  </a:lnTo>
                  <a:lnTo>
                    <a:pt x="6529121" y="232892"/>
                  </a:lnTo>
                  <a:lnTo>
                    <a:pt x="6542087" y="243789"/>
                  </a:lnTo>
                  <a:lnTo>
                    <a:pt x="6546659" y="257175"/>
                  </a:lnTo>
                  <a:lnTo>
                    <a:pt x="6546659" y="153619"/>
                  </a:lnTo>
                  <a:lnTo>
                    <a:pt x="6534455" y="149974"/>
                  </a:lnTo>
                  <a:lnTo>
                    <a:pt x="6482524" y="145415"/>
                  </a:lnTo>
                  <a:lnTo>
                    <a:pt x="6430607" y="149974"/>
                  </a:lnTo>
                  <a:lnTo>
                    <a:pt x="6385014" y="163550"/>
                  </a:lnTo>
                  <a:lnTo>
                    <a:pt x="6348755" y="186016"/>
                  </a:lnTo>
                  <a:lnTo>
                    <a:pt x="6324803" y="217271"/>
                  </a:lnTo>
                  <a:lnTo>
                    <a:pt x="6316154" y="257175"/>
                  </a:lnTo>
                  <a:lnTo>
                    <a:pt x="6324803" y="297091"/>
                  </a:lnTo>
                  <a:lnTo>
                    <a:pt x="6348755" y="328345"/>
                  </a:lnTo>
                  <a:lnTo>
                    <a:pt x="6385014" y="350812"/>
                  </a:lnTo>
                  <a:lnTo>
                    <a:pt x="6430607" y="364388"/>
                  </a:lnTo>
                  <a:lnTo>
                    <a:pt x="6482524" y="368935"/>
                  </a:lnTo>
                  <a:lnTo>
                    <a:pt x="6534455" y="364388"/>
                  </a:lnTo>
                  <a:lnTo>
                    <a:pt x="6580048" y="350812"/>
                  </a:lnTo>
                  <a:lnTo>
                    <a:pt x="6616306" y="328345"/>
                  </a:lnTo>
                  <a:lnTo>
                    <a:pt x="6640258" y="297091"/>
                  </a:lnTo>
                  <a:lnTo>
                    <a:pt x="6641465" y="291465"/>
                  </a:lnTo>
                  <a:lnTo>
                    <a:pt x="6648894" y="257175"/>
                  </a:lnTo>
                  <a:close/>
                </a:path>
                <a:path w="10668635" h="565150">
                  <a:moveTo>
                    <a:pt x="6667944" y="46355"/>
                  </a:moveTo>
                  <a:lnTo>
                    <a:pt x="6537134" y="46355"/>
                  </a:lnTo>
                  <a:lnTo>
                    <a:pt x="6537134" y="0"/>
                  </a:lnTo>
                  <a:lnTo>
                    <a:pt x="6427914" y="0"/>
                  </a:lnTo>
                  <a:lnTo>
                    <a:pt x="6427914" y="46355"/>
                  </a:lnTo>
                  <a:lnTo>
                    <a:pt x="6297104" y="46355"/>
                  </a:lnTo>
                  <a:lnTo>
                    <a:pt x="6297104" y="130175"/>
                  </a:lnTo>
                  <a:lnTo>
                    <a:pt x="6667944" y="130175"/>
                  </a:lnTo>
                  <a:lnTo>
                    <a:pt x="6667944" y="46355"/>
                  </a:lnTo>
                  <a:close/>
                </a:path>
                <a:path w="10668635" h="565150">
                  <a:moveTo>
                    <a:pt x="6819074" y="458470"/>
                  </a:moveTo>
                  <a:lnTo>
                    <a:pt x="6441884" y="458470"/>
                  </a:lnTo>
                  <a:lnTo>
                    <a:pt x="6441884" y="384810"/>
                  </a:lnTo>
                  <a:lnTo>
                    <a:pt x="6332664" y="384810"/>
                  </a:lnTo>
                  <a:lnTo>
                    <a:pt x="6332664" y="551827"/>
                  </a:lnTo>
                  <a:lnTo>
                    <a:pt x="6819074" y="551827"/>
                  </a:lnTo>
                  <a:lnTo>
                    <a:pt x="6819074" y="458470"/>
                  </a:lnTo>
                  <a:close/>
                </a:path>
                <a:path w="10668635" h="565150">
                  <a:moveTo>
                    <a:pt x="6874954" y="135255"/>
                  </a:moveTo>
                  <a:lnTo>
                    <a:pt x="6811454" y="135255"/>
                  </a:lnTo>
                  <a:lnTo>
                    <a:pt x="6811454" y="9525"/>
                  </a:lnTo>
                  <a:lnTo>
                    <a:pt x="6704139" y="9525"/>
                  </a:lnTo>
                  <a:lnTo>
                    <a:pt x="6704139" y="414020"/>
                  </a:lnTo>
                  <a:lnTo>
                    <a:pt x="6811454" y="414020"/>
                  </a:lnTo>
                  <a:lnTo>
                    <a:pt x="6811454" y="239395"/>
                  </a:lnTo>
                  <a:lnTo>
                    <a:pt x="6874954" y="239395"/>
                  </a:lnTo>
                  <a:lnTo>
                    <a:pt x="6874954" y="135255"/>
                  </a:lnTo>
                  <a:close/>
                </a:path>
                <a:path w="10668635" h="565150">
                  <a:moveTo>
                    <a:pt x="7556919" y="64820"/>
                  </a:moveTo>
                  <a:lnTo>
                    <a:pt x="7176554" y="64820"/>
                  </a:lnTo>
                  <a:lnTo>
                    <a:pt x="7176554" y="15290"/>
                  </a:lnTo>
                  <a:lnTo>
                    <a:pt x="7071779" y="15290"/>
                  </a:lnTo>
                  <a:lnTo>
                    <a:pt x="7071779" y="64820"/>
                  </a:lnTo>
                  <a:lnTo>
                    <a:pt x="7071779" y="157530"/>
                  </a:lnTo>
                  <a:lnTo>
                    <a:pt x="7071779" y="207060"/>
                  </a:lnTo>
                  <a:lnTo>
                    <a:pt x="7071779" y="302310"/>
                  </a:lnTo>
                  <a:lnTo>
                    <a:pt x="7556919" y="302310"/>
                  </a:lnTo>
                  <a:lnTo>
                    <a:pt x="7556919" y="207645"/>
                  </a:lnTo>
                  <a:lnTo>
                    <a:pt x="7556919" y="207060"/>
                  </a:lnTo>
                  <a:lnTo>
                    <a:pt x="7556919" y="158115"/>
                  </a:lnTo>
                  <a:lnTo>
                    <a:pt x="7452144" y="158115"/>
                  </a:lnTo>
                  <a:lnTo>
                    <a:pt x="7452144" y="207060"/>
                  </a:lnTo>
                  <a:lnTo>
                    <a:pt x="7176554" y="207060"/>
                  </a:lnTo>
                  <a:lnTo>
                    <a:pt x="7176554" y="157530"/>
                  </a:lnTo>
                  <a:lnTo>
                    <a:pt x="7556919" y="157530"/>
                  </a:lnTo>
                  <a:lnTo>
                    <a:pt x="7556919" y="64820"/>
                  </a:lnTo>
                  <a:close/>
                </a:path>
                <a:path w="10668635" h="565150">
                  <a:moveTo>
                    <a:pt x="7556919" y="15875"/>
                  </a:moveTo>
                  <a:lnTo>
                    <a:pt x="7452144" y="15875"/>
                  </a:lnTo>
                  <a:lnTo>
                    <a:pt x="7452144" y="64770"/>
                  </a:lnTo>
                  <a:lnTo>
                    <a:pt x="7556919" y="64770"/>
                  </a:lnTo>
                  <a:lnTo>
                    <a:pt x="7556919" y="15875"/>
                  </a:lnTo>
                  <a:close/>
                </a:path>
                <a:path w="10668635" h="565150">
                  <a:moveTo>
                    <a:pt x="7588669" y="344805"/>
                  </a:moveTo>
                  <a:lnTo>
                    <a:pt x="7040029" y="344805"/>
                  </a:lnTo>
                  <a:lnTo>
                    <a:pt x="7040029" y="443230"/>
                  </a:lnTo>
                  <a:lnTo>
                    <a:pt x="7259104" y="443230"/>
                  </a:lnTo>
                  <a:lnTo>
                    <a:pt x="7259104" y="564527"/>
                  </a:lnTo>
                  <a:lnTo>
                    <a:pt x="7369594" y="564527"/>
                  </a:lnTo>
                  <a:lnTo>
                    <a:pt x="7369594" y="443230"/>
                  </a:lnTo>
                  <a:lnTo>
                    <a:pt x="7588669" y="443230"/>
                  </a:lnTo>
                  <a:lnTo>
                    <a:pt x="7588669" y="344805"/>
                  </a:lnTo>
                  <a:close/>
                </a:path>
                <a:path w="10668635" h="565150">
                  <a:moveTo>
                    <a:pt x="7947444" y="22225"/>
                  </a:moveTo>
                  <a:lnTo>
                    <a:pt x="7640739" y="22225"/>
                  </a:lnTo>
                  <a:lnTo>
                    <a:pt x="7640739" y="120015"/>
                  </a:lnTo>
                  <a:lnTo>
                    <a:pt x="7838224" y="120015"/>
                  </a:lnTo>
                  <a:lnTo>
                    <a:pt x="7838224" y="168910"/>
                  </a:lnTo>
                  <a:lnTo>
                    <a:pt x="7835074" y="225437"/>
                  </a:lnTo>
                  <a:lnTo>
                    <a:pt x="7825676" y="275691"/>
                  </a:lnTo>
                  <a:lnTo>
                    <a:pt x="7810055" y="319316"/>
                  </a:lnTo>
                  <a:lnTo>
                    <a:pt x="7788300" y="355917"/>
                  </a:lnTo>
                  <a:lnTo>
                    <a:pt x="7760424" y="385152"/>
                  </a:lnTo>
                  <a:lnTo>
                    <a:pt x="7726515" y="406628"/>
                  </a:lnTo>
                  <a:lnTo>
                    <a:pt x="7686599" y="419976"/>
                  </a:lnTo>
                  <a:lnTo>
                    <a:pt x="7640739" y="424815"/>
                  </a:lnTo>
                  <a:lnTo>
                    <a:pt x="7640739" y="526427"/>
                  </a:lnTo>
                  <a:lnTo>
                    <a:pt x="7686256" y="523595"/>
                  </a:lnTo>
                  <a:lnTo>
                    <a:pt x="7728725" y="515239"/>
                  </a:lnTo>
                  <a:lnTo>
                    <a:pt x="7767955" y="501548"/>
                  </a:lnTo>
                  <a:lnTo>
                    <a:pt x="7803794" y="482701"/>
                  </a:lnTo>
                  <a:lnTo>
                    <a:pt x="7836052" y="458889"/>
                  </a:lnTo>
                  <a:lnTo>
                    <a:pt x="7864576" y="430301"/>
                  </a:lnTo>
                  <a:lnTo>
                    <a:pt x="7889176" y="397116"/>
                  </a:lnTo>
                  <a:lnTo>
                    <a:pt x="7909700" y="359537"/>
                  </a:lnTo>
                  <a:lnTo>
                    <a:pt x="7925956" y="317728"/>
                  </a:lnTo>
                  <a:lnTo>
                    <a:pt x="7937779" y="271907"/>
                  </a:lnTo>
                  <a:lnTo>
                    <a:pt x="7944993" y="222237"/>
                  </a:lnTo>
                  <a:lnTo>
                    <a:pt x="7947444" y="168910"/>
                  </a:lnTo>
                  <a:lnTo>
                    <a:pt x="7947444" y="22225"/>
                  </a:lnTo>
                  <a:close/>
                </a:path>
                <a:path w="10668635" h="565150">
                  <a:moveTo>
                    <a:pt x="8198269" y="207645"/>
                  </a:moveTo>
                  <a:lnTo>
                    <a:pt x="8134769" y="207645"/>
                  </a:lnTo>
                  <a:lnTo>
                    <a:pt x="8134769" y="9525"/>
                  </a:lnTo>
                  <a:lnTo>
                    <a:pt x="8027454" y="9525"/>
                  </a:lnTo>
                  <a:lnTo>
                    <a:pt x="8027454" y="551827"/>
                  </a:lnTo>
                  <a:lnTo>
                    <a:pt x="8134769" y="551827"/>
                  </a:lnTo>
                  <a:lnTo>
                    <a:pt x="8134769" y="311785"/>
                  </a:lnTo>
                  <a:lnTo>
                    <a:pt x="8198269" y="311785"/>
                  </a:lnTo>
                  <a:lnTo>
                    <a:pt x="8198269" y="207645"/>
                  </a:lnTo>
                  <a:close/>
                </a:path>
                <a:path w="10668635" h="565150">
                  <a:moveTo>
                    <a:pt x="8595144" y="248920"/>
                  </a:moveTo>
                  <a:lnTo>
                    <a:pt x="8577275" y="237490"/>
                  </a:lnTo>
                  <a:lnTo>
                    <a:pt x="8447189" y="154305"/>
                  </a:lnTo>
                  <a:lnTo>
                    <a:pt x="8450643" y="142392"/>
                  </a:lnTo>
                  <a:lnTo>
                    <a:pt x="8453387" y="130416"/>
                  </a:lnTo>
                  <a:lnTo>
                    <a:pt x="8455406" y="118325"/>
                  </a:lnTo>
                  <a:lnTo>
                    <a:pt x="8456714" y="106045"/>
                  </a:lnTo>
                  <a:lnTo>
                    <a:pt x="8573554" y="106045"/>
                  </a:lnTo>
                  <a:lnTo>
                    <a:pt x="8573554" y="15875"/>
                  </a:lnTo>
                  <a:lnTo>
                    <a:pt x="8228114" y="15875"/>
                  </a:lnTo>
                  <a:lnTo>
                    <a:pt x="8228114" y="106045"/>
                  </a:lnTo>
                  <a:lnTo>
                    <a:pt x="8348129" y="106045"/>
                  </a:lnTo>
                  <a:lnTo>
                    <a:pt x="8334705" y="152171"/>
                  </a:lnTo>
                  <a:lnTo>
                    <a:pt x="8308365" y="192087"/>
                  </a:lnTo>
                  <a:lnTo>
                    <a:pt x="8269999" y="221068"/>
                  </a:lnTo>
                  <a:lnTo>
                    <a:pt x="8220494" y="234315"/>
                  </a:lnTo>
                  <a:lnTo>
                    <a:pt x="8220494" y="330835"/>
                  </a:lnTo>
                  <a:lnTo>
                    <a:pt x="8275587" y="322948"/>
                  </a:lnTo>
                  <a:lnTo>
                    <a:pt x="8325028" y="303453"/>
                  </a:lnTo>
                  <a:lnTo>
                    <a:pt x="8367928" y="274320"/>
                  </a:lnTo>
                  <a:lnTo>
                    <a:pt x="8403374" y="237490"/>
                  </a:lnTo>
                  <a:lnTo>
                    <a:pt x="8538629" y="326390"/>
                  </a:lnTo>
                  <a:lnTo>
                    <a:pt x="8595144" y="248920"/>
                  </a:lnTo>
                  <a:close/>
                </a:path>
                <a:path w="10668635" h="565150">
                  <a:moveTo>
                    <a:pt x="8737384" y="357505"/>
                  </a:moveTo>
                  <a:lnTo>
                    <a:pt x="8249704" y="357505"/>
                  </a:lnTo>
                  <a:lnTo>
                    <a:pt x="8249704" y="449580"/>
                  </a:lnTo>
                  <a:lnTo>
                    <a:pt x="8628164" y="449580"/>
                  </a:lnTo>
                  <a:lnTo>
                    <a:pt x="8628164" y="558177"/>
                  </a:lnTo>
                  <a:lnTo>
                    <a:pt x="8737384" y="558177"/>
                  </a:lnTo>
                  <a:lnTo>
                    <a:pt x="8737384" y="357505"/>
                  </a:lnTo>
                  <a:close/>
                </a:path>
                <a:path w="10668635" h="565150">
                  <a:moveTo>
                    <a:pt x="8737384" y="9525"/>
                  </a:moveTo>
                  <a:lnTo>
                    <a:pt x="8630069" y="9525"/>
                  </a:lnTo>
                  <a:lnTo>
                    <a:pt x="8630069" y="121920"/>
                  </a:lnTo>
                  <a:lnTo>
                    <a:pt x="8558314" y="121920"/>
                  </a:lnTo>
                  <a:lnTo>
                    <a:pt x="8558314" y="213995"/>
                  </a:lnTo>
                  <a:lnTo>
                    <a:pt x="8630069" y="213995"/>
                  </a:lnTo>
                  <a:lnTo>
                    <a:pt x="8630069" y="338455"/>
                  </a:lnTo>
                  <a:lnTo>
                    <a:pt x="8737384" y="338455"/>
                  </a:lnTo>
                  <a:lnTo>
                    <a:pt x="8737384" y="9525"/>
                  </a:lnTo>
                  <a:close/>
                </a:path>
                <a:path w="10668635" h="565150">
                  <a:moveTo>
                    <a:pt x="9151404" y="172720"/>
                  </a:moveTo>
                  <a:lnTo>
                    <a:pt x="9145549" y="126733"/>
                  </a:lnTo>
                  <a:lnTo>
                    <a:pt x="9128709" y="87122"/>
                  </a:lnTo>
                  <a:lnTo>
                    <a:pt x="9101963" y="54775"/>
                  </a:lnTo>
                  <a:lnTo>
                    <a:pt x="9066365" y="30581"/>
                  </a:lnTo>
                  <a:lnTo>
                    <a:pt x="9044724" y="23025"/>
                  </a:lnTo>
                  <a:lnTo>
                    <a:pt x="9044724" y="172720"/>
                  </a:lnTo>
                  <a:lnTo>
                    <a:pt x="9039327" y="203962"/>
                  </a:lnTo>
                  <a:lnTo>
                    <a:pt x="9024328" y="226860"/>
                  </a:lnTo>
                  <a:lnTo>
                    <a:pt x="9001595" y="240944"/>
                  </a:lnTo>
                  <a:lnTo>
                    <a:pt x="8972969" y="245745"/>
                  </a:lnTo>
                  <a:lnTo>
                    <a:pt x="8944343" y="240944"/>
                  </a:lnTo>
                  <a:lnTo>
                    <a:pt x="8921623" y="226860"/>
                  </a:lnTo>
                  <a:lnTo>
                    <a:pt x="8906624" y="203962"/>
                  </a:lnTo>
                  <a:lnTo>
                    <a:pt x="8901214" y="172720"/>
                  </a:lnTo>
                  <a:lnTo>
                    <a:pt x="8906624" y="141490"/>
                  </a:lnTo>
                  <a:lnTo>
                    <a:pt x="8921623" y="118592"/>
                  </a:lnTo>
                  <a:lnTo>
                    <a:pt x="8944343" y="104495"/>
                  </a:lnTo>
                  <a:lnTo>
                    <a:pt x="8972969" y="99695"/>
                  </a:lnTo>
                  <a:lnTo>
                    <a:pt x="9001595" y="104495"/>
                  </a:lnTo>
                  <a:lnTo>
                    <a:pt x="9024328" y="118592"/>
                  </a:lnTo>
                  <a:lnTo>
                    <a:pt x="9039327" y="141490"/>
                  </a:lnTo>
                  <a:lnTo>
                    <a:pt x="9044724" y="172720"/>
                  </a:lnTo>
                  <a:lnTo>
                    <a:pt x="9044724" y="23025"/>
                  </a:lnTo>
                  <a:lnTo>
                    <a:pt x="9023007" y="15417"/>
                  </a:lnTo>
                  <a:lnTo>
                    <a:pt x="8972969" y="10160"/>
                  </a:lnTo>
                  <a:lnTo>
                    <a:pt x="8922931" y="15417"/>
                  </a:lnTo>
                  <a:lnTo>
                    <a:pt x="8879586" y="30581"/>
                  </a:lnTo>
                  <a:lnTo>
                    <a:pt x="8843988" y="54775"/>
                  </a:lnTo>
                  <a:lnTo>
                    <a:pt x="8817229" y="87122"/>
                  </a:lnTo>
                  <a:lnTo>
                    <a:pt x="8800389" y="126733"/>
                  </a:lnTo>
                  <a:lnTo>
                    <a:pt x="8794534" y="172720"/>
                  </a:lnTo>
                  <a:lnTo>
                    <a:pt x="8800389" y="218948"/>
                  </a:lnTo>
                  <a:lnTo>
                    <a:pt x="8817229" y="258610"/>
                  </a:lnTo>
                  <a:lnTo>
                    <a:pt x="8843988" y="290918"/>
                  </a:lnTo>
                  <a:lnTo>
                    <a:pt x="8879586" y="315010"/>
                  </a:lnTo>
                  <a:lnTo>
                    <a:pt x="8922931" y="330073"/>
                  </a:lnTo>
                  <a:lnTo>
                    <a:pt x="8972969" y="335280"/>
                  </a:lnTo>
                  <a:lnTo>
                    <a:pt x="9023007" y="330073"/>
                  </a:lnTo>
                  <a:lnTo>
                    <a:pt x="9066365" y="315010"/>
                  </a:lnTo>
                  <a:lnTo>
                    <a:pt x="9101963" y="290918"/>
                  </a:lnTo>
                  <a:lnTo>
                    <a:pt x="9128709" y="258610"/>
                  </a:lnTo>
                  <a:lnTo>
                    <a:pt x="9134170" y="245745"/>
                  </a:lnTo>
                  <a:lnTo>
                    <a:pt x="9145549" y="218948"/>
                  </a:lnTo>
                  <a:lnTo>
                    <a:pt x="9151404" y="172720"/>
                  </a:lnTo>
                  <a:close/>
                </a:path>
                <a:path w="10668635" h="565150">
                  <a:moveTo>
                    <a:pt x="9320949" y="9525"/>
                  </a:moveTo>
                  <a:lnTo>
                    <a:pt x="9213634" y="9525"/>
                  </a:lnTo>
                  <a:lnTo>
                    <a:pt x="9213634" y="410845"/>
                  </a:lnTo>
                  <a:lnTo>
                    <a:pt x="9320949" y="410845"/>
                  </a:lnTo>
                  <a:lnTo>
                    <a:pt x="9320949" y="9525"/>
                  </a:lnTo>
                  <a:close/>
                </a:path>
                <a:path w="10668635" h="565150">
                  <a:moveTo>
                    <a:pt x="9328569" y="455295"/>
                  </a:moveTo>
                  <a:lnTo>
                    <a:pt x="8951379" y="455295"/>
                  </a:lnTo>
                  <a:lnTo>
                    <a:pt x="8951379" y="361950"/>
                  </a:lnTo>
                  <a:lnTo>
                    <a:pt x="8842159" y="361950"/>
                  </a:lnTo>
                  <a:lnTo>
                    <a:pt x="8842159" y="551827"/>
                  </a:lnTo>
                  <a:lnTo>
                    <a:pt x="9328569" y="551827"/>
                  </a:lnTo>
                  <a:lnTo>
                    <a:pt x="9328569" y="455295"/>
                  </a:lnTo>
                  <a:close/>
                </a:path>
                <a:path w="10668635" h="565150">
                  <a:moveTo>
                    <a:pt x="10082873" y="434340"/>
                  </a:moveTo>
                  <a:lnTo>
                    <a:pt x="9976828" y="434340"/>
                  </a:lnTo>
                  <a:lnTo>
                    <a:pt x="9976828" y="351155"/>
                  </a:lnTo>
                  <a:lnTo>
                    <a:pt x="9976828" y="316865"/>
                  </a:lnTo>
                  <a:lnTo>
                    <a:pt x="10012896" y="291020"/>
                  </a:lnTo>
                  <a:lnTo>
                    <a:pt x="10039617" y="259638"/>
                  </a:lnTo>
                  <a:lnTo>
                    <a:pt x="10039871" y="259080"/>
                  </a:lnTo>
                  <a:lnTo>
                    <a:pt x="10056216" y="223380"/>
                  </a:lnTo>
                  <a:lnTo>
                    <a:pt x="10061918" y="182880"/>
                  </a:lnTo>
                  <a:lnTo>
                    <a:pt x="10055885" y="141122"/>
                  </a:lnTo>
                  <a:lnTo>
                    <a:pt x="10038347" y="103936"/>
                  </a:lnTo>
                  <a:lnTo>
                    <a:pt x="10010178" y="71983"/>
                  </a:lnTo>
                  <a:lnTo>
                    <a:pt x="9972256" y="45948"/>
                  </a:lnTo>
                  <a:lnTo>
                    <a:pt x="9948253" y="35991"/>
                  </a:lnTo>
                  <a:lnTo>
                    <a:pt x="9948253" y="182880"/>
                  </a:lnTo>
                  <a:lnTo>
                    <a:pt x="9937940" y="214083"/>
                  </a:lnTo>
                  <a:lnTo>
                    <a:pt x="9909124" y="238125"/>
                  </a:lnTo>
                  <a:lnTo>
                    <a:pt x="9869513" y="252006"/>
                  </a:lnTo>
                  <a:lnTo>
                    <a:pt x="9869513" y="351155"/>
                  </a:lnTo>
                  <a:lnTo>
                    <a:pt x="9869513" y="434340"/>
                  </a:lnTo>
                  <a:lnTo>
                    <a:pt x="9747593" y="434340"/>
                  </a:lnTo>
                  <a:lnTo>
                    <a:pt x="9747593" y="351155"/>
                  </a:lnTo>
                  <a:lnTo>
                    <a:pt x="9762122" y="352831"/>
                  </a:lnTo>
                  <a:lnTo>
                    <a:pt x="9777120" y="354012"/>
                  </a:lnTo>
                  <a:lnTo>
                    <a:pt x="9792602" y="354736"/>
                  </a:lnTo>
                  <a:lnTo>
                    <a:pt x="9808553" y="354965"/>
                  </a:lnTo>
                  <a:lnTo>
                    <a:pt x="9824504" y="354736"/>
                  </a:lnTo>
                  <a:lnTo>
                    <a:pt x="9839985" y="354012"/>
                  </a:lnTo>
                  <a:lnTo>
                    <a:pt x="9854984" y="352831"/>
                  </a:lnTo>
                  <a:lnTo>
                    <a:pt x="9869513" y="351155"/>
                  </a:lnTo>
                  <a:lnTo>
                    <a:pt x="9869513" y="252006"/>
                  </a:lnTo>
                  <a:lnTo>
                    <a:pt x="9864941" y="253606"/>
                  </a:lnTo>
                  <a:lnTo>
                    <a:pt x="9808553" y="259080"/>
                  </a:lnTo>
                  <a:lnTo>
                    <a:pt x="9752165" y="253606"/>
                  </a:lnTo>
                  <a:lnTo>
                    <a:pt x="9707982" y="238125"/>
                  </a:lnTo>
                  <a:lnTo>
                    <a:pt x="9679165" y="214083"/>
                  </a:lnTo>
                  <a:lnTo>
                    <a:pt x="9668853" y="182880"/>
                  </a:lnTo>
                  <a:lnTo>
                    <a:pt x="9679165" y="151422"/>
                  </a:lnTo>
                  <a:lnTo>
                    <a:pt x="9707982" y="127406"/>
                  </a:lnTo>
                  <a:lnTo>
                    <a:pt x="9752165" y="112077"/>
                  </a:lnTo>
                  <a:lnTo>
                    <a:pt x="9808553" y="106680"/>
                  </a:lnTo>
                  <a:lnTo>
                    <a:pt x="9864941" y="112077"/>
                  </a:lnTo>
                  <a:lnTo>
                    <a:pt x="9909124" y="127406"/>
                  </a:lnTo>
                  <a:lnTo>
                    <a:pt x="9937940" y="151422"/>
                  </a:lnTo>
                  <a:lnTo>
                    <a:pt x="9948253" y="182880"/>
                  </a:lnTo>
                  <a:lnTo>
                    <a:pt x="9948253" y="35991"/>
                  </a:lnTo>
                  <a:lnTo>
                    <a:pt x="9925431" y="26517"/>
                  </a:lnTo>
                  <a:lnTo>
                    <a:pt x="9870567" y="14363"/>
                  </a:lnTo>
                  <a:lnTo>
                    <a:pt x="9808553" y="10160"/>
                  </a:lnTo>
                  <a:lnTo>
                    <a:pt x="9746526" y="14363"/>
                  </a:lnTo>
                  <a:lnTo>
                    <a:pt x="9691675" y="26517"/>
                  </a:lnTo>
                  <a:lnTo>
                    <a:pt x="9644850" y="45948"/>
                  </a:lnTo>
                  <a:lnTo>
                    <a:pt x="9606915" y="71983"/>
                  </a:lnTo>
                  <a:lnTo>
                    <a:pt x="9578759" y="103936"/>
                  </a:lnTo>
                  <a:lnTo>
                    <a:pt x="9561220" y="141122"/>
                  </a:lnTo>
                  <a:lnTo>
                    <a:pt x="9555188" y="182880"/>
                  </a:lnTo>
                  <a:lnTo>
                    <a:pt x="9560890" y="223380"/>
                  </a:lnTo>
                  <a:lnTo>
                    <a:pt x="9577489" y="259638"/>
                  </a:lnTo>
                  <a:lnTo>
                    <a:pt x="9604210" y="291020"/>
                  </a:lnTo>
                  <a:lnTo>
                    <a:pt x="9640278" y="316865"/>
                  </a:lnTo>
                  <a:lnTo>
                    <a:pt x="9640278" y="434340"/>
                  </a:lnTo>
                  <a:lnTo>
                    <a:pt x="9534233" y="434340"/>
                  </a:lnTo>
                  <a:lnTo>
                    <a:pt x="9534233" y="532777"/>
                  </a:lnTo>
                  <a:lnTo>
                    <a:pt x="10082873" y="532777"/>
                  </a:lnTo>
                  <a:lnTo>
                    <a:pt x="10082873" y="434340"/>
                  </a:lnTo>
                  <a:close/>
                </a:path>
                <a:path w="10668635" h="565150">
                  <a:moveTo>
                    <a:pt x="10668343" y="432435"/>
                  </a:moveTo>
                  <a:lnTo>
                    <a:pt x="10448633" y="432435"/>
                  </a:lnTo>
                  <a:lnTo>
                    <a:pt x="10448633" y="312420"/>
                  </a:lnTo>
                  <a:lnTo>
                    <a:pt x="10339413" y="312420"/>
                  </a:lnTo>
                  <a:lnTo>
                    <a:pt x="10339413" y="432435"/>
                  </a:lnTo>
                  <a:lnTo>
                    <a:pt x="10119703" y="432435"/>
                  </a:lnTo>
                  <a:lnTo>
                    <a:pt x="10119703" y="532777"/>
                  </a:lnTo>
                  <a:lnTo>
                    <a:pt x="10668343" y="532777"/>
                  </a:lnTo>
                  <a:lnTo>
                    <a:pt x="10668343" y="432435"/>
                  </a:lnTo>
                  <a:close/>
                </a:path>
                <a:path w="10668635" h="565150">
                  <a:moveTo>
                    <a:pt x="10668343" y="261620"/>
                  </a:moveTo>
                  <a:lnTo>
                    <a:pt x="10584294" y="212725"/>
                  </a:lnTo>
                  <a:lnTo>
                    <a:pt x="10439108" y="128270"/>
                  </a:lnTo>
                  <a:lnTo>
                    <a:pt x="10448760" y="103886"/>
                  </a:lnTo>
                  <a:lnTo>
                    <a:pt x="10456735" y="78422"/>
                  </a:lnTo>
                  <a:lnTo>
                    <a:pt x="10463047" y="52019"/>
                  </a:lnTo>
                  <a:lnTo>
                    <a:pt x="10467683" y="24765"/>
                  </a:lnTo>
                  <a:lnTo>
                    <a:pt x="10358463" y="7620"/>
                  </a:lnTo>
                  <a:lnTo>
                    <a:pt x="10347439" y="59029"/>
                  </a:lnTo>
                  <a:lnTo>
                    <a:pt x="10329723" y="105270"/>
                  </a:lnTo>
                  <a:lnTo>
                    <a:pt x="10306152" y="145834"/>
                  </a:lnTo>
                  <a:lnTo>
                    <a:pt x="10277577" y="180187"/>
                  </a:lnTo>
                  <a:lnTo>
                    <a:pt x="10244874" y="207810"/>
                  </a:lnTo>
                  <a:lnTo>
                    <a:pt x="10208895" y="228193"/>
                  </a:lnTo>
                  <a:lnTo>
                    <a:pt x="10170477" y="240792"/>
                  </a:lnTo>
                  <a:lnTo>
                    <a:pt x="10130498" y="245110"/>
                  </a:lnTo>
                  <a:lnTo>
                    <a:pt x="10130498" y="346710"/>
                  </a:lnTo>
                  <a:lnTo>
                    <a:pt x="10181361" y="342569"/>
                  </a:lnTo>
                  <a:lnTo>
                    <a:pt x="10230028" y="330466"/>
                  </a:lnTo>
                  <a:lnTo>
                    <a:pt x="10275913" y="310921"/>
                  </a:lnTo>
                  <a:lnTo>
                    <a:pt x="10318407" y="284441"/>
                  </a:lnTo>
                  <a:lnTo>
                    <a:pt x="10356926" y="251536"/>
                  </a:lnTo>
                  <a:lnTo>
                    <a:pt x="10390848" y="212725"/>
                  </a:lnTo>
                  <a:lnTo>
                    <a:pt x="10613098" y="349250"/>
                  </a:lnTo>
                  <a:lnTo>
                    <a:pt x="10668343" y="261620"/>
                  </a:lnTo>
                  <a:close/>
                </a:path>
              </a:pathLst>
            </a:custGeom>
            <a:solidFill>
              <a:srgbClr val="FF80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586956" y="5224411"/>
              <a:ext cx="1856739" cy="542925"/>
            </a:xfrm>
            <a:custGeom>
              <a:avLst/>
              <a:gdLst/>
              <a:ahLst/>
              <a:cxnLst/>
              <a:rect l="l" t="t" r="r" b="b"/>
              <a:pathLst>
                <a:path w="1856740" h="542925">
                  <a:moveTo>
                    <a:pt x="306705" y="12700"/>
                  </a:moveTo>
                  <a:lnTo>
                    <a:pt x="0" y="12700"/>
                  </a:lnTo>
                  <a:lnTo>
                    <a:pt x="0" y="110490"/>
                  </a:lnTo>
                  <a:lnTo>
                    <a:pt x="197485" y="110490"/>
                  </a:lnTo>
                  <a:lnTo>
                    <a:pt x="197485" y="159385"/>
                  </a:lnTo>
                  <a:lnTo>
                    <a:pt x="194335" y="215912"/>
                  </a:lnTo>
                  <a:lnTo>
                    <a:pt x="184924" y="266166"/>
                  </a:lnTo>
                  <a:lnTo>
                    <a:pt x="169316" y="309791"/>
                  </a:lnTo>
                  <a:lnTo>
                    <a:pt x="147548" y="346392"/>
                  </a:lnTo>
                  <a:lnTo>
                    <a:pt x="119684" y="375627"/>
                  </a:lnTo>
                  <a:lnTo>
                    <a:pt x="85763" y="397103"/>
                  </a:lnTo>
                  <a:lnTo>
                    <a:pt x="45859" y="410451"/>
                  </a:lnTo>
                  <a:lnTo>
                    <a:pt x="0" y="415290"/>
                  </a:lnTo>
                  <a:lnTo>
                    <a:pt x="0" y="516902"/>
                  </a:lnTo>
                  <a:lnTo>
                    <a:pt x="45516" y="514070"/>
                  </a:lnTo>
                  <a:lnTo>
                    <a:pt x="87972" y="505714"/>
                  </a:lnTo>
                  <a:lnTo>
                    <a:pt x="127215" y="492023"/>
                  </a:lnTo>
                  <a:lnTo>
                    <a:pt x="163055" y="473176"/>
                  </a:lnTo>
                  <a:lnTo>
                    <a:pt x="195313" y="449364"/>
                  </a:lnTo>
                  <a:lnTo>
                    <a:pt x="223837" y="420776"/>
                  </a:lnTo>
                  <a:lnTo>
                    <a:pt x="248437" y="387591"/>
                  </a:lnTo>
                  <a:lnTo>
                    <a:pt x="268947" y="350012"/>
                  </a:lnTo>
                  <a:lnTo>
                    <a:pt x="285203" y="308203"/>
                  </a:lnTo>
                  <a:lnTo>
                    <a:pt x="297040" y="262382"/>
                  </a:lnTo>
                  <a:lnTo>
                    <a:pt x="304253" y="212712"/>
                  </a:lnTo>
                  <a:lnTo>
                    <a:pt x="306705" y="159385"/>
                  </a:lnTo>
                  <a:lnTo>
                    <a:pt x="306705" y="12700"/>
                  </a:lnTo>
                  <a:close/>
                </a:path>
                <a:path w="1856740" h="542925">
                  <a:moveTo>
                    <a:pt x="557530" y="198120"/>
                  </a:moveTo>
                  <a:lnTo>
                    <a:pt x="494030" y="198120"/>
                  </a:lnTo>
                  <a:lnTo>
                    <a:pt x="494030" y="0"/>
                  </a:lnTo>
                  <a:lnTo>
                    <a:pt x="386715" y="0"/>
                  </a:lnTo>
                  <a:lnTo>
                    <a:pt x="386715" y="542302"/>
                  </a:lnTo>
                  <a:lnTo>
                    <a:pt x="494030" y="542302"/>
                  </a:lnTo>
                  <a:lnTo>
                    <a:pt x="494030" y="302260"/>
                  </a:lnTo>
                  <a:lnTo>
                    <a:pt x="557530" y="302260"/>
                  </a:lnTo>
                  <a:lnTo>
                    <a:pt x="557530" y="198120"/>
                  </a:lnTo>
                  <a:close/>
                </a:path>
                <a:path w="1856740" h="542925">
                  <a:moveTo>
                    <a:pt x="1114996" y="161290"/>
                  </a:moveTo>
                  <a:lnTo>
                    <a:pt x="1101483" y="165811"/>
                  </a:lnTo>
                  <a:lnTo>
                    <a:pt x="1085875" y="169786"/>
                  </a:lnTo>
                  <a:lnTo>
                    <a:pt x="1068476" y="173177"/>
                  </a:lnTo>
                  <a:lnTo>
                    <a:pt x="1049591" y="175895"/>
                  </a:lnTo>
                  <a:lnTo>
                    <a:pt x="1049591" y="88265"/>
                  </a:lnTo>
                  <a:lnTo>
                    <a:pt x="1097851" y="88265"/>
                  </a:lnTo>
                  <a:lnTo>
                    <a:pt x="1097851" y="6350"/>
                  </a:lnTo>
                  <a:lnTo>
                    <a:pt x="948626" y="6350"/>
                  </a:lnTo>
                  <a:lnTo>
                    <a:pt x="948626" y="88265"/>
                  </a:lnTo>
                  <a:lnTo>
                    <a:pt x="948626" y="179070"/>
                  </a:lnTo>
                  <a:lnTo>
                    <a:pt x="881316" y="179070"/>
                  </a:lnTo>
                  <a:lnTo>
                    <a:pt x="881316" y="88265"/>
                  </a:lnTo>
                  <a:lnTo>
                    <a:pt x="948626" y="88265"/>
                  </a:lnTo>
                  <a:lnTo>
                    <a:pt x="948626" y="6350"/>
                  </a:lnTo>
                  <a:lnTo>
                    <a:pt x="732726" y="6350"/>
                  </a:lnTo>
                  <a:lnTo>
                    <a:pt x="732726" y="88265"/>
                  </a:lnTo>
                  <a:lnTo>
                    <a:pt x="780351" y="88265"/>
                  </a:lnTo>
                  <a:lnTo>
                    <a:pt x="780351" y="179070"/>
                  </a:lnTo>
                  <a:lnTo>
                    <a:pt x="728916" y="179070"/>
                  </a:lnTo>
                  <a:lnTo>
                    <a:pt x="728916" y="260350"/>
                  </a:lnTo>
                  <a:lnTo>
                    <a:pt x="977201" y="260350"/>
                  </a:lnTo>
                  <a:lnTo>
                    <a:pt x="1016508" y="259080"/>
                  </a:lnTo>
                  <a:lnTo>
                    <a:pt x="1054912" y="255358"/>
                  </a:lnTo>
                  <a:lnTo>
                    <a:pt x="1088923" y="249377"/>
                  </a:lnTo>
                  <a:lnTo>
                    <a:pt x="1114996" y="241300"/>
                  </a:lnTo>
                  <a:lnTo>
                    <a:pt x="1114996" y="175895"/>
                  </a:lnTo>
                  <a:lnTo>
                    <a:pt x="1114996" y="161290"/>
                  </a:lnTo>
                  <a:close/>
                </a:path>
                <a:path w="1856740" h="542925">
                  <a:moveTo>
                    <a:pt x="1247089" y="0"/>
                  </a:moveTo>
                  <a:lnTo>
                    <a:pt x="1139761" y="0"/>
                  </a:lnTo>
                  <a:lnTo>
                    <a:pt x="1139761" y="271780"/>
                  </a:lnTo>
                  <a:lnTo>
                    <a:pt x="1247089" y="271780"/>
                  </a:lnTo>
                  <a:lnTo>
                    <a:pt x="1247089" y="0"/>
                  </a:lnTo>
                  <a:close/>
                </a:path>
                <a:path w="1856740" h="542925">
                  <a:moveTo>
                    <a:pt x="1252804" y="469265"/>
                  </a:moveTo>
                  <a:lnTo>
                    <a:pt x="868616" y="469265"/>
                  </a:lnTo>
                  <a:lnTo>
                    <a:pt x="868616" y="448310"/>
                  </a:lnTo>
                  <a:lnTo>
                    <a:pt x="1247089" y="448310"/>
                  </a:lnTo>
                  <a:lnTo>
                    <a:pt x="1247089" y="290830"/>
                  </a:lnTo>
                  <a:lnTo>
                    <a:pt x="761301" y="290830"/>
                  </a:lnTo>
                  <a:lnTo>
                    <a:pt x="761301" y="363855"/>
                  </a:lnTo>
                  <a:lnTo>
                    <a:pt x="1141031" y="363855"/>
                  </a:lnTo>
                  <a:lnTo>
                    <a:pt x="1141031" y="384810"/>
                  </a:lnTo>
                  <a:lnTo>
                    <a:pt x="762571" y="384810"/>
                  </a:lnTo>
                  <a:lnTo>
                    <a:pt x="762571" y="542302"/>
                  </a:lnTo>
                  <a:lnTo>
                    <a:pt x="1252804" y="542302"/>
                  </a:lnTo>
                  <a:lnTo>
                    <a:pt x="1252804" y="469265"/>
                  </a:lnTo>
                  <a:close/>
                </a:path>
                <a:path w="1856740" h="542925">
                  <a:moveTo>
                    <a:pt x="1856689" y="424815"/>
                  </a:moveTo>
                  <a:lnTo>
                    <a:pt x="1750644" y="424815"/>
                  </a:lnTo>
                  <a:lnTo>
                    <a:pt x="1750644" y="341630"/>
                  </a:lnTo>
                  <a:lnTo>
                    <a:pt x="1750644" y="307340"/>
                  </a:lnTo>
                  <a:lnTo>
                    <a:pt x="1786712" y="281495"/>
                  </a:lnTo>
                  <a:lnTo>
                    <a:pt x="1813420" y="250113"/>
                  </a:lnTo>
                  <a:lnTo>
                    <a:pt x="1830031" y="213855"/>
                  </a:lnTo>
                  <a:lnTo>
                    <a:pt x="1835734" y="173355"/>
                  </a:lnTo>
                  <a:lnTo>
                    <a:pt x="1829689" y="131597"/>
                  </a:lnTo>
                  <a:lnTo>
                    <a:pt x="1812163" y="94411"/>
                  </a:lnTo>
                  <a:lnTo>
                    <a:pt x="1783994" y="62458"/>
                  </a:lnTo>
                  <a:lnTo>
                    <a:pt x="1746072" y="36423"/>
                  </a:lnTo>
                  <a:lnTo>
                    <a:pt x="1722069" y="26466"/>
                  </a:lnTo>
                  <a:lnTo>
                    <a:pt x="1722069" y="173355"/>
                  </a:lnTo>
                  <a:lnTo>
                    <a:pt x="1711756" y="204558"/>
                  </a:lnTo>
                  <a:lnTo>
                    <a:pt x="1682927" y="228600"/>
                  </a:lnTo>
                  <a:lnTo>
                    <a:pt x="1643329" y="242481"/>
                  </a:lnTo>
                  <a:lnTo>
                    <a:pt x="1643329" y="341630"/>
                  </a:lnTo>
                  <a:lnTo>
                    <a:pt x="1643329" y="424815"/>
                  </a:lnTo>
                  <a:lnTo>
                    <a:pt x="1521409" y="424815"/>
                  </a:lnTo>
                  <a:lnTo>
                    <a:pt x="1521409" y="341630"/>
                  </a:lnTo>
                  <a:lnTo>
                    <a:pt x="1535925" y="343306"/>
                  </a:lnTo>
                  <a:lnTo>
                    <a:pt x="1550936" y="344487"/>
                  </a:lnTo>
                  <a:lnTo>
                    <a:pt x="1566405" y="345211"/>
                  </a:lnTo>
                  <a:lnTo>
                    <a:pt x="1582369" y="345440"/>
                  </a:lnTo>
                  <a:lnTo>
                    <a:pt x="1598320" y="345211"/>
                  </a:lnTo>
                  <a:lnTo>
                    <a:pt x="1613801" y="344487"/>
                  </a:lnTo>
                  <a:lnTo>
                    <a:pt x="1628800" y="343306"/>
                  </a:lnTo>
                  <a:lnTo>
                    <a:pt x="1643329" y="341630"/>
                  </a:lnTo>
                  <a:lnTo>
                    <a:pt x="1643329" y="242481"/>
                  </a:lnTo>
                  <a:lnTo>
                    <a:pt x="1638757" y="244081"/>
                  </a:lnTo>
                  <a:lnTo>
                    <a:pt x="1582369" y="249555"/>
                  </a:lnTo>
                  <a:lnTo>
                    <a:pt x="1525981" y="244081"/>
                  </a:lnTo>
                  <a:lnTo>
                    <a:pt x="1481797" y="228600"/>
                  </a:lnTo>
                  <a:lnTo>
                    <a:pt x="1452968" y="204558"/>
                  </a:lnTo>
                  <a:lnTo>
                    <a:pt x="1442669" y="173355"/>
                  </a:lnTo>
                  <a:lnTo>
                    <a:pt x="1452968" y="141897"/>
                  </a:lnTo>
                  <a:lnTo>
                    <a:pt x="1481797" y="117881"/>
                  </a:lnTo>
                  <a:lnTo>
                    <a:pt x="1525981" y="102552"/>
                  </a:lnTo>
                  <a:lnTo>
                    <a:pt x="1582369" y="97155"/>
                  </a:lnTo>
                  <a:lnTo>
                    <a:pt x="1638757" y="102552"/>
                  </a:lnTo>
                  <a:lnTo>
                    <a:pt x="1682927" y="117881"/>
                  </a:lnTo>
                  <a:lnTo>
                    <a:pt x="1711756" y="141897"/>
                  </a:lnTo>
                  <a:lnTo>
                    <a:pt x="1722069" y="173355"/>
                  </a:lnTo>
                  <a:lnTo>
                    <a:pt x="1722069" y="26466"/>
                  </a:lnTo>
                  <a:lnTo>
                    <a:pt x="1699247" y="16992"/>
                  </a:lnTo>
                  <a:lnTo>
                    <a:pt x="1644383" y="4838"/>
                  </a:lnTo>
                  <a:lnTo>
                    <a:pt x="1582369" y="635"/>
                  </a:lnTo>
                  <a:lnTo>
                    <a:pt x="1520342" y="4838"/>
                  </a:lnTo>
                  <a:lnTo>
                    <a:pt x="1465491" y="16992"/>
                  </a:lnTo>
                  <a:lnTo>
                    <a:pt x="1418666" y="36423"/>
                  </a:lnTo>
                  <a:lnTo>
                    <a:pt x="1380731" y="62458"/>
                  </a:lnTo>
                  <a:lnTo>
                    <a:pt x="1352575" y="94411"/>
                  </a:lnTo>
                  <a:lnTo>
                    <a:pt x="1335036" y="131597"/>
                  </a:lnTo>
                  <a:lnTo>
                    <a:pt x="1329004" y="173355"/>
                  </a:lnTo>
                  <a:lnTo>
                    <a:pt x="1334706" y="213855"/>
                  </a:lnTo>
                  <a:lnTo>
                    <a:pt x="1351305" y="250113"/>
                  </a:lnTo>
                  <a:lnTo>
                    <a:pt x="1378026" y="281495"/>
                  </a:lnTo>
                  <a:lnTo>
                    <a:pt x="1414094" y="307340"/>
                  </a:lnTo>
                  <a:lnTo>
                    <a:pt x="1414094" y="424815"/>
                  </a:lnTo>
                  <a:lnTo>
                    <a:pt x="1308049" y="424815"/>
                  </a:lnTo>
                  <a:lnTo>
                    <a:pt x="1308049" y="523252"/>
                  </a:lnTo>
                  <a:lnTo>
                    <a:pt x="1856689" y="523252"/>
                  </a:lnTo>
                  <a:lnTo>
                    <a:pt x="1856689" y="424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30713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61605" y="9738517"/>
            <a:ext cx="15240" cy="23495"/>
          </a:xfrm>
          <a:custGeom>
            <a:avLst/>
            <a:gdLst/>
            <a:ahLst/>
            <a:cxnLst/>
            <a:rect l="l" t="t" r="r" b="b"/>
            <a:pathLst>
              <a:path w="15240" h="23495">
                <a:moveTo>
                  <a:pt x="14843" y="23432"/>
                </a:moveTo>
                <a:lnTo>
                  <a:pt x="0" y="23432"/>
                </a:lnTo>
                <a:lnTo>
                  <a:pt x="0" y="0"/>
                </a:lnTo>
                <a:lnTo>
                  <a:pt x="14843" y="0"/>
                </a:lnTo>
                <a:lnTo>
                  <a:pt x="14843" y="23432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864107" y="2278995"/>
            <a:ext cx="14559915" cy="6801484"/>
            <a:chOff x="1864107" y="2278995"/>
            <a:chExt cx="14559915" cy="6801484"/>
          </a:xfrm>
        </p:grpSpPr>
        <p:sp>
          <p:nvSpPr>
            <p:cNvPr id="5" name="object 5" descr=""/>
            <p:cNvSpPr/>
            <p:nvPr/>
          </p:nvSpPr>
          <p:spPr>
            <a:xfrm>
              <a:off x="1864107" y="2278995"/>
              <a:ext cx="14559915" cy="6801484"/>
            </a:xfrm>
            <a:custGeom>
              <a:avLst/>
              <a:gdLst/>
              <a:ahLst/>
              <a:cxnLst/>
              <a:rect l="l" t="t" r="r" b="b"/>
              <a:pathLst>
                <a:path w="14559915" h="6801484">
                  <a:moveTo>
                    <a:pt x="13879677" y="6801063"/>
                  </a:moveTo>
                  <a:lnTo>
                    <a:pt x="680106" y="6801063"/>
                  </a:lnTo>
                  <a:lnTo>
                    <a:pt x="631124" y="6799298"/>
                  </a:lnTo>
                  <a:lnTo>
                    <a:pt x="582681" y="6794051"/>
                  </a:lnTo>
                  <a:lnTo>
                    <a:pt x="534946" y="6785393"/>
                  </a:lnTo>
                  <a:lnTo>
                    <a:pt x="488093" y="6773396"/>
                  </a:lnTo>
                  <a:lnTo>
                    <a:pt x="442292" y="6758129"/>
                  </a:lnTo>
                  <a:lnTo>
                    <a:pt x="397716" y="6739665"/>
                  </a:lnTo>
                  <a:lnTo>
                    <a:pt x="354535" y="6718074"/>
                  </a:lnTo>
                  <a:lnTo>
                    <a:pt x="312921" y="6693428"/>
                  </a:lnTo>
                  <a:lnTo>
                    <a:pt x="273046" y="6665796"/>
                  </a:lnTo>
                  <a:lnTo>
                    <a:pt x="235081" y="6635251"/>
                  </a:lnTo>
                  <a:lnTo>
                    <a:pt x="199198" y="6601864"/>
                  </a:lnTo>
                  <a:lnTo>
                    <a:pt x="165811" y="6565981"/>
                  </a:lnTo>
                  <a:lnTo>
                    <a:pt x="135266" y="6528016"/>
                  </a:lnTo>
                  <a:lnTo>
                    <a:pt x="107635" y="6488141"/>
                  </a:lnTo>
                  <a:lnTo>
                    <a:pt x="82988" y="6446527"/>
                  </a:lnTo>
                  <a:lnTo>
                    <a:pt x="61397" y="6403346"/>
                  </a:lnTo>
                  <a:lnTo>
                    <a:pt x="42933" y="6358770"/>
                  </a:lnTo>
                  <a:lnTo>
                    <a:pt x="27666" y="6312969"/>
                  </a:lnTo>
                  <a:lnTo>
                    <a:pt x="15669" y="6266116"/>
                  </a:lnTo>
                  <a:lnTo>
                    <a:pt x="7011" y="6218381"/>
                  </a:lnTo>
                  <a:lnTo>
                    <a:pt x="1764" y="6169938"/>
                  </a:lnTo>
                  <a:lnTo>
                    <a:pt x="0" y="6120956"/>
                  </a:lnTo>
                  <a:lnTo>
                    <a:pt x="0" y="680106"/>
                  </a:lnTo>
                  <a:lnTo>
                    <a:pt x="1764" y="631124"/>
                  </a:lnTo>
                  <a:lnTo>
                    <a:pt x="7011" y="582681"/>
                  </a:lnTo>
                  <a:lnTo>
                    <a:pt x="15669" y="534946"/>
                  </a:lnTo>
                  <a:lnTo>
                    <a:pt x="27666" y="488093"/>
                  </a:lnTo>
                  <a:lnTo>
                    <a:pt x="42933" y="442292"/>
                  </a:lnTo>
                  <a:lnTo>
                    <a:pt x="61397" y="397716"/>
                  </a:lnTo>
                  <a:lnTo>
                    <a:pt x="82988" y="354535"/>
                  </a:lnTo>
                  <a:lnTo>
                    <a:pt x="107635" y="312921"/>
                  </a:lnTo>
                  <a:lnTo>
                    <a:pt x="135266" y="273046"/>
                  </a:lnTo>
                  <a:lnTo>
                    <a:pt x="165811" y="235081"/>
                  </a:lnTo>
                  <a:lnTo>
                    <a:pt x="199198" y="199198"/>
                  </a:lnTo>
                  <a:lnTo>
                    <a:pt x="235081" y="165811"/>
                  </a:lnTo>
                  <a:lnTo>
                    <a:pt x="273046" y="135266"/>
                  </a:lnTo>
                  <a:lnTo>
                    <a:pt x="312921" y="107635"/>
                  </a:lnTo>
                  <a:lnTo>
                    <a:pt x="354535" y="82988"/>
                  </a:lnTo>
                  <a:lnTo>
                    <a:pt x="397716" y="61397"/>
                  </a:lnTo>
                  <a:lnTo>
                    <a:pt x="442292" y="42933"/>
                  </a:lnTo>
                  <a:lnTo>
                    <a:pt x="488093" y="27666"/>
                  </a:lnTo>
                  <a:lnTo>
                    <a:pt x="534946" y="15669"/>
                  </a:lnTo>
                  <a:lnTo>
                    <a:pt x="582681" y="7011"/>
                  </a:lnTo>
                  <a:lnTo>
                    <a:pt x="631124" y="1764"/>
                  </a:lnTo>
                  <a:lnTo>
                    <a:pt x="680106" y="0"/>
                  </a:lnTo>
                  <a:lnTo>
                    <a:pt x="13879677" y="0"/>
                  </a:lnTo>
                  <a:lnTo>
                    <a:pt x="13928659" y="1764"/>
                  </a:lnTo>
                  <a:lnTo>
                    <a:pt x="13977102" y="7011"/>
                  </a:lnTo>
                  <a:lnTo>
                    <a:pt x="14024837" y="15669"/>
                  </a:lnTo>
                  <a:lnTo>
                    <a:pt x="14071690" y="27666"/>
                  </a:lnTo>
                  <a:lnTo>
                    <a:pt x="14117491" y="42933"/>
                  </a:lnTo>
                  <a:lnTo>
                    <a:pt x="14162067" y="61397"/>
                  </a:lnTo>
                  <a:lnTo>
                    <a:pt x="14205248" y="82988"/>
                  </a:lnTo>
                  <a:lnTo>
                    <a:pt x="14246862" y="107635"/>
                  </a:lnTo>
                  <a:lnTo>
                    <a:pt x="14286737" y="135266"/>
                  </a:lnTo>
                  <a:lnTo>
                    <a:pt x="14324702" y="165811"/>
                  </a:lnTo>
                  <a:lnTo>
                    <a:pt x="14360585" y="199198"/>
                  </a:lnTo>
                  <a:lnTo>
                    <a:pt x="14393972" y="235081"/>
                  </a:lnTo>
                  <a:lnTo>
                    <a:pt x="14424517" y="273046"/>
                  </a:lnTo>
                  <a:lnTo>
                    <a:pt x="14452149" y="312921"/>
                  </a:lnTo>
                  <a:lnTo>
                    <a:pt x="14476795" y="354535"/>
                  </a:lnTo>
                  <a:lnTo>
                    <a:pt x="14498386" y="397716"/>
                  </a:lnTo>
                  <a:lnTo>
                    <a:pt x="14516850" y="442292"/>
                  </a:lnTo>
                  <a:lnTo>
                    <a:pt x="14532117" y="488093"/>
                  </a:lnTo>
                  <a:lnTo>
                    <a:pt x="14544114" y="534946"/>
                  </a:lnTo>
                  <a:lnTo>
                    <a:pt x="14552772" y="582681"/>
                  </a:lnTo>
                  <a:lnTo>
                    <a:pt x="14558019" y="631124"/>
                  </a:lnTo>
                  <a:lnTo>
                    <a:pt x="14559784" y="680106"/>
                  </a:lnTo>
                  <a:lnTo>
                    <a:pt x="14559784" y="6120956"/>
                  </a:lnTo>
                  <a:lnTo>
                    <a:pt x="14558019" y="6169938"/>
                  </a:lnTo>
                  <a:lnTo>
                    <a:pt x="14552772" y="6218381"/>
                  </a:lnTo>
                  <a:lnTo>
                    <a:pt x="14544114" y="6266116"/>
                  </a:lnTo>
                  <a:lnTo>
                    <a:pt x="14532117" y="6312969"/>
                  </a:lnTo>
                  <a:lnTo>
                    <a:pt x="14516850" y="6358770"/>
                  </a:lnTo>
                  <a:lnTo>
                    <a:pt x="14498386" y="6403346"/>
                  </a:lnTo>
                  <a:lnTo>
                    <a:pt x="14476795" y="6446527"/>
                  </a:lnTo>
                  <a:lnTo>
                    <a:pt x="14452149" y="6488141"/>
                  </a:lnTo>
                  <a:lnTo>
                    <a:pt x="14424517" y="6528016"/>
                  </a:lnTo>
                  <a:lnTo>
                    <a:pt x="14393972" y="6565981"/>
                  </a:lnTo>
                  <a:lnTo>
                    <a:pt x="14360585" y="6601864"/>
                  </a:lnTo>
                  <a:lnTo>
                    <a:pt x="14324702" y="6635251"/>
                  </a:lnTo>
                  <a:lnTo>
                    <a:pt x="14286737" y="6665796"/>
                  </a:lnTo>
                  <a:lnTo>
                    <a:pt x="14246862" y="6693428"/>
                  </a:lnTo>
                  <a:lnTo>
                    <a:pt x="14205248" y="6718074"/>
                  </a:lnTo>
                  <a:lnTo>
                    <a:pt x="14162067" y="6739665"/>
                  </a:lnTo>
                  <a:lnTo>
                    <a:pt x="14117491" y="6758129"/>
                  </a:lnTo>
                  <a:lnTo>
                    <a:pt x="14071690" y="6773396"/>
                  </a:lnTo>
                  <a:lnTo>
                    <a:pt x="14024837" y="6785393"/>
                  </a:lnTo>
                  <a:lnTo>
                    <a:pt x="13977102" y="6794051"/>
                  </a:lnTo>
                  <a:lnTo>
                    <a:pt x="13928659" y="6799298"/>
                  </a:lnTo>
                  <a:lnTo>
                    <a:pt x="13879677" y="680106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7327" y="2569139"/>
              <a:ext cx="8898291" cy="6255512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135748" y="1436115"/>
            <a:ext cx="742315" cy="410845"/>
          </a:xfrm>
          <a:custGeom>
            <a:avLst/>
            <a:gdLst/>
            <a:ahLst/>
            <a:cxnLst/>
            <a:rect l="l" t="t" r="r" b="b"/>
            <a:pathLst>
              <a:path w="742314" h="410844">
                <a:moveTo>
                  <a:pt x="352044" y="157353"/>
                </a:moveTo>
                <a:lnTo>
                  <a:pt x="297167" y="144589"/>
                </a:lnTo>
                <a:lnTo>
                  <a:pt x="257035" y="123520"/>
                </a:lnTo>
                <a:lnTo>
                  <a:pt x="254508" y="120904"/>
                </a:lnTo>
                <a:lnTo>
                  <a:pt x="231406" y="97040"/>
                </a:lnTo>
                <a:lnTo>
                  <a:pt x="220027" y="68008"/>
                </a:lnTo>
                <a:lnTo>
                  <a:pt x="336042" y="68008"/>
                </a:lnTo>
                <a:lnTo>
                  <a:pt x="336042" y="21336"/>
                </a:lnTo>
                <a:lnTo>
                  <a:pt x="32448" y="21336"/>
                </a:lnTo>
                <a:lnTo>
                  <a:pt x="32448" y="68008"/>
                </a:lnTo>
                <a:lnTo>
                  <a:pt x="150241" y="68008"/>
                </a:lnTo>
                <a:lnTo>
                  <a:pt x="138785" y="97040"/>
                </a:lnTo>
                <a:lnTo>
                  <a:pt x="112953" y="123520"/>
                </a:lnTo>
                <a:lnTo>
                  <a:pt x="72542" y="144589"/>
                </a:lnTo>
                <a:lnTo>
                  <a:pt x="17335" y="157353"/>
                </a:lnTo>
                <a:lnTo>
                  <a:pt x="38671" y="203136"/>
                </a:lnTo>
                <a:lnTo>
                  <a:pt x="88277" y="192036"/>
                </a:lnTo>
                <a:lnTo>
                  <a:pt x="129463" y="174028"/>
                </a:lnTo>
                <a:lnTo>
                  <a:pt x="161810" y="150012"/>
                </a:lnTo>
                <a:lnTo>
                  <a:pt x="184912" y="120904"/>
                </a:lnTo>
                <a:lnTo>
                  <a:pt x="208013" y="150012"/>
                </a:lnTo>
                <a:lnTo>
                  <a:pt x="240360" y="174028"/>
                </a:lnTo>
                <a:lnTo>
                  <a:pt x="281546" y="192036"/>
                </a:lnTo>
                <a:lnTo>
                  <a:pt x="331152" y="203136"/>
                </a:lnTo>
                <a:lnTo>
                  <a:pt x="352044" y="157353"/>
                </a:lnTo>
                <a:close/>
              </a:path>
              <a:path w="742314" h="410844">
                <a:moveTo>
                  <a:pt x="369824" y="226695"/>
                </a:moveTo>
                <a:lnTo>
                  <a:pt x="0" y="226695"/>
                </a:lnTo>
                <a:lnTo>
                  <a:pt x="0" y="273367"/>
                </a:lnTo>
                <a:lnTo>
                  <a:pt x="154241" y="273367"/>
                </a:lnTo>
                <a:lnTo>
                  <a:pt x="154241" y="410718"/>
                </a:lnTo>
                <a:lnTo>
                  <a:pt x="212915" y="410718"/>
                </a:lnTo>
                <a:lnTo>
                  <a:pt x="212915" y="273367"/>
                </a:lnTo>
                <a:lnTo>
                  <a:pt x="369824" y="273367"/>
                </a:lnTo>
                <a:lnTo>
                  <a:pt x="369824" y="226695"/>
                </a:lnTo>
                <a:close/>
              </a:path>
              <a:path w="742314" h="410844">
                <a:moveTo>
                  <a:pt x="599630" y="280924"/>
                </a:moveTo>
                <a:lnTo>
                  <a:pt x="562330" y="249047"/>
                </a:lnTo>
                <a:lnTo>
                  <a:pt x="537908" y="207581"/>
                </a:lnTo>
                <a:lnTo>
                  <a:pt x="524560" y="159791"/>
                </a:lnTo>
                <a:lnTo>
                  <a:pt x="520509" y="108902"/>
                </a:lnTo>
                <a:lnTo>
                  <a:pt x="520509" y="88900"/>
                </a:lnTo>
                <a:lnTo>
                  <a:pt x="580072" y="88900"/>
                </a:lnTo>
                <a:lnTo>
                  <a:pt x="580072" y="41338"/>
                </a:lnTo>
                <a:lnTo>
                  <a:pt x="397827" y="41338"/>
                </a:lnTo>
                <a:lnTo>
                  <a:pt x="397827" y="88900"/>
                </a:lnTo>
                <a:lnTo>
                  <a:pt x="463613" y="88900"/>
                </a:lnTo>
                <a:lnTo>
                  <a:pt x="463613" y="108902"/>
                </a:lnTo>
                <a:lnTo>
                  <a:pt x="459346" y="161556"/>
                </a:lnTo>
                <a:lnTo>
                  <a:pt x="445503" y="211747"/>
                </a:lnTo>
                <a:lnTo>
                  <a:pt x="420484" y="255866"/>
                </a:lnTo>
                <a:lnTo>
                  <a:pt x="382714" y="290258"/>
                </a:lnTo>
                <a:lnTo>
                  <a:pt x="417385" y="333375"/>
                </a:lnTo>
                <a:lnTo>
                  <a:pt x="442696" y="313042"/>
                </a:lnTo>
                <a:lnTo>
                  <a:pt x="463448" y="287312"/>
                </a:lnTo>
                <a:lnTo>
                  <a:pt x="479958" y="257187"/>
                </a:lnTo>
                <a:lnTo>
                  <a:pt x="492506" y="223583"/>
                </a:lnTo>
                <a:lnTo>
                  <a:pt x="504405" y="254406"/>
                </a:lnTo>
                <a:lnTo>
                  <a:pt x="520293" y="281762"/>
                </a:lnTo>
                <a:lnTo>
                  <a:pt x="540512" y="305041"/>
                </a:lnTo>
                <a:lnTo>
                  <a:pt x="565404" y="323596"/>
                </a:lnTo>
                <a:lnTo>
                  <a:pt x="599630" y="280924"/>
                </a:lnTo>
                <a:close/>
              </a:path>
              <a:path w="742314" h="410844">
                <a:moveTo>
                  <a:pt x="658304" y="7112"/>
                </a:moveTo>
                <a:lnTo>
                  <a:pt x="603631" y="7112"/>
                </a:lnTo>
                <a:lnTo>
                  <a:pt x="603631" y="140017"/>
                </a:lnTo>
                <a:lnTo>
                  <a:pt x="551624" y="140017"/>
                </a:lnTo>
                <a:lnTo>
                  <a:pt x="551624" y="187579"/>
                </a:lnTo>
                <a:lnTo>
                  <a:pt x="603631" y="187579"/>
                </a:lnTo>
                <a:lnTo>
                  <a:pt x="603631" y="391160"/>
                </a:lnTo>
                <a:lnTo>
                  <a:pt x="658304" y="391160"/>
                </a:lnTo>
                <a:lnTo>
                  <a:pt x="658304" y="7112"/>
                </a:lnTo>
                <a:close/>
              </a:path>
              <a:path w="742314" h="410844">
                <a:moveTo>
                  <a:pt x="741870" y="0"/>
                </a:moveTo>
                <a:lnTo>
                  <a:pt x="686308" y="0"/>
                </a:lnTo>
                <a:lnTo>
                  <a:pt x="686308" y="409384"/>
                </a:lnTo>
                <a:lnTo>
                  <a:pt x="741870" y="409384"/>
                </a:lnTo>
                <a:lnTo>
                  <a:pt x="74187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95335" y="1436560"/>
            <a:ext cx="767715" cy="409575"/>
          </a:xfrm>
          <a:custGeom>
            <a:avLst/>
            <a:gdLst/>
            <a:ahLst/>
            <a:cxnLst/>
            <a:rect l="l" t="t" r="r" b="b"/>
            <a:pathLst>
              <a:path w="767714" h="409575">
                <a:moveTo>
                  <a:pt x="182245" y="50673"/>
                </a:moveTo>
                <a:lnTo>
                  <a:pt x="20891" y="50673"/>
                </a:lnTo>
                <a:lnTo>
                  <a:pt x="20891" y="97345"/>
                </a:lnTo>
                <a:lnTo>
                  <a:pt x="124460" y="97345"/>
                </a:lnTo>
                <a:lnTo>
                  <a:pt x="116509" y="143141"/>
                </a:lnTo>
                <a:lnTo>
                  <a:pt x="101066" y="184302"/>
                </a:lnTo>
                <a:lnTo>
                  <a:pt x="77152" y="221335"/>
                </a:lnTo>
                <a:lnTo>
                  <a:pt x="43789" y="254711"/>
                </a:lnTo>
                <a:lnTo>
                  <a:pt x="0" y="284924"/>
                </a:lnTo>
                <a:lnTo>
                  <a:pt x="34226" y="325818"/>
                </a:lnTo>
                <a:lnTo>
                  <a:pt x="78397" y="295605"/>
                </a:lnTo>
                <a:lnTo>
                  <a:pt x="113525" y="262178"/>
                </a:lnTo>
                <a:lnTo>
                  <a:pt x="140449" y="225640"/>
                </a:lnTo>
                <a:lnTo>
                  <a:pt x="159956" y="186118"/>
                </a:lnTo>
                <a:lnTo>
                  <a:pt x="172885" y="143713"/>
                </a:lnTo>
                <a:lnTo>
                  <a:pt x="172974" y="143141"/>
                </a:lnTo>
                <a:lnTo>
                  <a:pt x="180047" y="98526"/>
                </a:lnTo>
                <a:lnTo>
                  <a:pt x="180098" y="97345"/>
                </a:lnTo>
                <a:lnTo>
                  <a:pt x="182245" y="50673"/>
                </a:lnTo>
                <a:close/>
              </a:path>
              <a:path w="767714" h="409575">
                <a:moveTo>
                  <a:pt x="356044" y="0"/>
                </a:moveTo>
                <a:lnTo>
                  <a:pt x="300037" y="0"/>
                </a:lnTo>
                <a:lnTo>
                  <a:pt x="300037" y="154241"/>
                </a:lnTo>
                <a:lnTo>
                  <a:pt x="263588" y="154241"/>
                </a:lnTo>
                <a:lnTo>
                  <a:pt x="263588" y="10668"/>
                </a:lnTo>
                <a:lnTo>
                  <a:pt x="208915" y="10668"/>
                </a:lnTo>
                <a:lnTo>
                  <a:pt x="208915" y="392049"/>
                </a:lnTo>
                <a:lnTo>
                  <a:pt x="263588" y="392049"/>
                </a:lnTo>
                <a:lnTo>
                  <a:pt x="263588" y="201358"/>
                </a:lnTo>
                <a:lnTo>
                  <a:pt x="300037" y="201358"/>
                </a:lnTo>
                <a:lnTo>
                  <a:pt x="300037" y="409384"/>
                </a:lnTo>
                <a:lnTo>
                  <a:pt x="356044" y="409384"/>
                </a:lnTo>
                <a:lnTo>
                  <a:pt x="356044" y="201358"/>
                </a:lnTo>
                <a:lnTo>
                  <a:pt x="356044" y="154241"/>
                </a:lnTo>
                <a:lnTo>
                  <a:pt x="356044" y="0"/>
                </a:lnTo>
                <a:close/>
              </a:path>
              <a:path w="767714" h="409575">
                <a:moveTo>
                  <a:pt x="767207" y="314261"/>
                </a:moveTo>
                <a:lnTo>
                  <a:pt x="684974" y="314261"/>
                </a:lnTo>
                <a:lnTo>
                  <a:pt x="684974" y="236029"/>
                </a:lnTo>
                <a:lnTo>
                  <a:pt x="684974" y="214249"/>
                </a:lnTo>
                <a:lnTo>
                  <a:pt x="705624" y="198069"/>
                </a:lnTo>
                <a:lnTo>
                  <a:pt x="708634" y="194246"/>
                </a:lnTo>
                <a:lnTo>
                  <a:pt x="721156" y="178409"/>
                </a:lnTo>
                <a:lnTo>
                  <a:pt x="730923" y="155676"/>
                </a:lnTo>
                <a:lnTo>
                  <a:pt x="734314" y="130238"/>
                </a:lnTo>
                <a:lnTo>
                  <a:pt x="726909" y="93002"/>
                </a:lnTo>
                <a:lnTo>
                  <a:pt x="708571" y="66230"/>
                </a:lnTo>
                <a:lnTo>
                  <a:pt x="705967" y="62445"/>
                </a:lnTo>
                <a:lnTo>
                  <a:pt x="676529" y="41656"/>
                </a:lnTo>
                <a:lnTo>
                  <a:pt x="676529" y="130238"/>
                </a:lnTo>
                <a:lnTo>
                  <a:pt x="669671" y="157302"/>
                </a:lnTo>
                <a:lnTo>
                  <a:pt x="650303" y="177419"/>
                </a:lnTo>
                <a:lnTo>
                  <a:pt x="626745" y="187248"/>
                </a:lnTo>
                <a:lnTo>
                  <a:pt x="626745" y="236029"/>
                </a:lnTo>
                <a:lnTo>
                  <a:pt x="626745" y="314261"/>
                </a:lnTo>
                <a:lnTo>
                  <a:pt x="536511" y="314261"/>
                </a:lnTo>
                <a:lnTo>
                  <a:pt x="536511" y="236029"/>
                </a:lnTo>
                <a:lnTo>
                  <a:pt x="547281" y="237782"/>
                </a:lnTo>
                <a:lnTo>
                  <a:pt x="558292" y="239039"/>
                </a:lnTo>
                <a:lnTo>
                  <a:pt x="569645" y="239788"/>
                </a:lnTo>
                <a:lnTo>
                  <a:pt x="581406" y="240030"/>
                </a:lnTo>
                <a:lnTo>
                  <a:pt x="593242" y="239788"/>
                </a:lnTo>
                <a:lnTo>
                  <a:pt x="604748" y="239039"/>
                </a:lnTo>
                <a:lnTo>
                  <a:pt x="615911" y="237782"/>
                </a:lnTo>
                <a:lnTo>
                  <a:pt x="626745" y="236029"/>
                </a:lnTo>
                <a:lnTo>
                  <a:pt x="626745" y="187248"/>
                </a:lnTo>
                <a:lnTo>
                  <a:pt x="620280" y="189941"/>
                </a:lnTo>
                <a:lnTo>
                  <a:pt x="581406" y="194246"/>
                </a:lnTo>
                <a:lnTo>
                  <a:pt x="542607" y="189941"/>
                </a:lnTo>
                <a:lnTo>
                  <a:pt x="512737" y="177419"/>
                </a:lnTo>
                <a:lnTo>
                  <a:pt x="493522" y="157302"/>
                </a:lnTo>
                <a:lnTo>
                  <a:pt x="486727" y="130238"/>
                </a:lnTo>
                <a:lnTo>
                  <a:pt x="493522" y="102984"/>
                </a:lnTo>
                <a:lnTo>
                  <a:pt x="512737" y="82905"/>
                </a:lnTo>
                <a:lnTo>
                  <a:pt x="542607" y="70485"/>
                </a:lnTo>
                <a:lnTo>
                  <a:pt x="581406" y="66230"/>
                </a:lnTo>
                <a:lnTo>
                  <a:pt x="620280" y="70485"/>
                </a:lnTo>
                <a:lnTo>
                  <a:pt x="650303" y="82905"/>
                </a:lnTo>
                <a:lnTo>
                  <a:pt x="669671" y="102984"/>
                </a:lnTo>
                <a:lnTo>
                  <a:pt x="676529" y="130238"/>
                </a:lnTo>
                <a:lnTo>
                  <a:pt x="676529" y="41656"/>
                </a:lnTo>
                <a:lnTo>
                  <a:pt x="673442" y="39471"/>
                </a:lnTo>
                <a:lnTo>
                  <a:pt x="631278" y="25031"/>
                </a:lnTo>
                <a:lnTo>
                  <a:pt x="581406" y="20002"/>
                </a:lnTo>
                <a:lnTo>
                  <a:pt x="531761" y="25031"/>
                </a:lnTo>
                <a:lnTo>
                  <a:pt x="489724" y="39471"/>
                </a:lnTo>
                <a:lnTo>
                  <a:pt x="457263" y="62445"/>
                </a:lnTo>
                <a:lnTo>
                  <a:pt x="436346" y="93002"/>
                </a:lnTo>
                <a:lnTo>
                  <a:pt x="428942" y="130238"/>
                </a:lnTo>
                <a:lnTo>
                  <a:pt x="432092" y="155676"/>
                </a:lnTo>
                <a:lnTo>
                  <a:pt x="441782" y="178409"/>
                </a:lnTo>
                <a:lnTo>
                  <a:pt x="457390" y="198069"/>
                </a:lnTo>
                <a:lnTo>
                  <a:pt x="478282" y="214249"/>
                </a:lnTo>
                <a:lnTo>
                  <a:pt x="478282" y="314261"/>
                </a:lnTo>
                <a:lnTo>
                  <a:pt x="396494" y="314261"/>
                </a:lnTo>
                <a:lnTo>
                  <a:pt x="396494" y="361823"/>
                </a:lnTo>
                <a:lnTo>
                  <a:pt x="767207" y="361823"/>
                </a:lnTo>
                <a:lnTo>
                  <a:pt x="767207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255822" y="1056811"/>
            <a:ext cx="223520" cy="186690"/>
            <a:chOff x="2255822" y="1056811"/>
            <a:chExt cx="223520" cy="18669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5822" y="1056811"/>
              <a:ext cx="123152" cy="1866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368" y="1059664"/>
              <a:ext cx="77636" cy="181317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-95250" y="-95250"/>
            <a:ext cx="18478500" cy="10477500"/>
            <a:chOff x="-95250" y="-95250"/>
            <a:chExt cx="18478500" cy="10477500"/>
          </a:xfrm>
        </p:grpSpPr>
        <p:sp>
          <p:nvSpPr>
            <p:cNvPr id="20" name="object 20" descr="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ln w="190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89819" y="4465687"/>
              <a:ext cx="7423784" cy="560070"/>
            </a:xfrm>
            <a:custGeom>
              <a:avLst/>
              <a:gdLst/>
              <a:ahLst/>
              <a:cxnLst/>
              <a:rect l="l" t="t" r="r" b="b"/>
              <a:pathLst>
                <a:path w="7423784" h="560070">
                  <a:moveTo>
                    <a:pt x="517525" y="9525"/>
                  </a:moveTo>
                  <a:lnTo>
                    <a:pt x="410210" y="9525"/>
                  </a:lnTo>
                  <a:lnTo>
                    <a:pt x="410210" y="112395"/>
                  </a:lnTo>
                  <a:lnTo>
                    <a:pt x="354330" y="112395"/>
                  </a:lnTo>
                  <a:lnTo>
                    <a:pt x="354330" y="50165"/>
                  </a:lnTo>
                  <a:lnTo>
                    <a:pt x="234950" y="50165"/>
                  </a:lnTo>
                  <a:lnTo>
                    <a:pt x="234950" y="0"/>
                  </a:lnTo>
                  <a:lnTo>
                    <a:pt x="125730" y="0"/>
                  </a:lnTo>
                  <a:lnTo>
                    <a:pt x="125730" y="50165"/>
                  </a:lnTo>
                  <a:lnTo>
                    <a:pt x="6350" y="50165"/>
                  </a:lnTo>
                  <a:lnTo>
                    <a:pt x="6350" y="136525"/>
                  </a:lnTo>
                  <a:lnTo>
                    <a:pt x="123190" y="136525"/>
                  </a:lnTo>
                  <a:lnTo>
                    <a:pt x="106616" y="173024"/>
                  </a:lnTo>
                  <a:lnTo>
                    <a:pt x="80162" y="204152"/>
                  </a:lnTo>
                  <a:lnTo>
                    <a:pt x="44424" y="226720"/>
                  </a:lnTo>
                  <a:lnTo>
                    <a:pt x="0" y="237490"/>
                  </a:lnTo>
                  <a:lnTo>
                    <a:pt x="0" y="327660"/>
                  </a:lnTo>
                  <a:lnTo>
                    <a:pt x="52857" y="320459"/>
                  </a:lnTo>
                  <a:lnTo>
                    <a:pt x="100482" y="302895"/>
                  </a:lnTo>
                  <a:lnTo>
                    <a:pt x="142151" y="276771"/>
                  </a:lnTo>
                  <a:lnTo>
                    <a:pt x="177165" y="243840"/>
                  </a:lnTo>
                  <a:lnTo>
                    <a:pt x="321945" y="323850"/>
                  </a:lnTo>
                  <a:lnTo>
                    <a:pt x="370205" y="245110"/>
                  </a:lnTo>
                  <a:lnTo>
                    <a:pt x="367842" y="243840"/>
                  </a:lnTo>
                  <a:lnTo>
                    <a:pt x="224155" y="166370"/>
                  </a:lnTo>
                  <a:lnTo>
                    <a:pt x="226783" y="159118"/>
                  </a:lnTo>
                  <a:lnTo>
                    <a:pt x="229069" y="151688"/>
                  </a:lnTo>
                  <a:lnTo>
                    <a:pt x="231114" y="144145"/>
                  </a:lnTo>
                  <a:lnTo>
                    <a:pt x="233045" y="136525"/>
                  </a:lnTo>
                  <a:lnTo>
                    <a:pt x="339090" y="136525"/>
                  </a:lnTo>
                  <a:lnTo>
                    <a:pt x="339090" y="207645"/>
                  </a:lnTo>
                  <a:lnTo>
                    <a:pt x="410210" y="207645"/>
                  </a:lnTo>
                  <a:lnTo>
                    <a:pt x="410210" y="331470"/>
                  </a:lnTo>
                  <a:lnTo>
                    <a:pt x="517525" y="331470"/>
                  </a:lnTo>
                  <a:lnTo>
                    <a:pt x="517525" y="112395"/>
                  </a:lnTo>
                  <a:lnTo>
                    <a:pt x="517525" y="9525"/>
                  </a:lnTo>
                  <a:close/>
                </a:path>
                <a:path w="7423784" h="560070">
                  <a:moveTo>
                    <a:pt x="522605" y="448310"/>
                  </a:moveTo>
                  <a:lnTo>
                    <a:pt x="517017" y="420370"/>
                  </a:lnTo>
                  <a:lnTo>
                    <a:pt x="516153" y="416039"/>
                  </a:lnTo>
                  <a:lnTo>
                    <a:pt x="497725" y="390156"/>
                  </a:lnTo>
                  <a:lnTo>
                    <a:pt x="468718" y="370154"/>
                  </a:lnTo>
                  <a:lnTo>
                    <a:pt x="430542" y="355511"/>
                  </a:lnTo>
                  <a:lnTo>
                    <a:pt x="407670" y="350634"/>
                  </a:lnTo>
                  <a:lnTo>
                    <a:pt x="407670" y="448310"/>
                  </a:lnTo>
                  <a:lnTo>
                    <a:pt x="397281" y="462064"/>
                  </a:lnTo>
                  <a:lnTo>
                    <a:pt x="368935" y="470623"/>
                  </a:lnTo>
                  <a:lnTo>
                    <a:pt x="326758" y="475018"/>
                  </a:lnTo>
                  <a:lnTo>
                    <a:pt x="274955" y="476250"/>
                  </a:lnTo>
                  <a:lnTo>
                    <a:pt x="223139" y="475018"/>
                  </a:lnTo>
                  <a:lnTo>
                    <a:pt x="180975" y="470623"/>
                  </a:lnTo>
                  <a:lnTo>
                    <a:pt x="152615" y="462064"/>
                  </a:lnTo>
                  <a:lnTo>
                    <a:pt x="142240" y="448310"/>
                  </a:lnTo>
                  <a:lnTo>
                    <a:pt x="152615" y="434848"/>
                  </a:lnTo>
                  <a:lnTo>
                    <a:pt x="180975" y="426250"/>
                  </a:lnTo>
                  <a:lnTo>
                    <a:pt x="223139" y="421703"/>
                  </a:lnTo>
                  <a:lnTo>
                    <a:pt x="274955" y="420370"/>
                  </a:lnTo>
                  <a:lnTo>
                    <a:pt x="326758" y="421703"/>
                  </a:lnTo>
                  <a:lnTo>
                    <a:pt x="368935" y="426250"/>
                  </a:lnTo>
                  <a:lnTo>
                    <a:pt x="397281" y="434848"/>
                  </a:lnTo>
                  <a:lnTo>
                    <a:pt x="407670" y="448310"/>
                  </a:lnTo>
                  <a:lnTo>
                    <a:pt x="407670" y="350634"/>
                  </a:lnTo>
                  <a:lnTo>
                    <a:pt x="384581" y="345694"/>
                  </a:lnTo>
                  <a:lnTo>
                    <a:pt x="332257" y="340182"/>
                  </a:lnTo>
                  <a:lnTo>
                    <a:pt x="274955" y="338455"/>
                  </a:lnTo>
                  <a:lnTo>
                    <a:pt x="217639" y="340182"/>
                  </a:lnTo>
                  <a:lnTo>
                    <a:pt x="165315" y="345694"/>
                  </a:lnTo>
                  <a:lnTo>
                    <a:pt x="119367" y="355511"/>
                  </a:lnTo>
                  <a:lnTo>
                    <a:pt x="81178" y="370154"/>
                  </a:lnTo>
                  <a:lnTo>
                    <a:pt x="33756" y="416039"/>
                  </a:lnTo>
                  <a:lnTo>
                    <a:pt x="27305" y="448310"/>
                  </a:lnTo>
                  <a:lnTo>
                    <a:pt x="33756" y="480593"/>
                  </a:lnTo>
                  <a:lnTo>
                    <a:pt x="81178" y="526478"/>
                  </a:lnTo>
                  <a:lnTo>
                    <a:pt x="119367" y="541121"/>
                  </a:lnTo>
                  <a:lnTo>
                    <a:pt x="165315" y="550938"/>
                  </a:lnTo>
                  <a:lnTo>
                    <a:pt x="217639" y="556450"/>
                  </a:lnTo>
                  <a:lnTo>
                    <a:pt x="274955" y="558177"/>
                  </a:lnTo>
                  <a:lnTo>
                    <a:pt x="332257" y="556450"/>
                  </a:lnTo>
                  <a:lnTo>
                    <a:pt x="384581" y="550938"/>
                  </a:lnTo>
                  <a:lnTo>
                    <a:pt x="430542" y="541121"/>
                  </a:lnTo>
                  <a:lnTo>
                    <a:pt x="468718" y="526478"/>
                  </a:lnTo>
                  <a:lnTo>
                    <a:pt x="516153" y="480593"/>
                  </a:lnTo>
                  <a:lnTo>
                    <a:pt x="517017" y="476250"/>
                  </a:lnTo>
                  <a:lnTo>
                    <a:pt x="522605" y="448310"/>
                  </a:lnTo>
                  <a:close/>
                </a:path>
                <a:path w="7423784" h="560070">
                  <a:moveTo>
                    <a:pt x="908685" y="15875"/>
                  </a:moveTo>
                  <a:lnTo>
                    <a:pt x="585470" y="15875"/>
                  </a:lnTo>
                  <a:lnTo>
                    <a:pt x="585470" y="107315"/>
                  </a:lnTo>
                  <a:lnTo>
                    <a:pt x="799465" y="107315"/>
                  </a:lnTo>
                  <a:lnTo>
                    <a:pt x="799465" y="115570"/>
                  </a:lnTo>
                  <a:lnTo>
                    <a:pt x="772629" y="176936"/>
                  </a:lnTo>
                  <a:lnTo>
                    <a:pt x="740803" y="199072"/>
                  </a:lnTo>
                  <a:lnTo>
                    <a:pt x="698233" y="215290"/>
                  </a:lnTo>
                  <a:lnTo>
                    <a:pt x="646074" y="225412"/>
                  </a:lnTo>
                  <a:lnTo>
                    <a:pt x="585470" y="229235"/>
                  </a:lnTo>
                  <a:lnTo>
                    <a:pt x="585470" y="322580"/>
                  </a:lnTo>
                  <a:lnTo>
                    <a:pt x="639876" y="320484"/>
                  </a:lnTo>
                  <a:lnTo>
                    <a:pt x="690765" y="314121"/>
                  </a:lnTo>
                  <a:lnTo>
                    <a:pt x="737616" y="303352"/>
                  </a:lnTo>
                  <a:lnTo>
                    <a:pt x="779894" y="288061"/>
                  </a:lnTo>
                  <a:lnTo>
                    <a:pt x="817079" y="268135"/>
                  </a:lnTo>
                  <a:lnTo>
                    <a:pt x="848677" y="243446"/>
                  </a:lnTo>
                  <a:lnTo>
                    <a:pt x="874153" y="213868"/>
                  </a:lnTo>
                  <a:lnTo>
                    <a:pt x="892987" y="179285"/>
                  </a:lnTo>
                  <a:lnTo>
                    <a:pt x="904671" y="139573"/>
                  </a:lnTo>
                  <a:lnTo>
                    <a:pt x="908685" y="94615"/>
                  </a:lnTo>
                  <a:lnTo>
                    <a:pt x="908685" y="15875"/>
                  </a:lnTo>
                  <a:close/>
                </a:path>
                <a:path w="7423784" h="560070">
                  <a:moveTo>
                    <a:pt x="1085215" y="351155"/>
                  </a:moveTo>
                  <a:lnTo>
                    <a:pt x="603885" y="351155"/>
                  </a:lnTo>
                  <a:lnTo>
                    <a:pt x="603885" y="443230"/>
                  </a:lnTo>
                  <a:lnTo>
                    <a:pt x="975995" y="443230"/>
                  </a:lnTo>
                  <a:lnTo>
                    <a:pt x="975995" y="558177"/>
                  </a:lnTo>
                  <a:lnTo>
                    <a:pt x="1085215" y="558177"/>
                  </a:lnTo>
                  <a:lnTo>
                    <a:pt x="1085215" y="351155"/>
                  </a:lnTo>
                  <a:close/>
                </a:path>
                <a:path w="7423784" h="560070">
                  <a:moveTo>
                    <a:pt x="1148715" y="108585"/>
                  </a:moveTo>
                  <a:lnTo>
                    <a:pt x="1085215" y="108585"/>
                  </a:lnTo>
                  <a:lnTo>
                    <a:pt x="1085215" y="9525"/>
                  </a:lnTo>
                  <a:lnTo>
                    <a:pt x="977900" y="9525"/>
                  </a:lnTo>
                  <a:lnTo>
                    <a:pt x="977900" y="332105"/>
                  </a:lnTo>
                  <a:lnTo>
                    <a:pt x="1085215" y="332105"/>
                  </a:lnTo>
                  <a:lnTo>
                    <a:pt x="1085215" y="212725"/>
                  </a:lnTo>
                  <a:lnTo>
                    <a:pt x="1148715" y="212725"/>
                  </a:lnTo>
                  <a:lnTo>
                    <a:pt x="1148715" y="108585"/>
                  </a:lnTo>
                  <a:close/>
                </a:path>
                <a:path w="7423784" h="560070">
                  <a:moveTo>
                    <a:pt x="1692160" y="213995"/>
                  </a:moveTo>
                  <a:lnTo>
                    <a:pt x="1549920" y="135255"/>
                  </a:lnTo>
                  <a:lnTo>
                    <a:pt x="1551800" y="127635"/>
                  </a:lnTo>
                  <a:lnTo>
                    <a:pt x="1553489" y="120015"/>
                  </a:lnTo>
                  <a:lnTo>
                    <a:pt x="1554835" y="112395"/>
                  </a:lnTo>
                  <a:lnTo>
                    <a:pt x="1555635" y="104775"/>
                  </a:lnTo>
                  <a:lnTo>
                    <a:pt x="1673110" y="104775"/>
                  </a:lnTo>
                  <a:lnTo>
                    <a:pt x="1673110" y="15875"/>
                  </a:lnTo>
                  <a:lnTo>
                    <a:pt x="1327670" y="15875"/>
                  </a:lnTo>
                  <a:lnTo>
                    <a:pt x="1327670" y="104775"/>
                  </a:lnTo>
                  <a:lnTo>
                    <a:pt x="1447050" y="104775"/>
                  </a:lnTo>
                  <a:lnTo>
                    <a:pt x="1432471" y="142506"/>
                  </a:lnTo>
                  <a:lnTo>
                    <a:pt x="1405699" y="175666"/>
                  </a:lnTo>
                  <a:lnTo>
                    <a:pt x="1367840" y="199885"/>
                  </a:lnTo>
                  <a:lnTo>
                    <a:pt x="1320050" y="210820"/>
                  </a:lnTo>
                  <a:lnTo>
                    <a:pt x="1320050" y="304800"/>
                  </a:lnTo>
                  <a:lnTo>
                    <a:pt x="1376540" y="297065"/>
                  </a:lnTo>
                  <a:lnTo>
                    <a:pt x="1427213" y="278130"/>
                  </a:lnTo>
                  <a:lnTo>
                    <a:pt x="1470964" y="250151"/>
                  </a:lnTo>
                  <a:lnTo>
                    <a:pt x="1506740" y="215265"/>
                  </a:lnTo>
                  <a:lnTo>
                    <a:pt x="1641995" y="293370"/>
                  </a:lnTo>
                  <a:lnTo>
                    <a:pt x="1691360" y="215265"/>
                  </a:lnTo>
                  <a:lnTo>
                    <a:pt x="1692160" y="213995"/>
                  </a:lnTo>
                  <a:close/>
                </a:path>
                <a:path w="7423784" h="560070">
                  <a:moveTo>
                    <a:pt x="1828050" y="436880"/>
                  </a:moveTo>
                  <a:lnTo>
                    <a:pt x="1803463" y="373405"/>
                  </a:lnTo>
                  <a:lnTo>
                    <a:pt x="1737118" y="334949"/>
                  </a:lnTo>
                  <a:lnTo>
                    <a:pt x="1712480" y="328942"/>
                  </a:lnTo>
                  <a:lnTo>
                    <a:pt x="1712480" y="436880"/>
                  </a:lnTo>
                  <a:lnTo>
                    <a:pt x="1702435" y="453428"/>
                  </a:lnTo>
                  <a:lnTo>
                    <a:pt x="1674939" y="464426"/>
                  </a:lnTo>
                  <a:lnTo>
                    <a:pt x="1633994" y="470547"/>
                  </a:lnTo>
                  <a:lnTo>
                    <a:pt x="1583575" y="472440"/>
                  </a:lnTo>
                  <a:lnTo>
                    <a:pt x="1533169" y="470547"/>
                  </a:lnTo>
                  <a:lnTo>
                    <a:pt x="1492211" y="464426"/>
                  </a:lnTo>
                  <a:lnTo>
                    <a:pt x="1464716" y="453428"/>
                  </a:lnTo>
                  <a:lnTo>
                    <a:pt x="1454670" y="436880"/>
                  </a:lnTo>
                  <a:lnTo>
                    <a:pt x="1464716" y="420611"/>
                  </a:lnTo>
                  <a:lnTo>
                    <a:pt x="1492211" y="409575"/>
                  </a:lnTo>
                  <a:lnTo>
                    <a:pt x="1533169" y="403313"/>
                  </a:lnTo>
                  <a:lnTo>
                    <a:pt x="1583575" y="401320"/>
                  </a:lnTo>
                  <a:lnTo>
                    <a:pt x="1633994" y="403313"/>
                  </a:lnTo>
                  <a:lnTo>
                    <a:pt x="1674939" y="409575"/>
                  </a:lnTo>
                  <a:lnTo>
                    <a:pt x="1702435" y="420611"/>
                  </a:lnTo>
                  <a:lnTo>
                    <a:pt x="1712480" y="436880"/>
                  </a:lnTo>
                  <a:lnTo>
                    <a:pt x="1712480" y="328942"/>
                  </a:lnTo>
                  <a:lnTo>
                    <a:pt x="1691754" y="323875"/>
                  </a:lnTo>
                  <a:lnTo>
                    <a:pt x="1640103" y="317588"/>
                  </a:lnTo>
                  <a:lnTo>
                    <a:pt x="1583575" y="315595"/>
                  </a:lnTo>
                  <a:lnTo>
                    <a:pt x="1527048" y="317588"/>
                  </a:lnTo>
                  <a:lnTo>
                    <a:pt x="1475409" y="323875"/>
                  </a:lnTo>
                  <a:lnTo>
                    <a:pt x="1430032" y="334949"/>
                  </a:lnTo>
                  <a:lnTo>
                    <a:pt x="1392339" y="351294"/>
                  </a:lnTo>
                  <a:lnTo>
                    <a:pt x="1345476" y="401777"/>
                  </a:lnTo>
                  <a:lnTo>
                    <a:pt x="1339100" y="436880"/>
                  </a:lnTo>
                  <a:lnTo>
                    <a:pt x="1345476" y="471995"/>
                  </a:lnTo>
                  <a:lnTo>
                    <a:pt x="1392339" y="522478"/>
                  </a:lnTo>
                  <a:lnTo>
                    <a:pt x="1430032" y="538822"/>
                  </a:lnTo>
                  <a:lnTo>
                    <a:pt x="1475409" y="549897"/>
                  </a:lnTo>
                  <a:lnTo>
                    <a:pt x="1527048" y="556183"/>
                  </a:lnTo>
                  <a:lnTo>
                    <a:pt x="1583575" y="558177"/>
                  </a:lnTo>
                  <a:lnTo>
                    <a:pt x="1640103" y="556183"/>
                  </a:lnTo>
                  <a:lnTo>
                    <a:pt x="1691754" y="549897"/>
                  </a:lnTo>
                  <a:lnTo>
                    <a:pt x="1737118" y="538822"/>
                  </a:lnTo>
                  <a:lnTo>
                    <a:pt x="1774825" y="522478"/>
                  </a:lnTo>
                  <a:lnTo>
                    <a:pt x="1821383" y="472440"/>
                  </a:lnTo>
                  <a:lnTo>
                    <a:pt x="1821675" y="471995"/>
                  </a:lnTo>
                  <a:lnTo>
                    <a:pt x="1828050" y="436880"/>
                  </a:lnTo>
                  <a:close/>
                </a:path>
                <a:path w="7423784" h="560070">
                  <a:moveTo>
                    <a:pt x="1886470" y="92710"/>
                  </a:moveTo>
                  <a:lnTo>
                    <a:pt x="1822970" y="92710"/>
                  </a:lnTo>
                  <a:lnTo>
                    <a:pt x="1822970" y="9525"/>
                  </a:lnTo>
                  <a:lnTo>
                    <a:pt x="1715655" y="9525"/>
                  </a:lnTo>
                  <a:lnTo>
                    <a:pt x="1715655" y="307975"/>
                  </a:lnTo>
                  <a:lnTo>
                    <a:pt x="1822970" y="307975"/>
                  </a:lnTo>
                  <a:lnTo>
                    <a:pt x="1822970" y="194945"/>
                  </a:lnTo>
                  <a:lnTo>
                    <a:pt x="1886470" y="194945"/>
                  </a:lnTo>
                  <a:lnTo>
                    <a:pt x="1886470" y="92710"/>
                  </a:lnTo>
                  <a:close/>
                </a:path>
                <a:path w="7423784" h="560070">
                  <a:moveTo>
                    <a:pt x="2164600" y="274320"/>
                  </a:moveTo>
                  <a:lnTo>
                    <a:pt x="2161730" y="201701"/>
                  </a:lnTo>
                  <a:lnTo>
                    <a:pt x="2153285" y="142278"/>
                  </a:lnTo>
                  <a:lnTo>
                    <a:pt x="2139365" y="95021"/>
                  </a:lnTo>
                  <a:lnTo>
                    <a:pt x="2120112" y="59410"/>
                  </a:lnTo>
                  <a:lnTo>
                    <a:pt x="2066239" y="20497"/>
                  </a:lnTo>
                  <a:lnTo>
                    <a:pt x="2064905" y="20320"/>
                  </a:lnTo>
                  <a:lnTo>
                    <a:pt x="2064905" y="274320"/>
                  </a:lnTo>
                  <a:lnTo>
                    <a:pt x="2063140" y="346938"/>
                  </a:lnTo>
                  <a:lnTo>
                    <a:pt x="2057450" y="397116"/>
                  </a:lnTo>
                  <a:lnTo>
                    <a:pt x="2047227" y="426224"/>
                  </a:lnTo>
                  <a:lnTo>
                    <a:pt x="2031885" y="435610"/>
                  </a:lnTo>
                  <a:lnTo>
                    <a:pt x="2016544" y="426224"/>
                  </a:lnTo>
                  <a:lnTo>
                    <a:pt x="2006333" y="397116"/>
                  </a:lnTo>
                  <a:lnTo>
                    <a:pt x="2000631" y="346938"/>
                  </a:lnTo>
                  <a:lnTo>
                    <a:pt x="1998865" y="274320"/>
                  </a:lnTo>
                  <a:lnTo>
                    <a:pt x="2000631" y="201701"/>
                  </a:lnTo>
                  <a:lnTo>
                    <a:pt x="2006333" y="151536"/>
                  </a:lnTo>
                  <a:lnTo>
                    <a:pt x="2016544" y="122428"/>
                  </a:lnTo>
                  <a:lnTo>
                    <a:pt x="2031885" y="113030"/>
                  </a:lnTo>
                  <a:lnTo>
                    <a:pt x="2047227" y="122428"/>
                  </a:lnTo>
                  <a:lnTo>
                    <a:pt x="2057450" y="151536"/>
                  </a:lnTo>
                  <a:lnTo>
                    <a:pt x="2063140" y="201701"/>
                  </a:lnTo>
                  <a:lnTo>
                    <a:pt x="2064905" y="274320"/>
                  </a:lnTo>
                  <a:lnTo>
                    <a:pt x="2064905" y="20320"/>
                  </a:lnTo>
                  <a:lnTo>
                    <a:pt x="1997544" y="20497"/>
                  </a:lnTo>
                  <a:lnTo>
                    <a:pt x="1943658" y="59410"/>
                  </a:lnTo>
                  <a:lnTo>
                    <a:pt x="1924418" y="95021"/>
                  </a:lnTo>
                  <a:lnTo>
                    <a:pt x="1910486" y="142278"/>
                  </a:lnTo>
                  <a:lnTo>
                    <a:pt x="1902040" y="201701"/>
                  </a:lnTo>
                  <a:lnTo>
                    <a:pt x="1899170" y="274320"/>
                  </a:lnTo>
                  <a:lnTo>
                    <a:pt x="1902028" y="346938"/>
                  </a:lnTo>
                  <a:lnTo>
                    <a:pt x="1910486" y="406654"/>
                  </a:lnTo>
                  <a:lnTo>
                    <a:pt x="1924418" y="453885"/>
                  </a:lnTo>
                  <a:lnTo>
                    <a:pt x="1943658" y="489432"/>
                  </a:lnTo>
                  <a:lnTo>
                    <a:pt x="1997544" y="528180"/>
                  </a:lnTo>
                  <a:lnTo>
                    <a:pt x="2031885" y="532777"/>
                  </a:lnTo>
                  <a:lnTo>
                    <a:pt x="2066239" y="528180"/>
                  </a:lnTo>
                  <a:lnTo>
                    <a:pt x="2095690" y="513969"/>
                  </a:lnTo>
                  <a:lnTo>
                    <a:pt x="2120112" y="489432"/>
                  </a:lnTo>
                  <a:lnTo>
                    <a:pt x="2139365" y="453885"/>
                  </a:lnTo>
                  <a:lnTo>
                    <a:pt x="2144750" y="435610"/>
                  </a:lnTo>
                  <a:lnTo>
                    <a:pt x="2153285" y="406654"/>
                  </a:lnTo>
                  <a:lnTo>
                    <a:pt x="2161756" y="346938"/>
                  </a:lnTo>
                  <a:lnTo>
                    <a:pt x="2164600" y="274320"/>
                  </a:lnTo>
                  <a:close/>
                </a:path>
                <a:path w="7423784" h="560070">
                  <a:moveTo>
                    <a:pt x="2438920" y="9525"/>
                  </a:moveTo>
                  <a:lnTo>
                    <a:pt x="2338590" y="9525"/>
                  </a:lnTo>
                  <a:lnTo>
                    <a:pt x="2338590" y="208915"/>
                  </a:lnTo>
                  <a:lnTo>
                    <a:pt x="2293505" y="208915"/>
                  </a:lnTo>
                  <a:lnTo>
                    <a:pt x="2293505" y="12065"/>
                  </a:lnTo>
                  <a:lnTo>
                    <a:pt x="2194445" y="12065"/>
                  </a:lnTo>
                  <a:lnTo>
                    <a:pt x="2194445" y="542302"/>
                  </a:lnTo>
                  <a:lnTo>
                    <a:pt x="2293505" y="542302"/>
                  </a:lnTo>
                  <a:lnTo>
                    <a:pt x="2293505" y="310515"/>
                  </a:lnTo>
                  <a:lnTo>
                    <a:pt x="2338590" y="310515"/>
                  </a:lnTo>
                  <a:lnTo>
                    <a:pt x="2338590" y="551827"/>
                  </a:lnTo>
                  <a:lnTo>
                    <a:pt x="2438920" y="551827"/>
                  </a:lnTo>
                  <a:lnTo>
                    <a:pt x="2438920" y="310515"/>
                  </a:lnTo>
                  <a:lnTo>
                    <a:pt x="2438920" y="208915"/>
                  </a:lnTo>
                  <a:lnTo>
                    <a:pt x="2438920" y="9525"/>
                  </a:lnTo>
                  <a:close/>
                </a:path>
                <a:path w="7423784" h="560070">
                  <a:moveTo>
                    <a:pt x="2839618" y="172720"/>
                  </a:moveTo>
                  <a:lnTo>
                    <a:pt x="2833763" y="126733"/>
                  </a:lnTo>
                  <a:lnTo>
                    <a:pt x="2816923" y="87122"/>
                  </a:lnTo>
                  <a:lnTo>
                    <a:pt x="2790164" y="54775"/>
                  </a:lnTo>
                  <a:lnTo>
                    <a:pt x="2754566" y="30581"/>
                  </a:lnTo>
                  <a:lnTo>
                    <a:pt x="2732938" y="23025"/>
                  </a:lnTo>
                  <a:lnTo>
                    <a:pt x="2732938" y="172720"/>
                  </a:lnTo>
                  <a:lnTo>
                    <a:pt x="2727528" y="203962"/>
                  </a:lnTo>
                  <a:lnTo>
                    <a:pt x="2712529" y="226860"/>
                  </a:lnTo>
                  <a:lnTo>
                    <a:pt x="2689796" y="240944"/>
                  </a:lnTo>
                  <a:lnTo>
                    <a:pt x="2661183" y="245745"/>
                  </a:lnTo>
                  <a:lnTo>
                    <a:pt x="2632557" y="240944"/>
                  </a:lnTo>
                  <a:lnTo>
                    <a:pt x="2609824" y="226860"/>
                  </a:lnTo>
                  <a:lnTo>
                    <a:pt x="2594826" y="203962"/>
                  </a:lnTo>
                  <a:lnTo>
                    <a:pt x="2589428" y="172720"/>
                  </a:lnTo>
                  <a:lnTo>
                    <a:pt x="2594826" y="141490"/>
                  </a:lnTo>
                  <a:lnTo>
                    <a:pt x="2609824" y="118592"/>
                  </a:lnTo>
                  <a:lnTo>
                    <a:pt x="2632557" y="104495"/>
                  </a:lnTo>
                  <a:lnTo>
                    <a:pt x="2661183" y="99695"/>
                  </a:lnTo>
                  <a:lnTo>
                    <a:pt x="2689796" y="104495"/>
                  </a:lnTo>
                  <a:lnTo>
                    <a:pt x="2712529" y="118592"/>
                  </a:lnTo>
                  <a:lnTo>
                    <a:pt x="2727528" y="141490"/>
                  </a:lnTo>
                  <a:lnTo>
                    <a:pt x="2732938" y="172720"/>
                  </a:lnTo>
                  <a:lnTo>
                    <a:pt x="2732938" y="23025"/>
                  </a:lnTo>
                  <a:lnTo>
                    <a:pt x="2711221" y="15417"/>
                  </a:lnTo>
                  <a:lnTo>
                    <a:pt x="2661183" y="10160"/>
                  </a:lnTo>
                  <a:lnTo>
                    <a:pt x="2611132" y="15417"/>
                  </a:lnTo>
                  <a:lnTo>
                    <a:pt x="2567787" y="30581"/>
                  </a:lnTo>
                  <a:lnTo>
                    <a:pt x="2532189" y="54775"/>
                  </a:lnTo>
                  <a:lnTo>
                    <a:pt x="2505443" y="87122"/>
                  </a:lnTo>
                  <a:lnTo>
                    <a:pt x="2488590" y="126733"/>
                  </a:lnTo>
                  <a:lnTo>
                    <a:pt x="2482735" y="172720"/>
                  </a:lnTo>
                  <a:lnTo>
                    <a:pt x="2488590" y="218948"/>
                  </a:lnTo>
                  <a:lnTo>
                    <a:pt x="2505443" y="258610"/>
                  </a:lnTo>
                  <a:lnTo>
                    <a:pt x="2532189" y="290918"/>
                  </a:lnTo>
                  <a:lnTo>
                    <a:pt x="2567787" y="315010"/>
                  </a:lnTo>
                  <a:lnTo>
                    <a:pt x="2611132" y="330073"/>
                  </a:lnTo>
                  <a:lnTo>
                    <a:pt x="2661183" y="335280"/>
                  </a:lnTo>
                  <a:lnTo>
                    <a:pt x="2711221" y="330073"/>
                  </a:lnTo>
                  <a:lnTo>
                    <a:pt x="2754566" y="315010"/>
                  </a:lnTo>
                  <a:lnTo>
                    <a:pt x="2790164" y="290918"/>
                  </a:lnTo>
                  <a:lnTo>
                    <a:pt x="2816923" y="258610"/>
                  </a:lnTo>
                  <a:lnTo>
                    <a:pt x="2822384" y="245745"/>
                  </a:lnTo>
                  <a:lnTo>
                    <a:pt x="2833763" y="218948"/>
                  </a:lnTo>
                  <a:lnTo>
                    <a:pt x="2839618" y="172720"/>
                  </a:lnTo>
                  <a:close/>
                </a:path>
                <a:path w="7423784" h="560070">
                  <a:moveTo>
                    <a:pt x="3009163" y="9525"/>
                  </a:moveTo>
                  <a:lnTo>
                    <a:pt x="2901848" y="9525"/>
                  </a:lnTo>
                  <a:lnTo>
                    <a:pt x="2901848" y="410845"/>
                  </a:lnTo>
                  <a:lnTo>
                    <a:pt x="3009163" y="410845"/>
                  </a:lnTo>
                  <a:lnTo>
                    <a:pt x="3009163" y="9525"/>
                  </a:lnTo>
                  <a:close/>
                </a:path>
                <a:path w="7423784" h="560070">
                  <a:moveTo>
                    <a:pt x="3016783" y="455295"/>
                  </a:moveTo>
                  <a:lnTo>
                    <a:pt x="2639593" y="455295"/>
                  </a:lnTo>
                  <a:lnTo>
                    <a:pt x="2639593" y="361950"/>
                  </a:lnTo>
                  <a:lnTo>
                    <a:pt x="2530373" y="361950"/>
                  </a:lnTo>
                  <a:lnTo>
                    <a:pt x="2530373" y="551827"/>
                  </a:lnTo>
                  <a:lnTo>
                    <a:pt x="3016783" y="551827"/>
                  </a:lnTo>
                  <a:lnTo>
                    <a:pt x="3016783" y="455295"/>
                  </a:lnTo>
                  <a:close/>
                </a:path>
                <a:path w="7423784" h="560070">
                  <a:moveTo>
                    <a:pt x="3407308" y="25400"/>
                  </a:moveTo>
                  <a:lnTo>
                    <a:pt x="3086633" y="25400"/>
                  </a:lnTo>
                  <a:lnTo>
                    <a:pt x="3086633" y="125095"/>
                  </a:lnTo>
                  <a:lnTo>
                    <a:pt x="3299358" y="125095"/>
                  </a:lnTo>
                  <a:lnTo>
                    <a:pt x="3299358" y="364490"/>
                  </a:lnTo>
                  <a:lnTo>
                    <a:pt x="3407308" y="364490"/>
                  </a:lnTo>
                  <a:lnTo>
                    <a:pt x="3407308" y="25400"/>
                  </a:lnTo>
                  <a:close/>
                </a:path>
                <a:path w="7423784" h="560070">
                  <a:moveTo>
                    <a:pt x="3442233" y="404495"/>
                  </a:moveTo>
                  <a:lnTo>
                    <a:pt x="3413163" y="414299"/>
                  </a:lnTo>
                  <a:lnTo>
                    <a:pt x="3378250" y="421005"/>
                  </a:lnTo>
                  <a:lnTo>
                    <a:pt x="3340252" y="424865"/>
                  </a:lnTo>
                  <a:lnTo>
                    <a:pt x="3301898" y="426085"/>
                  </a:lnTo>
                  <a:lnTo>
                    <a:pt x="3247288" y="426085"/>
                  </a:lnTo>
                  <a:lnTo>
                    <a:pt x="3247288" y="229870"/>
                  </a:lnTo>
                  <a:lnTo>
                    <a:pt x="3139338" y="229870"/>
                  </a:lnTo>
                  <a:lnTo>
                    <a:pt x="3139338" y="426085"/>
                  </a:lnTo>
                  <a:lnTo>
                    <a:pt x="3070123" y="426085"/>
                  </a:lnTo>
                  <a:lnTo>
                    <a:pt x="3070123" y="526427"/>
                  </a:lnTo>
                  <a:lnTo>
                    <a:pt x="3299993" y="526427"/>
                  </a:lnTo>
                  <a:lnTo>
                    <a:pt x="3340252" y="525195"/>
                  </a:lnTo>
                  <a:lnTo>
                    <a:pt x="3378733" y="521347"/>
                  </a:lnTo>
                  <a:lnTo>
                    <a:pt x="3413404" y="514629"/>
                  </a:lnTo>
                  <a:lnTo>
                    <a:pt x="3442233" y="504837"/>
                  </a:lnTo>
                  <a:lnTo>
                    <a:pt x="3442233" y="404495"/>
                  </a:lnTo>
                  <a:close/>
                </a:path>
                <a:path w="7423784" h="560070">
                  <a:moveTo>
                    <a:pt x="3642893" y="202565"/>
                  </a:moveTo>
                  <a:lnTo>
                    <a:pt x="3580663" y="202565"/>
                  </a:lnTo>
                  <a:lnTo>
                    <a:pt x="3580663" y="9525"/>
                  </a:lnTo>
                  <a:lnTo>
                    <a:pt x="3473348" y="9525"/>
                  </a:lnTo>
                  <a:lnTo>
                    <a:pt x="3473348" y="551827"/>
                  </a:lnTo>
                  <a:lnTo>
                    <a:pt x="3580663" y="551827"/>
                  </a:lnTo>
                  <a:lnTo>
                    <a:pt x="3580663" y="306705"/>
                  </a:lnTo>
                  <a:lnTo>
                    <a:pt x="3642893" y="306705"/>
                  </a:lnTo>
                  <a:lnTo>
                    <a:pt x="3642893" y="202565"/>
                  </a:lnTo>
                  <a:close/>
                </a:path>
                <a:path w="7423784" h="560070">
                  <a:moveTo>
                    <a:pt x="4016273" y="189230"/>
                  </a:moveTo>
                  <a:lnTo>
                    <a:pt x="4010444" y="139382"/>
                  </a:lnTo>
                  <a:lnTo>
                    <a:pt x="3993794" y="96494"/>
                  </a:lnTo>
                  <a:lnTo>
                    <a:pt x="3967543" y="61518"/>
                  </a:lnTo>
                  <a:lnTo>
                    <a:pt x="3932923" y="35382"/>
                  </a:lnTo>
                  <a:lnTo>
                    <a:pt x="3913403" y="27724"/>
                  </a:lnTo>
                  <a:lnTo>
                    <a:pt x="3913403" y="189230"/>
                  </a:lnTo>
                  <a:lnTo>
                    <a:pt x="3908475" y="221297"/>
                  </a:lnTo>
                  <a:lnTo>
                    <a:pt x="3894429" y="246621"/>
                  </a:lnTo>
                  <a:lnTo>
                    <a:pt x="3872420" y="263258"/>
                  </a:lnTo>
                  <a:lnTo>
                    <a:pt x="3843553" y="269240"/>
                  </a:lnTo>
                  <a:lnTo>
                    <a:pt x="3814419" y="263258"/>
                  </a:lnTo>
                  <a:lnTo>
                    <a:pt x="3792436" y="246621"/>
                  </a:lnTo>
                  <a:lnTo>
                    <a:pt x="3778542" y="221297"/>
                  </a:lnTo>
                  <a:lnTo>
                    <a:pt x="3773703" y="189230"/>
                  </a:lnTo>
                  <a:lnTo>
                    <a:pt x="3778542" y="157441"/>
                  </a:lnTo>
                  <a:lnTo>
                    <a:pt x="3792436" y="132080"/>
                  </a:lnTo>
                  <a:lnTo>
                    <a:pt x="3814419" y="115290"/>
                  </a:lnTo>
                  <a:lnTo>
                    <a:pt x="3843553" y="109220"/>
                  </a:lnTo>
                  <a:lnTo>
                    <a:pt x="3872420" y="115290"/>
                  </a:lnTo>
                  <a:lnTo>
                    <a:pt x="3894429" y="132080"/>
                  </a:lnTo>
                  <a:lnTo>
                    <a:pt x="3908475" y="157441"/>
                  </a:lnTo>
                  <a:lnTo>
                    <a:pt x="3913403" y="189230"/>
                  </a:lnTo>
                  <a:lnTo>
                    <a:pt x="3913403" y="27724"/>
                  </a:lnTo>
                  <a:lnTo>
                    <a:pt x="3891191" y="18999"/>
                  </a:lnTo>
                  <a:lnTo>
                    <a:pt x="3843553" y="13335"/>
                  </a:lnTo>
                  <a:lnTo>
                    <a:pt x="3795649" y="18999"/>
                  </a:lnTo>
                  <a:lnTo>
                    <a:pt x="3753739" y="35382"/>
                  </a:lnTo>
                  <a:lnTo>
                    <a:pt x="3719017" y="61518"/>
                  </a:lnTo>
                  <a:lnTo>
                    <a:pt x="3692702" y="96494"/>
                  </a:lnTo>
                  <a:lnTo>
                    <a:pt x="3676027" y="139382"/>
                  </a:lnTo>
                  <a:lnTo>
                    <a:pt x="3670198" y="189230"/>
                  </a:lnTo>
                  <a:lnTo>
                    <a:pt x="3676027" y="239090"/>
                  </a:lnTo>
                  <a:lnTo>
                    <a:pt x="3692702" y="281965"/>
                  </a:lnTo>
                  <a:lnTo>
                    <a:pt x="3719017" y="316953"/>
                  </a:lnTo>
                  <a:lnTo>
                    <a:pt x="3753739" y="343090"/>
                  </a:lnTo>
                  <a:lnTo>
                    <a:pt x="3795649" y="359460"/>
                  </a:lnTo>
                  <a:lnTo>
                    <a:pt x="3843553" y="365125"/>
                  </a:lnTo>
                  <a:lnTo>
                    <a:pt x="3891191" y="359460"/>
                  </a:lnTo>
                  <a:lnTo>
                    <a:pt x="3932923" y="343090"/>
                  </a:lnTo>
                  <a:lnTo>
                    <a:pt x="3967543" y="316953"/>
                  </a:lnTo>
                  <a:lnTo>
                    <a:pt x="3993794" y="281965"/>
                  </a:lnTo>
                  <a:lnTo>
                    <a:pt x="3998734" y="269240"/>
                  </a:lnTo>
                  <a:lnTo>
                    <a:pt x="4010444" y="239090"/>
                  </a:lnTo>
                  <a:lnTo>
                    <a:pt x="4016273" y="189230"/>
                  </a:lnTo>
                  <a:close/>
                </a:path>
                <a:path w="7423784" h="560070">
                  <a:moveTo>
                    <a:pt x="4042943" y="404495"/>
                  </a:moveTo>
                  <a:lnTo>
                    <a:pt x="4013873" y="414299"/>
                  </a:lnTo>
                  <a:lnTo>
                    <a:pt x="3978973" y="421005"/>
                  </a:lnTo>
                  <a:lnTo>
                    <a:pt x="3940962" y="424865"/>
                  </a:lnTo>
                  <a:lnTo>
                    <a:pt x="3902608" y="426085"/>
                  </a:lnTo>
                  <a:lnTo>
                    <a:pt x="3655593" y="426085"/>
                  </a:lnTo>
                  <a:lnTo>
                    <a:pt x="3655593" y="526427"/>
                  </a:lnTo>
                  <a:lnTo>
                    <a:pt x="3898163" y="526427"/>
                  </a:lnTo>
                  <a:lnTo>
                    <a:pt x="3938828" y="524992"/>
                  </a:lnTo>
                  <a:lnTo>
                    <a:pt x="3978173" y="520712"/>
                  </a:lnTo>
                  <a:lnTo>
                    <a:pt x="4013720" y="513562"/>
                  </a:lnTo>
                  <a:lnTo>
                    <a:pt x="4042943" y="503567"/>
                  </a:lnTo>
                  <a:lnTo>
                    <a:pt x="4042943" y="404495"/>
                  </a:lnTo>
                  <a:close/>
                </a:path>
                <a:path w="7423784" h="560070">
                  <a:moveTo>
                    <a:pt x="4181373" y="9525"/>
                  </a:moveTo>
                  <a:lnTo>
                    <a:pt x="4074058" y="9525"/>
                  </a:lnTo>
                  <a:lnTo>
                    <a:pt x="4074058" y="551827"/>
                  </a:lnTo>
                  <a:lnTo>
                    <a:pt x="4181373" y="551827"/>
                  </a:lnTo>
                  <a:lnTo>
                    <a:pt x="4181373" y="9525"/>
                  </a:lnTo>
                  <a:close/>
                </a:path>
                <a:path w="7423784" h="560070">
                  <a:moveTo>
                    <a:pt x="4942040" y="432435"/>
                  </a:moveTo>
                  <a:lnTo>
                    <a:pt x="4722330" y="432435"/>
                  </a:lnTo>
                  <a:lnTo>
                    <a:pt x="4722330" y="312420"/>
                  </a:lnTo>
                  <a:lnTo>
                    <a:pt x="4613110" y="312420"/>
                  </a:lnTo>
                  <a:lnTo>
                    <a:pt x="4613110" y="432435"/>
                  </a:lnTo>
                  <a:lnTo>
                    <a:pt x="4393400" y="432435"/>
                  </a:lnTo>
                  <a:lnTo>
                    <a:pt x="4393400" y="532777"/>
                  </a:lnTo>
                  <a:lnTo>
                    <a:pt x="4942040" y="532777"/>
                  </a:lnTo>
                  <a:lnTo>
                    <a:pt x="4942040" y="432435"/>
                  </a:lnTo>
                  <a:close/>
                </a:path>
                <a:path w="7423784" h="560070">
                  <a:moveTo>
                    <a:pt x="4942040" y="261620"/>
                  </a:moveTo>
                  <a:lnTo>
                    <a:pt x="4857991" y="212725"/>
                  </a:lnTo>
                  <a:lnTo>
                    <a:pt x="4712805" y="128270"/>
                  </a:lnTo>
                  <a:lnTo>
                    <a:pt x="4722457" y="103886"/>
                  </a:lnTo>
                  <a:lnTo>
                    <a:pt x="4730432" y="78422"/>
                  </a:lnTo>
                  <a:lnTo>
                    <a:pt x="4736744" y="52019"/>
                  </a:lnTo>
                  <a:lnTo>
                    <a:pt x="4741380" y="24765"/>
                  </a:lnTo>
                  <a:lnTo>
                    <a:pt x="4632160" y="7620"/>
                  </a:lnTo>
                  <a:lnTo>
                    <a:pt x="4621136" y="59029"/>
                  </a:lnTo>
                  <a:lnTo>
                    <a:pt x="4603420" y="105270"/>
                  </a:lnTo>
                  <a:lnTo>
                    <a:pt x="4579848" y="145834"/>
                  </a:lnTo>
                  <a:lnTo>
                    <a:pt x="4551273" y="180187"/>
                  </a:lnTo>
                  <a:lnTo>
                    <a:pt x="4518571" y="207810"/>
                  </a:lnTo>
                  <a:lnTo>
                    <a:pt x="4482592" y="228193"/>
                  </a:lnTo>
                  <a:lnTo>
                    <a:pt x="4444174" y="240792"/>
                  </a:lnTo>
                  <a:lnTo>
                    <a:pt x="4404195" y="245110"/>
                  </a:lnTo>
                  <a:lnTo>
                    <a:pt x="4404195" y="346710"/>
                  </a:lnTo>
                  <a:lnTo>
                    <a:pt x="4455058" y="342569"/>
                  </a:lnTo>
                  <a:lnTo>
                    <a:pt x="4503725" y="330466"/>
                  </a:lnTo>
                  <a:lnTo>
                    <a:pt x="4549610" y="310921"/>
                  </a:lnTo>
                  <a:lnTo>
                    <a:pt x="4592104" y="284441"/>
                  </a:lnTo>
                  <a:lnTo>
                    <a:pt x="4630623" y="251536"/>
                  </a:lnTo>
                  <a:lnTo>
                    <a:pt x="4664545" y="212725"/>
                  </a:lnTo>
                  <a:lnTo>
                    <a:pt x="4886795" y="349250"/>
                  </a:lnTo>
                  <a:lnTo>
                    <a:pt x="4942040" y="261620"/>
                  </a:lnTo>
                  <a:close/>
                </a:path>
                <a:path w="7423784" h="560070">
                  <a:moveTo>
                    <a:pt x="5501475" y="462280"/>
                  </a:moveTo>
                  <a:lnTo>
                    <a:pt x="5469560" y="406336"/>
                  </a:lnTo>
                  <a:lnTo>
                    <a:pt x="5432107" y="387756"/>
                  </a:lnTo>
                  <a:lnTo>
                    <a:pt x="5387810" y="376326"/>
                  </a:lnTo>
                  <a:lnTo>
                    <a:pt x="5387810" y="462280"/>
                  </a:lnTo>
                  <a:lnTo>
                    <a:pt x="5377942" y="472821"/>
                  </a:lnTo>
                  <a:lnTo>
                    <a:pt x="5350268" y="479907"/>
                  </a:lnTo>
                  <a:lnTo>
                    <a:pt x="5307711" y="483895"/>
                  </a:lnTo>
                  <a:lnTo>
                    <a:pt x="5253190" y="485140"/>
                  </a:lnTo>
                  <a:lnTo>
                    <a:pt x="5198669" y="483895"/>
                  </a:lnTo>
                  <a:lnTo>
                    <a:pt x="5156124" y="479907"/>
                  </a:lnTo>
                  <a:lnTo>
                    <a:pt x="5128450" y="472821"/>
                  </a:lnTo>
                  <a:lnTo>
                    <a:pt x="5118570" y="462280"/>
                  </a:lnTo>
                  <a:lnTo>
                    <a:pt x="5128450" y="452018"/>
                  </a:lnTo>
                  <a:lnTo>
                    <a:pt x="5156124" y="444906"/>
                  </a:lnTo>
                  <a:lnTo>
                    <a:pt x="5198669" y="440766"/>
                  </a:lnTo>
                  <a:lnTo>
                    <a:pt x="5253190" y="439420"/>
                  </a:lnTo>
                  <a:lnTo>
                    <a:pt x="5307711" y="440766"/>
                  </a:lnTo>
                  <a:lnTo>
                    <a:pt x="5350268" y="444906"/>
                  </a:lnTo>
                  <a:lnTo>
                    <a:pt x="5377942" y="452018"/>
                  </a:lnTo>
                  <a:lnTo>
                    <a:pt x="5387810" y="462280"/>
                  </a:lnTo>
                  <a:lnTo>
                    <a:pt x="5387810" y="376326"/>
                  </a:lnTo>
                  <a:lnTo>
                    <a:pt x="5382476" y="374942"/>
                  </a:lnTo>
                  <a:lnTo>
                    <a:pt x="5322303" y="367525"/>
                  </a:lnTo>
                  <a:lnTo>
                    <a:pt x="5253190" y="365125"/>
                  </a:lnTo>
                  <a:lnTo>
                    <a:pt x="5184089" y="367525"/>
                  </a:lnTo>
                  <a:lnTo>
                    <a:pt x="5123916" y="374942"/>
                  </a:lnTo>
                  <a:lnTo>
                    <a:pt x="5074285" y="387756"/>
                  </a:lnTo>
                  <a:lnTo>
                    <a:pt x="5036820" y="406336"/>
                  </a:lnTo>
                  <a:lnTo>
                    <a:pt x="5004905" y="462280"/>
                  </a:lnTo>
                  <a:lnTo>
                    <a:pt x="5013160" y="493522"/>
                  </a:lnTo>
                  <a:lnTo>
                    <a:pt x="5074285" y="536816"/>
                  </a:lnTo>
                  <a:lnTo>
                    <a:pt x="5123916" y="549630"/>
                  </a:lnTo>
                  <a:lnTo>
                    <a:pt x="5184089" y="557047"/>
                  </a:lnTo>
                  <a:lnTo>
                    <a:pt x="5253190" y="559447"/>
                  </a:lnTo>
                  <a:lnTo>
                    <a:pt x="5322303" y="557047"/>
                  </a:lnTo>
                  <a:lnTo>
                    <a:pt x="5382476" y="549630"/>
                  </a:lnTo>
                  <a:lnTo>
                    <a:pt x="5432107" y="536816"/>
                  </a:lnTo>
                  <a:lnTo>
                    <a:pt x="5469560" y="518236"/>
                  </a:lnTo>
                  <a:lnTo>
                    <a:pt x="5495442" y="485140"/>
                  </a:lnTo>
                  <a:lnTo>
                    <a:pt x="5501475" y="462280"/>
                  </a:lnTo>
                  <a:close/>
                </a:path>
                <a:path w="7423784" h="560070">
                  <a:moveTo>
                    <a:pt x="5527510" y="271780"/>
                  </a:moveTo>
                  <a:lnTo>
                    <a:pt x="5306530" y="271780"/>
                  </a:lnTo>
                  <a:lnTo>
                    <a:pt x="5306530" y="248285"/>
                  </a:lnTo>
                  <a:lnTo>
                    <a:pt x="5500840" y="248285"/>
                  </a:lnTo>
                  <a:lnTo>
                    <a:pt x="5500840" y="182245"/>
                  </a:lnTo>
                  <a:lnTo>
                    <a:pt x="5118570" y="182245"/>
                  </a:lnTo>
                  <a:lnTo>
                    <a:pt x="5118570" y="160020"/>
                  </a:lnTo>
                  <a:lnTo>
                    <a:pt x="5485600" y="160020"/>
                  </a:lnTo>
                  <a:lnTo>
                    <a:pt x="5485600" y="99060"/>
                  </a:lnTo>
                  <a:lnTo>
                    <a:pt x="5118570" y="99060"/>
                  </a:lnTo>
                  <a:lnTo>
                    <a:pt x="5118570" y="76200"/>
                  </a:lnTo>
                  <a:lnTo>
                    <a:pt x="5494490" y="76200"/>
                  </a:lnTo>
                  <a:lnTo>
                    <a:pt x="5494490" y="9525"/>
                  </a:lnTo>
                  <a:lnTo>
                    <a:pt x="5012525" y="9525"/>
                  </a:lnTo>
                  <a:lnTo>
                    <a:pt x="5012525" y="248285"/>
                  </a:lnTo>
                  <a:lnTo>
                    <a:pt x="5199850" y="248285"/>
                  </a:lnTo>
                  <a:lnTo>
                    <a:pt x="5199850" y="271780"/>
                  </a:lnTo>
                  <a:lnTo>
                    <a:pt x="4978870" y="271780"/>
                  </a:lnTo>
                  <a:lnTo>
                    <a:pt x="4978870" y="349885"/>
                  </a:lnTo>
                  <a:lnTo>
                    <a:pt x="5527510" y="349885"/>
                  </a:lnTo>
                  <a:lnTo>
                    <a:pt x="5527510" y="271780"/>
                  </a:lnTo>
                  <a:close/>
                </a:path>
                <a:path w="7423784" h="560070">
                  <a:moveTo>
                    <a:pt x="6085052" y="102870"/>
                  </a:moveTo>
                  <a:lnTo>
                    <a:pt x="6078753" y="77470"/>
                  </a:lnTo>
                  <a:lnTo>
                    <a:pt x="6076670" y="69062"/>
                  </a:lnTo>
                  <a:lnTo>
                    <a:pt x="6052782" y="42786"/>
                  </a:lnTo>
                  <a:lnTo>
                    <a:pt x="6015202" y="23418"/>
                  </a:lnTo>
                  <a:lnTo>
                    <a:pt x="5971387" y="11849"/>
                  </a:lnTo>
                  <a:lnTo>
                    <a:pt x="5971387" y="102870"/>
                  </a:lnTo>
                  <a:lnTo>
                    <a:pt x="5961989" y="114617"/>
                  </a:lnTo>
                  <a:lnTo>
                    <a:pt x="5935269" y="122478"/>
                  </a:lnTo>
                  <a:lnTo>
                    <a:pt x="5893422" y="126898"/>
                  </a:lnTo>
                  <a:lnTo>
                    <a:pt x="5838672" y="128270"/>
                  </a:lnTo>
                  <a:lnTo>
                    <a:pt x="5783910" y="126898"/>
                  </a:lnTo>
                  <a:lnTo>
                    <a:pt x="5742063" y="122478"/>
                  </a:lnTo>
                  <a:lnTo>
                    <a:pt x="5715343" y="114617"/>
                  </a:lnTo>
                  <a:lnTo>
                    <a:pt x="5705957" y="102870"/>
                  </a:lnTo>
                  <a:lnTo>
                    <a:pt x="5715343" y="91401"/>
                  </a:lnTo>
                  <a:lnTo>
                    <a:pt x="5742063" y="83502"/>
                  </a:lnTo>
                  <a:lnTo>
                    <a:pt x="5783910" y="78943"/>
                  </a:lnTo>
                  <a:lnTo>
                    <a:pt x="5838672" y="77470"/>
                  </a:lnTo>
                  <a:lnTo>
                    <a:pt x="5893422" y="78943"/>
                  </a:lnTo>
                  <a:lnTo>
                    <a:pt x="5935269" y="83502"/>
                  </a:lnTo>
                  <a:lnTo>
                    <a:pt x="5961989" y="91401"/>
                  </a:lnTo>
                  <a:lnTo>
                    <a:pt x="5971387" y="102870"/>
                  </a:lnTo>
                  <a:lnTo>
                    <a:pt x="5971387" y="11849"/>
                  </a:lnTo>
                  <a:lnTo>
                    <a:pt x="5965761" y="10350"/>
                  </a:lnTo>
                  <a:lnTo>
                    <a:pt x="5906313" y="2959"/>
                  </a:lnTo>
                  <a:lnTo>
                    <a:pt x="5838672" y="635"/>
                  </a:lnTo>
                  <a:lnTo>
                    <a:pt x="5771032" y="2959"/>
                  </a:lnTo>
                  <a:lnTo>
                    <a:pt x="5711571" y="10350"/>
                  </a:lnTo>
                  <a:lnTo>
                    <a:pt x="5662142" y="23418"/>
                  </a:lnTo>
                  <a:lnTo>
                    <a:pt x="5624550" y="42786"/>
                  </a:lnTo>
                  <a:lnTo>
                    <a:pt x="5592292" y="102870"/>
                  </a:lnTo>
                  <a:lnTo>
                    <a:pt x="5600662" y="136690"/>
                  </a:lnTo>
                  <a:lnTo>
                    <a:pt x="5662142" y="182333"/>
                  </a:lnTo>
                  <a:lnTo>
                    <a:pt x="5711571" y="195402"/>
                  </a:lnTo>
                  <a:lnTo>
                    <a:pt x="5771032" y="202780"/>
                  </a:lnTo>
                  <a:lnTo>
                    <a:pt x="5838672" y="205105"/>
                  </a:lnTo>
                  <a:lnTo>
                    <a:pt x="5906313" y="202780"/>
                  </a:lnTo>
                  <a:lnTo>
                    <a:pt x="5965761" y="195402"/>
                  </a:lnTo>
                  <a:lnTo>
                    <a:pt x="6015202" y="182333"/>
                  </a:lnTo>
                  <a:lnTo>
                    <a:pt x="6052782" y="162966"/>
                  </a:lnTo>
                  <a:lnTo>
                    <a:pt x="6078753" y="128270"/>
                  </a:lnTo>
                  <a:lnTo>
                    <a:pt x="6085052" y="102870"/>
                  </a:lnTo>
                  <a:close/>
                </a:path>
                <a:path w="7423784" h="560070">
                  <a:moveTo>
                    <a:pt x="6086957" y="481965"/>
                  </a:moveTo>
                  <a:lnTo>
                    <a:pt x="5701512" y="481965"/>
                  </a:lnTo>
                  <a:lnTo>
                    <a:pt x="5701512" y="463550"/>
                  </a:lnTo>
                  <a:lnTo>
                    <a:pt x="6081242" y="463550"/>
                  </a:lnTo>
                  <a:lnTo>
                    <a:pt x="6081242" y="321945"/>
                  </a:lnTo>
                  <a:lnTo>
                    <a:pt x="5595467" y="321945"/>
                  </a:lnTo>
                  <a:lnTo>
                    <a:pt x="5595467" y="389255"/>
                  </a:lnTo>
                  <a:lnTo>
                    <a:pt x="5976467" y="389255"/>
                  </a:lnTo>
                  <a:lnTo>
                    <a:pt x="5976467" y="407670"/>
                  </a:lnTo>
                  <a:lnTo>
                    <a:pt x="5596737" y="407670"/>
                  </a:lnTo>
                  <a:lnTo>
                    <a:pt x="5596737" y="551827"/>
                  </a:lnTo>
                  <a:lnTo>
                    <a:pt x="6086957" y="551827"/>
                  </a:lnTo>
                  <a:lnTo>
                    <a:pt x="6086957" y="481965"/>
                  </a:lnTo>
                  <a:close/>
                </a:path>
                <a:path w="7423784" h="560070">
                  <a:moveTo>
                    <a:pt x="6112992" y="222885"/>
                  </a:moveTo>
                  <a:lnTo>
                    <a:pt x="5564340" y="222885"/>
                  </a:lnTo>
                  <a:lnTo>
                    <a:pt x="5564340" y="300990"/>
                  </a:lnTo>
                  <a:lnTo>
                    <a:pt x="6112992" y="300990"/>
                  </a:lnTo>
                  <a:lnTo>
                    <a:pt x="6112992" y="222885"/>
                  </a:lnTo>
                  <a:close/>
                </a:path>
                <a:path w="7423784" h="560070">
                  <a:moveTo>
                    <a:pt x="6701612" y="460375"/>
                  </a:moveTo>
                  <a:lnTo>
                    <a:pt x="6636067" y="375285"/>
                  </a:lnTo>
                  <a:lnTo>
                    <a:pt x="6544132" y="255905"/>
                  </a:lnTo>
                  <a:lnTo>
                    <a:pt x="6549250" y="224243"/>
                  </a:lnTo>
                  <a:lnTo>
                    <a:pt x="6553174" y="191135"/>
                  </a:lnTo>
                  <a:lnTo>
                    <a:pt x="6555918" y="156616"/>
                  </a:lnTo>
                  <a:lnTo>
                    <a:pt x="6557467" y="120650"/>
                  </a:lnTo>
                  <a:lnTo>
                    <a:pt x="6673672" y="120650"/>
                  </a:lnTo>
                  <a:lnTo>
                    <a:pt x="6673672" y="22225"/>
                  </a:lnTo>
                  <a:lnTo>
                    <a:pt x="6326962" y="22225"/>
                  </a:lnTo>
                  <a:lnTo>
                    <a:pt x="6326962" y="120650"/>
                  </a:lnTo>
                  <a:lnTo>
                    <a:pt x="6449517" y="120650"/>
                  </a:lnTo>
                  <a:lnTo>
                    <a:pt x="6445758" y="183045"/>
                  </a:lnTo>
                  <a:lnTo>
                    <a:pt x="6437541" y="239344"/>
                  </a:lnTo>
                  <a:lnTo>
                    <a:pt x="6425171" y="289001"/>
                  </a:lnTo>
                  <a:lnTo>
                    <a:pt x="6408953" y="331470"/>
                  </a:lnTo>
                  <a:lnTo>
                    <a:pt x="6389192" y="366204"/>
                  </a:lnTo>
                  <a:lnTo>
                    <a:pt x="6340272" y="410260"/>
                  </a:lnTo>
                  <a:lnTo>
                    <a:pt x="6311722" y="418465"/>
                  </a:lnTo>
                  <a:lnTo>
                    <a:pt x="6311722" y="526427"/>
                  </a:lnTo>
                  <a:lnTo>
                    <a:pt x="6359550" y="519722"/>
                  </a:lnTo>
                  <a:lnTo>
                    <a:pt x="6403607" y="500748"/>
                  </a:lnTo>
                  <a:lnTo>
                    <a:pt x="6443294" y="470001"/>
                  </a:lnTo>
                  <a:lnTo>
                    <a:pt x="6478054" y="428015"/>
                  </a:lnTo>
                  <a:lnTo>
                    <a:pt x="6507302" y="375285"/>
                  </a:lnTo>
                  <a:lnTo>
                    <a:pt x="6616522" y="523887"/>
                  </a:lnTo>
                  <a:lnTo>
                    <a:pt x="6701612" y="460375"/>
                  </a:lnTo>
                  <a:close/>
                </a:path>
                <a:path w="7423784" h="560070">
                  <a:moveTo>
                    <a:pt x="6826707" y="9525"/>
                  </a:moveTo>
                  <a:lnTo>
                    <a:pt x="6719392" y="9525"/>
                  </a:lnTo>
                  <a:lnTo>
                    <a:pt x="6719392" y="551827"/>
                  </a:lnTo>
                  <a:lnTo>
                    <a:pt x="6826707" y="551827"/>
                  </a:lnTo>
                  <a:lnTo>
                    <a:pt x="6826707" y="9525"/>
                  </a:lnTo>
                  <a:close/>
                </a:path>
                <a:path w="7423784" h="560070">
                  <a:moveTo>
                    <a:pt x="7247077" y="114300"/>
                  </a:moveTo>
                  <a:lnTo>
                    <a:pt x="7240752" y="82550"/>
                  </a:lnTo>
                  <a:lnTo>
                    <a:pt x="7239165" y="74523"/>
                  </a:lnTo>
                  <a:lnTo>
                    <a:pt x="7216673" y="43586"/>
                  </a:lnTo>
                  <a:lnTo>
                    <a:pt x="7181507" y="21488"/>
                  </a:lnTo>
                  <a:lnTo>
                    <a:pt x="7143572" y="10553"/>
                  </a:lnTo>
                  <a:lnTo>
                    <a:pt x="7143572" y="114300"/>
                  </a:lnTo>
                  <a:lnTo>
                    <a:pt x="7139102" y="128371"/>
                  </a:lnTo>
                  <a:lnTo>
                    <a:pt x="7126427" y="138277"/>
                  </a:lnTo>
                  <a:lnTo>
                    <a:pt x="7106602" y="144132"/>
                  </a:lnTo>
                  <a:lnTo>
                    <a:pt x="7080707" y="146050"/>
                  </a:lnTo>
                  <a:lnTo>
                    <a:pt x="7054812" y="144132"/>
                  </a:lnTo>
                  <a:lnTo>
                    <a:pt x="7034987" y="138277"/>
                  </a:lnTo>
                  <a:lnTo>
                    <a:pt x="7022300" y="128371"/>
                  </a:lnTo>
                  <a:lnTo>
                    <a:pt x="7017842" y="114300"/>
                  </a:lnTo>
                  <a:lnTo>
                    <a:pt x="7022300" y="100241"/>
                  </a:lnTo>
                  <a:lnTo>
                    <a:pt x="7034987" y="90335"/>
                  </a:lnTo>
                  <a:lnTo>
                    <a:pt x="7054812" y="84480"/>
                  </a:lnTo>
                  <a:lnTo>
                    <a:pt x="7080707" y="82550"/>
                  </a:lnTo>
                  <a:lnTo>
                    <a:pt x="7106602" y="84480"/>
                  </a:lnTo>
                  <a:lnTo>
                    <a:pt x="7126427" y="90335"/>
                  </a:lnTo>
                  <a:lnTo>
                    <a:pt x="7139102" y="100241"/>
                  </a:lnTo>
                  <a:lnTo>
                    <a:pt x="7143572" y="114300"/>
                  </a:lnTo>
                  <a:lnTo>
                    <a:pt x="7143572" y="10553"/>
                  </a:lnTo>
                  <a:lnTo>
                    <a:pt x="7135558" y="8229"/>
                  </a:lnTo>
                  <a:lnTo>
                    <a:pt x="7080707" y="3810"/>
                  </a:lnTo>
                  <a:lnTo>
                    <a:pt x="7025856" y="8229"/>
                  </a:lnTo>
                  <a:lnTo>
                    <a:pt x="6979894" y="21488"/>
                  </a:lnTo>
                  <a:lnTo>
                    <a:pt x="6944728" y="43586"/>
                  </a:lnTo>
                  <a:lnTo>
                    <a:pt x="6922249" y="74523"/>
                  </a:lnTo>
                  <a:lnTo>
                    <a:pt x="6914337" y="114300"/>
                  </a:lnTo>
                  <a:lnTo>
                    <a:pt x="6922249" y="154076"/>
                  </a:lnTo>
                  <a:lnTo>
                    <a:pt x="6944728" y="185013"/>
                  </a:lnTo>
                  <a:lnTo>
                    <a:pt x="6979894" y="207111"/>
                  </a:lnTo>
                  <a:lnTo>
                    <a:pt x="7025856" y="220370"/>
                  </a:lnTo>
                  <a:lnTo>
                    <a:pt x="7080707" y="224790"/>
                  </a:lnTo>
                  <a:lnTo>
                    <a:pt x="7135558" y="220370"/>
                  </a:lnTo>
                  <a:lnTo>
                    <a:pt x="7181507" y="207111"/>
                  </a:lnTo>
                  <a:lnTo>
                    <a:pt x="7216673" y="185013"/>
                  </a:lnTo>
                  <a:lnTo>
                    <a:pt x="7239165" y="154076"/>
                  </a:lnTo>
                  <a:lnTo>
                    <a:pt x="7240752" y="146050"/>
                  </a:lnTo>
                  <a:lnTo>
                    <a:pt x="7247077" y="114300"/>
                  </a:lnTo>
                  <a:close/>
                </a:path>
                <a:path w="7423784" h="560070">
                  <a:moveTo>
                    <a:pt x="7415987" y="9525"/>
                  </a:moveTo>
                  <a:lnTo>
                    <a:pt x="7308672" y="9525"/>
                  </a:lnTo>
                  <a:lnTo>
                    <a:pt x="7308672" y="340995"/>
                  </a:lnTo>
                  <a:lnTo>
                    <a:pt x="7168972" y="340995"/>
                  </a:lnTo>
                  <a:lnTo>
                    <a:pt x="7168972" y="415290"/>
                  </a:lnTo>
                  <a:lnTo>
                    <a:pt x="7308672" y="415290"/>
                  </a:lnTo>
                  <a:lnTo>
                    <a:pt x="7308672" y="430530"/>
                  </a:lnTo>
                  <a:lnTo>
                    <a:pt x="7415987" y="430530"/>
                  </a:lnTo>
                  <a:lnTo>
                    <a:pt x="7415987" y="9525"/>
                  </a:lnTo>
                  <a:close/>
                </a:path>
                <a:path w="7423784" h="560070">
                  <a:moveTo>
                    <a:pt x="7423607" y="462280"/>
                  </a:moveTo>
                  <a:lnTo>
                    <a:pt x="7038162" y="462280"/>
                  </a:lnTo>
                  <a:lnTo>
                    <a:pt x="7038162" y="407670"/>
                  </a:lnTo>
                  <a:lnTo>
                    <a:pt x="7123887" y="407670"/>
                  </a:lnTo>
                  <a:lnTo>
                    <a:pt x="7123887" y="325755"/>
                  </a:lnTo>
                  <a:lnTo>
                    <a:pt x="7135317" y="325755"/>
                  </a:lnTo>
                  <a:lnTo>
                    <a:pt x="7175576" y="324739"/>
                  </a:lnTo>
                  <a:lnTo>
                    <a:pt x="7214057" y="321398"/>
                  </a:lnTo>
                  <a:lnTo>
                    <a:pt x="7248728" y="315315"/>
                  </a:lnTo>
                  <a:lnTo>
                    <a:pt x="7277557" y="306070"/>
                  </a:lnTo>
                  <a:lnTo>
                    <a:pt x="7277557" y="223520"/>
                  </a:lnTo>
                  <a:lnTo>
                    <a:pt x="7248487" y="232765"/>
                  </a:lnTo>
                  <a:lnTo>
                    <a:pt x="7213574" y="238848"/>
                  </a:lnTo>
                  <a:lnTo>
                    <a:pt x="7175576" y="242189"/>
                  </a:lnTo>
                  <a:lnTo>
                    <a:pt x="7137222" y="243205"/>
                  </a:lnTo>
                  <a:lnTo>
                    <a:pt x="6887667" y="243205"/>
                  </a:lnTo>
                  <a:lnTo>
                    <a:pt x="6887667" y="325755"/>
                  </a:lnTo>
                  <a:lnTo>
                    <a:pt x="7017207" y="325755"/>
                  </a:lnTo>
                  <a:lnTo>
                    <a:pt x="7017207" y="379730"/>
                  </a:lnTo>
                  <a:lnTo>
                    <a:pt x="6930847" y="379730"/>
                  </a:lnTo>
                  <a:lnTo>
                    <a:pt x="6930847" y="551827"/>
                  </a:lnTo>
                  <a:lnTo>
                    <a:pt x="7423607" y="551827"/>
                  </a:lnTo>
                  <a:lnTo>
                    <a:pt x="7423607" y="462280"/>
                  </a:lnTo>
                  <a:close/>
                </a:path>
              </a:pathLst>
            </a:custGeom>
            <a:solidFill>
              <a:srgbClr val="FF80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518674" y="4465687"/>
              <a:ext cx="11135360" cy="1307465"/>
            </a:xfrm>
            <a:custGeom>
              <a:avLst/>
              <a:gdLst/>
              <a:ahLst/>
              <a:cxnLst/>
              <a:rect l="l" t="t" r="r" b="b"/>
              <a:pathLst>
                <a:path w="11135360" h="1307464">
                  <a:moveTo>
                    <a:pt x="548640" y="1181633"/>
                  </a:moveTo>
                  <a:lnTo>
                    <a:pt x="0" y="1181633"/>
                  </a:lnTo>
                  <a:lnTo>
                    <a:pt x="0" y="1281976"/>
                  </a:lnTo>
                  <a:lnTo>
                    <a:pt x="548640" y="1281976"/>
                  </a:lnTo>
                  <a:lnTo>
                    <a:pt x="548640" y="1181633"/>
                  </a:lnTo>
                  <a:close/>
                </a:path>
                <a:path w="11135360" h="1307464">
                  <a:moveTo>
                    <a:pt x="549275" y="1020343"/>
                  </a:moveTo>
                  <a:lnTo>
                    <a:pt x="457454" y="965098"/>
                  </a:lnTo>
                  <a:lnTo>
                    <a:pt x="318135" y="881278"/>
                  </a:lnTo>
                  <a:lnTo>
                    <a:pt x="328244" y="855675"/>
                  </a:lnTo>
                  <a:lnTo>
                    <a:pt x="336626" y="829297"/>
                  </a:lnTo>
                  <a:lnTo>
                    <a:pt x="343230" y="802081"/>
                  </a:lnTo>
                  <a:lnTo>
                    <a:pt x="347980" y="773963"/>
                  </a:lnTo>
                  <a:lnTo>
                    <a:pt x="238760" y="756818"/>
                  </a:lnTo>
                  <a:lnTo>
                    <a:pt x="227736" y="809129"/>
                  </a:lnTo>
                  <a:lnTo>
                    <a:pt x="210019" y="856576"/>
                  </a:lnTo>
                  <a:lnTo>
                    <a:pt x="186436" y="898512"/>
                  </a:lnTo>
                  <a:lnTo>
                    <a:pt x="157873" y="934300"/>
                  </a:lnTo>
                  <a:lnTo>
                    <a:pt x="125171" y="963307"/>
                  </a:lnTo>
                  <a:lnTo>
                    <a:pt x="89179" y="984885"/>
                  </a:lnTo>
                  <a:lnTo>
                    <a:pt x="50774" y="998397"/>
                  </a:lnTo>
                  <a:lnTo>
                    <a:pt x="10795" y="1003198"/>
                  </a:lnTo>
                  <a:lnTo>
                    <a:pt x="10795" y="1104798"/>
                  </a:lnTo>
                  <a:lnTo>
                    <a:pt x="61607" y="1100150"/>
                  </a:lnTo>
                  <a:lnTo>
                    <a:pt x="110159" y="1087208"/>
                  </a:lnTo>
                  <a:lnTo>
                    <a:pt x="155892" y="1066622"/>
                  </a:lnTo>
                  <a:lnTo>
                    <a:pt x="198234" y="1038999"/>
                  </a:lnTo>
                  <a:lnTo>
                    <a:pt x="236626" y="1004951"/>
                  </a:lnTo>
                  <a:lnTo>
                    <a:pt x="270510" y="965098"/>
                  </a:lnTo>
                  <a:lnTo>
                    <a:pt x="492760" y="1107338"/>
                  </a:lnTo>
                  <a:lnTo>
                    <a:pt x="549275" y="1020343"/>
                  </a:lnTo>
                  <a:close/>
                </a:path>
                <a:path w="11135360" h="1307464">
                  <a:moveTo>
                    <a:pt x="919480" y="770839"/>
                  </a:moveTo>
                  <a:lnTo>
                    <a:pt x="603885" y="770839"/>
                  </a:lnTo>
                  <a:lnTo>
                    <a:pt x="603885" y="871169"/>
                  </a:lnTo>
                  <a:lnTo>
                    <a:pt x="603885" y="1175969"/>
                  </a:lnTo>
                  <a:lnTo>
                    <a:pt x="603885" y="1275029"/>
                  </a:lnTo>
                  <a:lnTo>
                    <a:pt x="919480" y="1275029"/>
                  </a:lnTo>
                  <a:lnTo>
                    <a:pt x="919480" y="1175969"/>
                  </a:lnTo>
                  <a:lnTo>
                    <a:pt x="711200" y="1175969"/>
                  </a:lnTo>
                  <a:lnTo>
                    <a:pt x="711200" y="871169"/>
                  </a:lnTo>
                  <a:lnTo>
                    <a:pt x="812165" y="871169"/>
                  </a:lnTo>
                  <a:lnTo>
                    <a:pt x="812165" y="1175918"/>
                  </a:lnTo>
                  <a:lnTo>
                    <a:pt x="919480" y="1175918"/>
                  </a:lnTo>
                  <a:lnTo>
                    <a:pt x="919480" y="871169"/>
                  </a:lnTo>
                  <a:lnTo>
                    <a:pt x="919480" y="770839"/>
                  </a:lnTo>
                  <a:close/>
                </a:path>
                <a:path w="11135360" h="1307464">
                  <a:moveTo>
                    <a:pt x="1158240" y="956259"/>
                  </a:moveTo>
                  <a:lnTo>
                    <a:pt x="1094740" y="956259"/>
                  </a:lnTo>
                  <a:lnTo>
                    <a:pt x="1094740" y="758139"/>
                  </a:lnTo>
                  <a:lnTo>
                    <a:pt x="987425" y="758139"/>
                  </a:lnTo>
                  <a:lnTo>
                    <a:pt x="987425" y="956259"/>
                  </a:lnTo>
                  <a:lnTo>
                    <a:pt x="987425" y="1060399"/>
                  </a:lnTo>
                  <a:lnTo>
                    <a:pt x="987425" y="1300429"/>
                  </a:lnTo>
                  <a:lnTo>
                    <a:pt x="1094740" y="1300429"/>
                  </a:lnTo>
                  <a:lnTo>
                    <a:pt x="1094740" y="1060399"/>
                  </a:lnTo>
                  <a:lnTo>
                    <a:pt x="1158240" y="1060399"/>
                  </a:lnTo>
                  <a:lnTo>
                    <a:pt x="1158240" y="956259"/>
                  </a:lnTo>
                  <a:close/>
                </a:path>
                <a:path w="11135360" h="1307464">
                  <a:moveTo>
                    <a:pt x="1696085" y="1038809"/>
                  </a:moveTo>
                  <a:lnTo>
                    <a:pt x="1307465" y="1038809"/>
                  </a:lnTo>
                  <a:lnTo>
                    <a:pt x="1307465" y="996899"/>
                  </a:lnTo>
                  <a:lnTo>
                    <a:pt x="1680845" y="996899"/>
                  </a:lnTo>
                  <a:lnTo>
                    <a:pt x="1680845" y="907999"/>
                  </a:lnTo>
                  <a:lnTo>
                    <a:pt x="1307465" y="907999"/>
                  </a:lnTo>
                  <a:lnTo>
                    <a:pt x="1307465" y="864819"/>
                  </a:lnTo>
                  <a:lnTo>
                    <a:pt x="1689735" y="864819"/>
                  </a:lnTo>
                  <a:lnTo>
                    <a:pt x="1689735" y="770839"/>
                  </a:lnTo>
                  <a:lnTo>
                    <a:pt x="1201420" y="770839"/>
                  </a:lnTo>
                  <a:lnTo>
                    <a:pt x="1201420" y="864819"/>
                  </a:lnTo>
                  <a:lnTo>
                    <a:pt x="1201420" y="907999"/>
                  </a:lnTo>
                  <a:lnTo>
                    <a:pt x="1201420" y="996899"/>
                  </a:lnTo>
                  <a:lnTo>
                    <a:pt x="1201420" y="1038809"/>
                  </a:lnTo>
                  <a:lnTo>
                    <a:pt x="1201420" y="1132789"/>
                  </a:lnTo>
                  <a:lnTo>
                    <a:pt x="1696085" y="1132789"/>
                  </a:lnTo>
                  <a:lnTo>
                    <a:pt x="1696085" y="1038809"/>
                  </a:lnTo>
                  <a:close/>
                </a:path>
                <a:path w="11135360" h="1307464">
                  <a:moveTo>
                    <a:pt x="1719580" y="1183538"/>
                  </a:moveTo>
                  <a:lnTo>
                    <a:pt x="1170940" y="1183538"/>
                  </a:lnTo>
                  <a:lnTo>
                    <a:pt x="1170940" y="1281976"/>
                  </a:lnTo>
                  <a:lnTo>
                    <a:pt x="1719580" y="1281976"/>
                  </a:lnTo>
                  <a:lnTo>
                    <a:pt x="1719580" y="1183538"/>
                  </a:lnTo>
                  <a:close/>
                </a:path>
                <a:path w="11135360" h="1307464">
                  <a:moveTo>
                    <a:pt x="2279662" y="1212799"/>
                  </a:moveTo>
                  <a:lnTo>
                    <a:pt x="1897392" y="1212799"/>
                  </a:lnTo>
                  <a:lnTo>
                    <a:pt x="1897392" y="1149299"/>
                  </a:lnTo>
                  <a:lnTo>
                    <a:pt x="1788160" y="1149299"/>
                  </a:lnTo>
                  <a:lnTo>
                    <a:pt x="1788160" y="1212799"/>
                  </a:lnTo>
                  <a:lnTo>
                    <a:pt x="1788160" y="1300429"/>
                  </a:lnTo>
                  <a:lnTo>
                    <a:pt x="2279662" y="1300429"/>
                  </a:lnTo>
                  <a:lnTo>
                    <a:pt x="2279662" y="1212799"/>
                  </a:lnTo>
                  <a:close/>
                </a:path>
                <a:path w="11135360" h="1307464">
                  <a:moveTo>
                    <a:pt x="2305062" y="1038758"/>
                  </a:moveTo>
                  <a:lnTo>
                    <a:pt x="2084717" y="1038758"/>
                  </a:lnTo>
                  <a:lnTo>
                    <a:pt x="2084717" y="1002563"/>
                  </a:lnTo>
                  <a:lnTo>
                    <a:pt x="2277122" y="1002563"/>
                  </a:lnTo>
                  <a:lnTo>
                    <a:pt x="2277122" y="918108"/>
                  </a:lnTo>
                  <a:lnTo>
                    <a:pt x="2194572" y="918108"/>
                  </a:lnTo>
                  <a:lnTo>
                    <a:pt x="2194572" y="843178"/>
                  </a:lnTo>
                  <a:lnTo>
                    <a:pt x="2271407" y="843178"/>
                  </a:lnTo>
                  <a:lnTo>
                    <a:pt x="2271407" y="758723"/>
                  </a:lnTo>
                  <a:lnTo>
                    <a:pt x="2087257" y="758723"/>
                  </a:lnTo>
                  <a:lnTo>
                    <a:pt x="2087257" y="843178"/>
                  </a:lnTo>
                  <a:lnTo>
                    <a:pt x="2087257" y="918108"/>
                  </a:lnTo>
                  <a:lnTo>
                    <a:pt x="1974227" y="918108"/>
                  </a:lnTo>
                  <a:lnTo>
                    <a:pt x="1974227" y="843178"/>
                  </a:lnTo>
                  <a:lnTo>
                    <a:pt x="2087257" y="843178"/>
                  </a:lnTo>
                  <a:lnTo>
                    <a:pt x="2087257" y="758723"/>
                  </a:lnTo>
                  <a:lnTo>
                    <a:pt x="1790065" y="758723"/>
                  </a:lnTo>
                  <a:lnTo>
                    <a:pt x="1790065" y="843178"/>
                  </a:lnTo>
                  <a:lnTo>
                    <a:pt x="1866912" y="843178"/>
                  </a:lnTo>
                  <a:lnTo>
                    <a:pt x="1866912" y="918108"/>
                  </a:lnTo>
                  <a:lnTo>
                    <a:pt x="1784350" y="918108"/>
                  </a:lnTo>
                  <a:lnTo>
                    <a:pt x="1784350" y="1002563"/>
                  </a:lnTo>
                  <a:lnTo>
                    <a:pt x="1976767" y="1002563"/>
                  </a:lnTo>
                  <a:lnTo>
                    <a:pt x="1976767" y="1038758"/>
                  </a:lnTo>
                  <a:lnTo>
                    <a:pt x="1756410" y="1038758"/>
                  </a:lnTo>
                  <a:lnTo>
                    <a:pt x="1756410" y="1126388"/>
                  </a:lnTo>
                  <a:lnTo>
                    <a:pt x="2305062" y="1126388"/>
                  </a:lnTo>
                  <a:lnTo>
                    <a:pt x="2305062" y="1038758"/>
                  </a:lnTo>
                  <a:close/>
                </a:path>
                <a:path w="11135360" h="1307464">
                  <a:moveTo>
                    <a:pt x="2848533" y="765073"/>
                  </a:moveTo>
                  <a:lnTo>
                    <a:pt x="2742488" y="765073"/>
                  </a:lnTo>
                  <a:lnTo>
                    <a:pt x="2742488" y="852068"/>
                  </a:lnTo>
                  <a:lnTo>
                    <a:pt x="2742488" y="932078"/>
                  </a:lnTo>
                  <a:lnTo>
                    <a:pt x="2618028" y="932078"/>
                  </a:lnTo>
                  <a:lnTo>
                    <a:pt x="2618028" y="852068"/>
                  </a:lnTo>
                  <a:lnTo>
                    <a:pt x="2742488" y="852068"/>
                  </a:lnTo>
                  <a:lnTo>
                    <a:pt x="2742488" y="765073"/>
                  </a:lnTo>
                  <a:lnTo>
                    <a:pt x="2511983" y="765073"/>
                  </a:lnTo>
                  <a:lnTo>
                    <a:pt x="2511983" y="1019073"/>
                  </a:lnTo>
                  <a:lnTo>
                    <a:pt x="2848533" y="1019073"/>
                  </a:lnTo>
                  <a:lnTo>
                    <a:pt x="2848533" y="932078"/>
                  </a:lnTo>
                  <a:lnTo>
                    <a:pt x="2848533" y="852068"/>
                  </a:lnTo>
                  <a:lnTo>
                    <a:pt x="2848533" y="765073"/>
                  </a:lnTo>
                  <a:close/>
                </a:path>
                <a:path w="11135360" h="1307464">
                  <a:moveTo>
                    <a:pt x="3018713" y="758723"/>
                  </a:moveTo>
                  <a:lnTo>
                    <a:pt x="2911398" y="758723"/>
                  </a:lnTo>
                  <a:lnTo>
                    <a:pt x="2911398" y="1050188"/>
                  </a:lnTo>
                  <a:lnTo>
                    <a:pt x="3018713" y="1050188"/>
                  </a:lnTo>
                  <a:lnTo>
                    <a:pt x="3018713" y="758723"/>
                  </a:lnTo>
                  <a:close/>
                </a:path>
                <a:path w="11135360" h="1307464">
                  <a:moveTo>
                    <a:pt x="3037128" y="1221003"/>
                  </a:moveTo>
                  <a:lnTo>
                    <a:pt x="2830753" y="1175283"/>
                  </a:lnTo>
                  <a:lnTo>
                    <a:pt x="2836468" y="1161948"/>
                  </a:lnTo>
                  <a:lnTo>
                    <a:pt x="3018713" y="1161948"/>
                  </a:lnTo>
                  <a:lnTo>
                    <a:pt x="3018713" y="1075588"/>
                  </a:lnTo>
                  <a:lnTo>
                    <a:pt x="2830753" y="1075588"/>
                  </a:lnTo>
                  <a:lnTo>
                    <a:pt x="2830753" y="1038758"/>
                  </a:lnTo>
                  <a:lnTo>
                    <a:pt x="2721533" y="1038758"/>
                  </a:lnTo>
                  <a:lnTo>
                    <a:pt x="2721533" y="1075588"/>
                  </a:lnTo>
                  <a:lnTo>
                    <a:pt x="2534208" y="1075588"/>
                  </a:lnTo>
                  <a:lnTo>
                    <a:pt x="2534208" y="1161948"/>
                  </a:lnTo>
                  <a:lnTo>
                    <a:pt x="2718993" y="1161948"/>
                  </a:lnTo>
                  <a:lnTo>
                    <a:pt x="2685656" y="1185265"/>
                  </a:lnTo>
                  <a:lnTo>
                    <a:pt x="2640419" y="1201242"/>
                  </a:lnTo>
                  <a:lnTo>
                    <a:pt x="2586837" y="1210437"/>
                  </a:lnTo>
                  <a:lnTo>
                    <a:pt x="2528493" y="1213383"/>
                  </a:lnTo>
                  <a:lnTo>
                    <a:pt x="2528493" y="1301026"/>
                  </a:lnTo>
                  <a:lnTo>
                    <a:pt x="2582367" y="1299044"/>
                  </a:lnTo>
                  <a:lnTo>
                    <a:pt x="2634831" y="1292834"/>
                  </a:lnTo>
                  <a:lnTo>
                    <a:pt x="2684488" y="1281950"/>
                  </a:lnTo>
                  <a:lnTo>
                    <a:pt x="2729954" y="1265986"/>
                  </a:lnTo>
                  <a:lnTo>
                    <a:pt x="2769793" y="1244511"/>
                  </a:lnTo>
                  <a:lnTo>
                    <a:pt x="3009823" y="1307376"/>
                  </a:lnTo>
                  <a:lnTo>
                    <a:pt x="3029699" y="1244511"/>
                  </a:lnTo>
                  <a:lnTo>
                    <a:pt x="3037128" y="1221003"/>
                  </a:lnTo>
                  <a:close/>
                </a:path>
                <a:path w="11135360" h="1307464">
                  <a:moveTo>
                    <a:pt x="3780663" y="1181633"/>
                  </a:moveTo>
                  <a:lnTo>
                    <a:pt x="3232023" y="1181633"/>
                  </a:lnTo>
                  <a:lnTo>
                    <a:pt x="3232023" y="1281976"/>
                  </a:lnTo>
                  <a:lnTo>
                    <a:pt x="3780663" y="1281976"/>
                  </a:lnTo>
                  <a:lnTo>
                    <a:pt x="3780663" y="1181633"/>
                  </a:lnTo>
                  <a:close/>
                </a:path>
                <a:path w="11135360" h="1307464">
                  <a:moveTo>
                    <a:pt x="3781298" y="1020343"/>
                  </a:moveTo>
                  <a:lnTo>
                    <a:pt x="3689477" y="965098"/>
                  </a:lnTo>
                  <a:lnTo>
                    <a:pt x="3550158" y="881278"/>
                  </a:lnTo>
                  <a:lnTo>
                    <a:pt x="3560267" y="855675"/>
                  </a:lnTo>
                  <a:lnTo>
                    <a:pt x="3568649" y="829297"/>
                  </a:lnTo>
                  <a:lnTo>
                    <a:pt x="3575253" y="802081"/>
                  </a:lnTo>
                  <a:lnTo>
                    <a:pt x="3580003" y="773963"/>
                  </a:lnTo>
                  <a:lnTo>
                    <a:pt x="3470783" y="756818"/>
                  </a:lnTo>
                  <a:lnTo>
                    <a:pt x="3459759" y="809129"/>
                  </a:lnTo>
                  <a:lnTo>
                    <a:pt x="3442043" y="856576"/>
                  </a:lnTo>
                  <a:lnTo>
                    <a:pt x="3418459" y="898512"/>
                  </a:lnTo>
                  <a:lnTo>
                    <a:pt x="3389896" y="934300"/>
                  </a:lnTo>
                  <a:lnTo>
                    <a:pt x="3357194" y="963307"/>
                  </a:lnTo>
                  <a:lnTo>
                    <a:pt x="3321202" y="984885"/>
                  </a:lnTo>
                  <a:lnTo>
                    <a:pt x="3282797" y="998397"/>
                  </a:lnTo>
                  <a:lnTo>
                    <a:pt x="3242818" y="1003198"/>
                  </a:lnTo>
                  <a:lnTo>
                    <a:pt x="3242818" y="1104798"/>
                  </a:lnTo>
                  <a:lnTo>
                    <a:pt x="3293630" y="1100150"/>
                  </a:lnTo>
                  <a:lnTo>
                    <a:pt x="3342182" y="1087208"/>
                  </a:lnTo>
                  <a:lnTo>
                    <a:pt x="3387915" y="1066622"/>
                  </a:lnTo>
                  <a:lnTo>
                    <a:pt x="3430257" y="1038999"/>
                  </a:lnTo>
                  <a:lnTo>
                    <a:pt x="3468649" y="1004951"/>
                  </a:lnTo>
                  <a:lnTo>
                    <a:pt x="3502533" y="965098"/>
                  </a:lnTo>
                  <a:lnTo>
                    <a:pt x="3724783" y="1107338"/>
                  </a:lnTo>
                  <a:lnTo>
                    <a:pt x="3781298" y="1020343"/>
                  </a:lnTo>
                  <a:close/>
                </a:path>
                <a:path w="11135360" h="1307464">
                  <a:moveTo>
                    <a:pt x="4151503" y="770839"/>
                  </a:moveTo>
                  <a:lnTo>
                    <a:pt x="3835908" y="770839"/>
                  </a:lnTo>
                  <a:lnTo>
                    <a:pt x="3835908" y="871169"/>
                  </a:lnTo>
                  <a:lnTo>
                    <a:pt x="3835908" y="1175969"/>
                  </a:lnTo>
                  <a:lnTo>
                    <a:pt x="3835908" y="1275029"/>
                  </a:lnTo>
                  <a:lnTo>
                    <a:pt x="4151503" y="1275029"/>
                  </a:lnTo>
                  <a:lnTo>
                    <a:pt x="4151503" y="1175969"/>
                  </a:lnTo>
                  <a:lnTo>
                    <a:pt x="3943223" y="1175969"/>
                  </a:lnTo>
                  <a:lnTo>
                    <a:pt x="3943223" y="871169"/>
                  </a:lnTo>
                  <a:lnTo>
                    <a:pt x="4044188" y="871169"/>
                  </a:lnTo>
                  <a:lnTo>
                    <a:pt x="4044188" y="1175918"/>
                  </a:lnTo>
                  <a:lnTo>
                    <a:pt x="4151503" y="1175918"/>
                  </a:lnTo>
                  <a:lnTo>
                    <a:pt x="4151503" y="871169"/>
                  </a:lnTo>
                  <a:lnTo>
                    <a:pt x="4151503" y="770839"/>
                  </a:lnTo>
                  <a:close/>
                </a:path>
                <a:path w="11135360" h="1307464">
                  <a:moveTo>
                    <a:pt x="4390263" y="956259"/>
                  </a:moveTo>
                  <a:lnTo>
                    <a:pt x="4326763" y="956259"/>
                  </a:lnTo>
                  <a:lnTo>
                    <a:pt x="4326763" y="758139"/>
                  </a:lnTo>
                  <a:lnTo>
                    <a:pt x="4219448" y="758139"/>
                  </a:lnTo>
                  <a:lnTo>
                    <a:pt x="4219448" y="956259"/>
                  </a:lnTo>
                  <a:lnTo>
                    <a:pt x="4219448" y="1060399"/>
                  </a:lnTo>
                  <a:lnTo>
                    <a:pt x="4219448" y="1300429"/>
                  </a:lnTo>
                  <a:lnTo>
                    <a:pt x="4326763" y="1300429"/>
                  </a:lnTo>
                  <a:lnTo>
                    <a:pt x="4326763" y="1060399"/>
                  </a:lnTo>
                  <a:lnTo>
                    <a:pt x="4390263" y="1060399"/>
                  </a:lnTo>
                  <a:lnTo>
                    <a:pt x="4390263" y="956259"/>
                  </a:lnTo>
                  <a:close/>
                </a:path>
                <a:path w="11135360" h="1307464">
                  <a:moveTo>
                    <a:pt x="4928108" y="1038809"/>
                  </a:moveTo>
                  <a:lnTo>
                    <a:pt x="4539488" y="1038809"/>
                  </a:lnTo>
                  <a:lnTo>
                    <a:pt x="4539488" y="996899"/>
                  </a:lnTo>
                  <a:lnTo>
                    <a:pt x="4912868" y="996899"/>
                  </a:lnTo>
                  <a:lnTo>
                    <a:pt x="4912868" y="907999"/>
                  </a:lnTo>
                  <a:lnTo>
                    <a:pt x="4539488" y="907999"/>
                  </a:lnTo>
                  <a:lnTo>
                    <a:pt x="4539488" y="864819"/>
                  </a:lnTo>
                  <a:lnTo>
                    <a:pt x="4921758" y="864819"/>
                  </a:lnTo>
                  <a:lnTo>
                    <a:pt x="4921758" y="770839"/>
                  </a:lnTo>
                  <a:lnTo>
                    <a:pt x="4433443" y="770839"/>
                  </a:lnTo>
                  <a:lnTo>
                    <a:pt x="4433443" y="864819"/>
                  </a:lnTo>
                  <a:lnTo>
                    <a:pt x="4433443" y="907999"/>
                  </a:lnTo>
                  <a:lnTo>
                    <a:pt x="4433443" y="996899"/>
                  </a:lnTo>
                  <a:lnTo>
                    <a:pt x="4433443" y="1038809"/>
                  </a:lnTo>
                  <a:lnTo>
                    <a:pt x="4433443" y="1132789"/>
                  </a:lnTo>
                  <a:lnTo>
                    <a:pt x="4928108" y="1132789"/>
                  </a:lnTo>
                  <a:lnTo>
                    <a:pt x="4928108" y="1038809"/>
                  </a:lnTo>
                  <a:close/>
                </a:path>
                <a:path w="11135360" h="1307464">
                  <a:moveTo>
                    <a:pt x="4951603" y="1183538"/>
                  </a:moveTo>
                  <a:lnTo>
                    <a:pt x="4402963" y="1183538"/>
                  </a:lnTo>
                  <a:lnTo>
                    <a:pt x="4402963" y="1281976"/>
                  </a:lnTo>
                  <a:lnTo>
                    <a:pt x="4951603" y="1281976"/>
                  </a:lnTo>
                  <a:lnTo>
                    <a:pt x="4951603" y="1183538"/>
                  </a:lnTo>
                  <a:close/>
                </a:path>
                <a:path w="11135360" h="1307464">
                  <a:moveTo>
                    <a:pt x="5346585" y="899058"/>
                  </a:moveTo>
                  <a:lnTo>
                    <a:pt x="5338661" y="854163"/>
                  </a:lnTo>
                  <a:lnTo>
                    <a:pt x="5316182" y="817067"/>
                  </a:lnTo>
                  <a:lnTo>
                    <a:pt x="5281015" y="789012"/>
                  </a:lnTo>
                  <a:lnTo>
                    <a:pt x="5244350" y="774865"/>
                  </a:lnTo>
                  <a:lnTo>
                    <a:pt x="5244350" y="899058"/>
                  </a:lnTo>
                  <a:lnTo>
                    <a:pt x="5239766" y="919391"/>
                  </a:lnTo>
                  <a:lnTo>
                    <a:pt x="5226799" y="935024"/>
                  </a:lnTo>
                  <a:lnTo>
                    <a:pt x="5206568" y="945045"/>
                  </a:lnTo>
                  <a:lnTo>
                    <a:pt x="5180215" y="948588"/>
                  </a:lnTo>
                  <a:lnTo>
                    <a:pt x="5153749" y="945045"/>
                  </a:lnTo>
                  <a:lnTo>
                    <a:pt x="5133302" y="935024"/>
                  </a:lnTo>
                  <a:lnTo>
                    <a:pt x="5120106" y="919391"/>
                  </a:lnTo>
                  <a:lnTo>
                    <a:pt x="5115445" y="899058"/>
                  </a:lnTo>
                  <a:lnTo>
                    <a:pt x="5120106" y="878738"/>
                  </a:lnTo>
                  <a:lnTo>
                    <a:pt x="5133302" y="863104"/>
                  </a:lnTo>
                  <a:lnTo>
                    <a:pt x="5153749" y="853071"/>
                  </a:lnTo>
                  <a:lnTo>
                    <a:pt x="5180215" y="849528"/>
                  </a:lnTo>
                  <a:lnTo>
                    <a:pt x="5206568" y="853071"/>
                  </a:lnTo>
                  <a:lnTo>
                    <a:pt x="5226799" y="863104"/>
                  </a:lnTo>
                  <a:lnTo>
                    <a:pt x="5239766" y="878738"/>
                  </a:lnTo>
                  <a:lnTo>
                    <a:pt x="5244350" y="899058"/>
                  </a:lnTo>
                  <a:lnTo>
                    <a:pt x="5244350" y="774865"/>
                  </a:lnTo>
                  <a:lnTo>
                    <a:pt x="5235067" y="771271"/>
                  </a:lnTo>
                  <a:lnTo>
                    <a:pt x="5180215" y="765073"/>
                  </a:lnTo>
                  <a:lnTo>
                    <a:pt x="5125047" y="771271"/>
                  </a:lnTo>
                  <a:lnTo>
                    <a:pt x="5078908" y="789012"/>
                  </a:lnTo>
                  <a:lnTo>
                    <a:pt x="5043640" y="817067"/>
                  </a:lnTo>
                  <a:lnTo>
                    <a:pt x="5021123" y="854163"/>
                  </a:lnTo>
                  <a:lnTo>
                    <a:pt x="5013198" y="899058"/>
                  </a:lnTo>
                  <a:lnTo>
                    <a:pt x="5021123" y="943965"/>
                  </a:lnTo>
                  <a:lnTo>
                    <a:pt x="5043640" y="981062"/>
                  </a:lnTo>
                  <a:lnTo>
                    <a:pt x="5078908" y="1009116"/>
                  </a:lnTo>
                  <a:lnTo>
                    <a:pt x="5125047" y="1026858"/>
                  </a:lnTo>
                  <a:lnTo>
                    <a:pt x="5180215" y="1033043"/>
                  </a:lnTo>
                  <a:lnTo>
                    <a:pt x="5235067" y="1026858"/>
                  </a:lnTo>
                  <a:lnTo>
                    <a:pt x="5281015" y="1009116"/>
                  </a:lnTo>
                  <a:lnTo>
                    <a:pt x="5316182" y="981062"/>
                  </a:lnTo>
                  <a:lnTo>
                    <a:pt x="5335867" y="948588"/>
                  </a:lnTo>
                  <a:lnTo>
                    <a:pt x="5338661" y="943965"/>
                  </a:lnTo>
                  <a:lnTo>
                    <a:pt x="5346585" y="899058"/>
                  </a:lnTo>
                  <a:close/>
                </a:path>
                <a:path w="11135360" h="1307464">
                  <a:moveTo>
                    <a:pt x="5378335" y="1037488"/>
                  </a:moveTo>
                  <a:lnTo>
                    <a:pt x="5349265" y="1046734"/>
                  </a:lnTo>
                  <a:lnTo>
                    <a:pt x="5314353" y="1052817"/>
                  </a:lnTo>
                  <a:lnTo>
                    <a:pt x="5276354" y="1056157"/>
                  </a:lnTo>
                  <a:lnTo>
                    <a:pt x="5238000" y="1057173"/>
                  </a:lnTo>
                  <a:lnTo>
                    <a:pt x="4988433" y="1057173"/>
                  </a:lnTo>
                  <a:lnTo>
                    <a:pt x="4988433" y="1150518"/>
                  </a:lnTo>
                  <a:lnTo>
                    <a:pt x="5116715" y="1150518"/>
                  </a:lnTo>
                  <a:lnTo>
                    <a:pt x="5116715" y="1301026"/>
                  </a:lnTo>
                  <a:lnTo>
                    <a:pt x="5224030" y="1301026"/>
                  </a:lnTo>
                  <a:lnTo>
                    <a:pt x="5224030" y="1150518"/>
                  </a:lnTo>
                  <a:lnTo>
                    <a:pt x="5236095" y="1150518"/>
                  </a:lnTo>
                  <a:lnTo>
                    <a:pt x="5276354" y="1149502"/>
                  </a:lnTo>
                  <a:lnTo>
                    <a:pt x="5314835" y="1146162"/>
                  </a:lnTo>
                  <a:lnTo>
                    <a:pt x="5349494" y="1140079"/>
                  </a:lnTo>
                  <a:lnTo>
                    <a:pt x="5378335" y="1130833"/>
                  </a:lnTo>
                  <a:lnTo>
                    <a:pt x="5378335" y="1037488"/>
                  </a:lnTo>
                  <a:close/>
                </a:path>
                <a:path w="11135360" h="1307464">
                  <a:moveTo>
                    <a:pt x="5516765" y="758723"/>
                  </a:moveTo>
                  <a:lnTo>
                    <a:pt x="5409450" y="758723"/>
                  </a:lnTo>
                  <a:lnTo>
                    <a:pt x="5409450" y="1176553"/>
                  </a:lnTo>
                  <a:lnTo>
                    <a:pt x="5271020" y="1176553"/>
                  </a:lnTo>
                  <a:lnTo>
                    <a:pt x="5271020" y="1267371"/>
                  </a:lnTo>
                  <a:lnTo>
                    <a:pt x="5409450" y="1267371"/>
                  </a:lnTo>
                  <a:lnTo>
                    <a:pt x="5409450" y="1301026"/>
                  </a:lnTo>
                  <a:lnTo>
                    <a:pt x="5516765" y="1301026"/>
                  </a:lnTo>
                  <a:lnTo>
                    <a:pt x="5516765" y="758723"/>
                  </a:lnTo>
                  <a:close/>
                </a:path>
                <a:path w="11135360" h="1307464">
                  <a:moveTo>
                    <a:pt x="5972060" y="1205763"/>
                  </a:moveTo>
                  <a:lnTo>
                    <a:pt x="5912218" y="1134643"/>
                  </a:lnTo>
                  <a:lnTo>
                    <a:pt x="5817120" y="1021613"/>
                  </a:lnTo>
                  <a:lnTo>
                    <a:pt x="5821045" y="998283"/>
                  </a:lnTo>
                  <a:lnTo>
                    <a:pt x="5824258" y="973988"/>
                  </a:lnTo>
                  <a:lnTo>
                    <a:pt x="5826760" y="948753"/>
                  </a:lnTo>
                  <a:lnTo>
                    <a:pt x="5828550" y="922553"/>
                  </a:lnTo>
                  <a:lnTo>
                    <a:pt x="5948565" y="922553"/>
                  </a:lnTo>
                  <a:lnTo>
                    <a:pt x="5948565" y="823493"/>
                  </a:lnTo>
                  <a:lnTo>
                    <a:pt x="5829820" y="823493"/>
                  </a:lnTo>
                  <a:lnTo>
                    <a:pt x="5829820" y="756818"/>
                  </a:lnTo>
                  <a:lnTo>
                    <a:pt x="5719965" y="756818"/>
                  </a:lnTo>
                  <a:lnTo>
                    <a:pt x="5719965" y="823493"/>
                  </a:lnTo>
                  <a:lnTo>
                    <a:pt x="5594870" y="823493"/>
                  </a:lnTo>
                  <a:lnTo>
                    <a:pt x="5594870" y="922553"/>
                  </a:lnTo>
                  <a:lnTo>
                    <a:pt x="5720600" y="922553"/>
                  </a:lnTo>
                  <a:lnTo>
                    <a:pt x="5714860" y="980465"/>
                  </a:lnTo>
                  <a:lnTo>
                    <a:pt x="5703887" y="1032243"/>
                  </a:lnTo>
                  <a:lnTo>
                    <a:pt x="5688025" y="1077074"/>
                  </a:lnTo>
                  <a:lnTo>
                    <a:pt x="5667629" y="1114120"/>
                  </a:lnTo>
                  <a:lnTo>
                    <a:pt x="5614657" y="1161529"/>
                  </a:lnTo>
                  <a:lnTo>
                    <a:pt x="5582805" y="1170203"/>
                  </a:lnTo>
                  <a:lnTo>
                    <a:pt x="5582805" y="1275626"/>
                  </a:lnTo>
                  <a:lnTo>
                    <a:pt x="5630710" y="1269314"/>
                  </a:lnTo>
                  <a:lnTo>
                    <a:pt x="5674957" y="1251508"/>
                  </a:lnTo>
                  <a:lnTo>
                    <a:pt x="5714936" y="1222768"/>
                  </a:lnTo>
                  <a:lnTo>
                    <a:pt x="5750039" y="1183627"/>
                  </a:lnTo>
                  <a:lnTo>
                    <a:pt x="5779655" y="1134643"/>
                  </a:lnTo>
                  <a:lnTo>
                    <a:pt x="5892050" y="1275626"/>
                  </a:lnTo>
                  <a:lnTo>
                    <a:pt x="5972060" y="1205763"/>
                  </a:lnTo>
                  <a:close/>
                </a:path>
                <a:path w="11135360" h="1307464">
                  <a:moveTo>
                    <a:pt x="6098425" y="758723"/>
                  </a:moveTo>
                  <a:lnTo>
                    <a:pt x="5991110" y="758723"/>
                  </a:lnTo>
                  <a:lnTo>
                    <a:pt x="5991110" y="1301026"/>
                  </a:lnTo>
                  <a:lnTo>
                    <a:pt x="6098425" y="1301026"/>
                  </a:lnTo>
                  <a:lnTo>
                    <a:pt x="6098425" y="758723"/>
                  </a:lnTo>
                  <a:close/>
                </a:path>
                <a:path w="11135360" h="1307464">
                  <a:moveTo>
                    <a:pt x="6577152" y="1023518"/>
                  </a:moveTo>
                  <a:lnTo>
                    <a:pt x="6574282" y="950899"/>
                  </a:lnTo>
                  <a:lnTo>
                    <a:pt x="6565836" y="891476"/>
                  </a:lnTo>
                  <a:lnTo>
                    <a:pt x="6557213" y="862228"/>
                  </a:lnTo>
                  <a:lnTo>
                    <a:pt x="6551904" y="844219"/>
                  </a:lnTo>
                  <a:lnTo>
                    <a:pt x="6532664" y="808609"/>
                  </a:lnTo>
                  <a:lnTo>
                    <a:pt x="6508229" y="783996"/>
                  </a:lnTo>
                  <a:lnTo>
                    <a:pt x="6478778" y="769696"/>
                  </a:lnTo>
                  <a:lnTo>
                    <a:pt x="6477457" y="769518"/>
                  </a:lnTo>
                  <a:lnTo>
                    <a:pt x="6477457" y="1023518"/>
                  </a:lnTo>
                  <a:lnTo>
                    <a:pt x="6475692" y="1096137"/>
                  </a:lnTo>
                  <a:lnTo>
                    <a:pt x="6469989" y="1146314"/>
                  </a:lnTo>
                  <a:lnTo>
                    <a:pt x="6459779" y="1175423"/>
                  </a:lnTo>
                  <a:lnTo>
                    <a:pt x="6444437" y="1184808"/>
                  </a:lnTo>
                  <a:lnTo>
                    <a:pt x="6429095" y="1175423"/>
                  </a:lnTo>
                  <a:lnTo>
                    <a:pt x="6418872" y="1146314"/>
                  </a:lnTo>
                  <a:lnTo>
                    <a:pt x="6413182" y="1096137"/>
                  </a:lnTo>
                  <a:lnTo>
                    <a:pt x="6411417" y="1023518"/>
                  </a:lnTo>
                  <a:lnTo>
                    <a:pt x="6413182" y="950899"/>
                  </a:lnTo>
                  <a:lnTo>
                    <a:pt x="6418872" y="900734"/>
                  </a:lnTo>
                  <a:lnTo>
                    <a:pt x="6429095" y="871626"/>
                  </a:lnTo>
                  <a:lnTo>
                    <a:pt x="6444437" y="862228"/>
                  </a:lnTo>
                  <a:lnTo>
                    <a:pt x="6459779" y="871626"/>
                  </a:lnTo>
                  <a:lnTo>
                    <a:pt x="6469989" y="900734"/>
                  </a:lnTo>
                  <a:lnTo>
                    <a:pt x="6475692" y="950899"/>
                  </a:lnTo>
                  <a:lnTo>
                    <a:pt x="6477457" y="1023518"/>
                  </a:lnTo>
                  <a:lnTo>
                    <a:pt x="6477457" y="769518"/>
                  </a:lnTo>
                  <a:lnTo>
                    <a:pt x="6410096" y="769696"/>
                  </a:lnTo>
                  <a:lnTo>
                    <a:pt x="6356210" y="808609"/>
                  </a:lnTo>
                  <a:lnTo>
                    <a:pt x="6336957" y="844219"/>
                  </a:lnTo>
                  <a:lnTo>
                    <a:pt x="6323038" y="891476"/>
                  </a:lnTo>
                  <a:lnTo>
                    <a:pt x="6314592" y="950899"/>
                  </a:lnTo>
                  <a:lnTo>
                    <a:pt x="6311722" y="1023518"/>
                  </a:lnTo>
                  <a:lnTo>
                    <a:pt x="6314567" y="1096137"/>
                  </a:lnTo>
                  <a:lnTo>
                    <a:pt x="6323038" y="1155852"/>
                  </a:lnTo>
                  <a:lnTo>
                    <a:pt x="6336957" y="1203083"/>
                  </a:lnTo>
                  <a:lnTo>
                    <a:pt x="6356210" y="1238631"/>
                  </a:lnTo>
                  <a:lnTo>
                    <a:pt x="6410096" y="1277378"/>
                  </a:lnTo>
                  <a:lnTo>
                    <a:pt x="6444437" y="1281976"/>
                  </a:lnTo>
                  <a:lnTo>
                    <a:pt x="6478778" y="1277378"/>
                  </a:lnTo>
                  <a:lnTo>
                    <a:pt x="6532664" y="1238631"/>
                  </a:lnTo>
                  <a:lnTo>
                    <a:pt x="6551904" y="1203083"/>
                  </a:lnTo>
                  <a:lnTo>
                    <a:pt x="6565836" y="1155852"/>
                  </a:lnTo>
                  <a:lnTo>
                    <a:pt x="6574307" y="1096137"/>
                  </a:lnTo>
                  <a:lnTo>
                    <a:pt x="6577152" y="1023518"/>
                  </a:lnTo>
                  <a:close/>
                </a:path>
                <a:path w="11135360" h="1307464">
                  <a:moveTo>
                    <a:pt x="6851472" y="758723"/>
                  </a:moveTo>
                  <a:lnTo>
                    <a:pt x="6751142" y="758723"/>
                  </a:lnTo>
                  <a:lnTo>
                    <a:pt x="6751142" y="958113"/>
                  </a:lnTo>
                  <a:lnTo>
                    <a:pt x="6706057" y="958113"/>
                  </a:lnTo>
                  <a:lnTo>
                    <a:pt x="6706057" y="761263"/>
                  </a:lnTo>
                  <a:lnTo>
                    <a:pt x="6606997" y="761263"/>
                  </a:lnTo>
                  <a:lnTo>
                    <a:pt x="6606997" y="1291501"/>
                  </a:lnTo>
                  <a:lnTo>
                    <a:pt x="6706057" y="1291501"/>
                  </a:lnTo>
                  <a:lnTo>
                    <a:pt x="6706057" y="1059713"/>
                  </a:lnTo>
                  <a:lnTo>
                    <a:pt x="6751142" y="1059713"/>
                  </a:lnTo>
                  <a:lnTo>
                    <a:pt x="6751142" y="1301026"/>
                  </a:lnTo>
                  <a:lnTo>
                    <a:pt x="6851472" y="1301026"/>
                  </a:lnTo>
                  <a:lnTo>
                    <a:pt x="6851472" y="1059713"/>
                  </a:lnTo>
                  <a:lnTo>
                    <a:pt x="6851472" y="958113"/>
                  </a:lnTo>
                  <a:lnTo>
                    <a:pt x="6851472" y="758723"/>
                  </a:lnTo>
                  <a:close/>
                </a:path>
                <a:path w="11135360" h="1307464">
                  <a:moveTo>
                    <a:pt x="7417892" y="883818"/>
                  </a:moveTo>
                  <a:lnTo>
                    <a:pt x="7334707" y="883818"/>
                  </a:lnTo>
                  <a:lnTo>
                    <a:pt x="7334707" y="833018"/>
                  </a:lnTo>
                  <a:lnTo>
                    <a:pt x="7412177" y="833018"/>
                  </a:lnTo>
                  <a:lnTo>
                    <a:pt x="7412177" y="758723"/>
                  </a:lnTo>
                  <a:lnTo>
                    <a:pt x="7228662" y="758723"/>
                  </a:lnTo>
                  <a:lnTo>
                    <a:pt x="7228662" y="833018"/>
                  </a:lnTo>
                  <a:lnTo>
                    <a:pt x="7228662" y="883818"/>
                  </a:lnTo>
                  <a:lnTo>
                    <a:pt x="7114362" y="883818"/>
                  </a:lnTo>
                  <a:lnTo>
                    <a:pt x="7114362" y="833018"/>
                  </a:lnTo>
                  <a:lnTo>
                    <a:pt x="7228662" y="833018"/>
                  </a:lnTo>
                  <a:lnTo>
                    <a:pt x="7228662" y="758723"/>
                  </a:lnTo>
                  <a:lnTo>
                    <a:pt x="6930847" y="758723"/>
                  </a:lnTo>
                  <a:lnTo>
                    <a:pt x="6930847" y="833018"/>
                  </a:lnTo>
                  <a:lnTo>
                    <a:pt x="7008317" y="833018"/>
                  </a:lnTo>
                  <a:lnTo>
                    <a:pt x="7008317" y="883818"/>
                  </a:lnTo>
                  <a:lnTo>
                    <a:pt x="6925132" y="883818"/>
                  </a:lnTo>
                  <a:lnTo>
                    <a:pt x="6925132" y="958113"/>
                  </a:lnTo>
                  <a:lnTo>
                    <a:pt x="7417892" y="958113"/>
                  </a:lnTo>
                  <a:lnTo>
                    <a:pt x="7417892" y="883818"/>
                  </a:lnTo>
                  <a:close/>
                </a:path>
                <a:path w="11135360" h="1307464">
                  <a:moveTo>
                    <a:pt x="7419797" y="1234389"/>
                  </a:moveTo>
                  <a:lnTo>
                    <a:pt x="7034352" y="1234389"/>
                  </a:lnTo>
                  <a:lnTo>
                    <a:pt x="7034352" y="1216609"/>
                  </a:lnTo>
                  <a:lnTo>
                    <a:pt x="7414082" y="1216609"/>
                  </a:lnTo>
                  <a:lnTo>
                    <a:pt x="7414082" y="1160729"/>
                  </a:lnTo>
                  <a:lnTo>
                    <a:pt x="7414082" y="1142949"/>
                  </a:lnTo>
                  <a:lnTo>
                    <a:pt x="7414082" y="1076909"/>
                  </a:lnTo>
                  <a:lnTo>
                    <a:pt x="6928307" y="1076909"/>
                  </a:lnTo>
                  <a:lnTo>
                    <a:pt x="6928307" y="1142949"/>
                  </a:lnTo>
                  <a:lnTo>
                    <a:pt x="7309307" y="1142949"/>
                  </a:lnTo>
                  <a:lnTo>
                    <a:pt x="7309307" y="1160729"/>
                  </a:lnTo>
                  <a:lnTo>
                    <a:pt x="6929577" y="1160729"/>
                  </a:lnTo>
                  <a:lnTo>
                    <a:pt x="6929577" y="1216609"/>
                  </a:lnTo>
                  <a:lnTo>
                    <a:pt x="6929577" y="1234389"/>
                  </a:lnTo>
                  <a:lnTo>
                    <a:pt x="6929577" y="1300429"/>
                  </a:lnTo>
                  <a:lnTo>
                    <a:pt x="7419797" y="1300429"/>
                  </a:lnTo>
                  <a:lnTo>
                    <a:pt x="7419797" y="1234389"/>
                  </a:lnTo>
                  <a:close/>
                </a:path>
                <a:path w="11135360" h="1307464">
                  <a:moveTo>
                    <a:pt x="7445832" y="979068"/>
                  </a:moveTo>
                  <a:lnTo>
                    <a:pt x="6897192" y="979068"/>
                  </a:lnTo>
                  <a:lnTo>
                    <a:pt x="6897192" y="1056538"/>
                  </a:lnTo>
                  <a:lnTo>
                    <a:pt x="7445832" y="1056538"/>
                  </a:lnTo>
                  <a:lnTo>
                    <a:pt x="7445832" y="979068"/>
                  </a:lnTo>
                  <a:close/>
                </a:path>
                <a:path w="11135360" h="1307464">
                  <a:moveTo>
                    <a:pt x="7871282" y="1153058"/>
                  </a:moveTo>
                  <a:lnTo>
                    <a:pt x="7842656" y="1163561"/>
                  </a:lnTo>
                  <a:lnTo>
                    <a:pt x="7808023" y="1171790"/>
                  </a:lnTo>
                  <a:lnTo>
                    <a:pt x="7769936" y="1177175"/>
                  </a:lnTo>
                  <a:lnTo>
                    <a:pt x="7730947" y="1179093"/>
                  </a:lnTo>
                  <a:lnTo>
                    <a:pt x="7613472" y="1179093"/>
                  </a:lnTo>
                  <a:lnTo>
                    <a:pt x="7613472" y="1069873"/>
                  </a:lnTo>
                  <a:lnTo>
                    <a:pt x="7821117" y="1069873"/>
                  </a:lnTo>
                  <a:lnTo>
                    <a:pt x="7821117" y="771423"/>
                  </a:lnTo>
                  <a:lnTo>
                    <a:pt x="7505522" y="771423"/>
                  </a:lnTo>
                  <a:lnTo>
                    <a:pt x="7505522" y="867943"/>
                  </a:lnTo>
                  <a:lnTo>
                    <a:pt x="7714437" y="867943"/>
                  </a:lnTo>
                  <a:lnTo>
                    <a:pt x="7714437" y="974623"/>
                  </a:lnTo>
                  <a:lnTo>
                    <a:pt x="7506792" y="974623"/>
                  </a:lnTo>
                  <a:lnTo>
                    <a:pt x="7506792" y="1275626"/>
                  </a:lnTo>
                  <a:lnTo>
                    <a:pt x="7726502" y="1275626"/>
                  </a:lnTo>
                  <a:lnTo>
                    <a:pt x="7767256" y="1273873"/>
                  </a:lnTo>
                  <a:lnTo>
                    <a:pt x="7806753" y="1268793"/>
                  </a:lnTo>
                  <a:lnTo>
                    <a:pt x="7842326" y="1260614"/>
                  </a:lnTo>
                  <a:lnTo>
                    <a:pt x="7871282" y="1249591"/>
                  </a:lnTo>
                  <a:lnTo>
                    <a:pt x="7871282" y="1179093"/>
                  </a:lnTo>
                  <a:lnTo>
                    <a:pt x="7871282" y="1153058"/>
                  </a:lnTo>
                  <a:close/>
                </a:path>
                <a:path w="11135360" h="1307464">
                  <a:moveTo>
                    <a:pt x="8007172" y="758723"/>
                  </a:moveTo>
                  <a:lnTo>
                    <a:pt x="7899857" y="758723"/>
                  </a:lnTo>
                  <a:lnTo>
                    <a:pt x="7899857" y="1301026"/>
                  </a:lnTo>
                  <a:lnTo>
                    <a:pt x="8007172" y="1301026"/>
                  </a:lnTo>
                  <a:lnTo>
                    <a:pt x="8007172" y="758723"/>
                  </a:lnTo>
                  <a:close/>
                </a:path>
                <a:path w="11135360" h="1307464">
                  <a:moveTo>
                    <a:pt x="8467560" y="761263"/>
                  </a:moveTo>
                  <a:lnTo>
                    <a:pt x="8368500" y="761263"/>
                  </a:lnTo>
                  <a:lnTo>
                    <a:pt x="8368500" y="956208"/>
                  </a:lnTo>
                  <a:lnTo>
                    <a:pt x="8318335" y="956208"/>
                  </a:lnTo>
                  <a:lnTo>
                    <a:pt x="8318335" y="771423"/>
                  </a:lnTo>
                  <a:lnTo>
                    <a:pt x="8075752" y="771423"/>
                  </a:lnTo>
                  <a:lnTo>
                    <a:pt x="8075752" y="866038"/>
                  </a:lnTo>
                  <a:lnTo>
                    <a:pt x="8218005" y="866038"/>
                  </a:lnTo>
                  <a:lnTo>
                    <a:pt x="8218005" y="958748"/>
                  </a:lnTo>
                  <a:lnTo>
                    <a:pt x="8075752" y="958748"/>
                  </a:lnTo>
                  <a:lnTo>
                    <a:pt x="8075752" y="1053363"/>
                  </a:lnTo>
                  <a:lnTo>
                    <a:pt x="8211020" y="1053363"/>
                  </a:lnTo>
                  <a:lnTo>
                    <a:pt x="8192643" y="1106512"/>
                  </a:lnTo>
                  <a:lnTo>
                    <a:pt x="8163623" y="1145120"/>
                  </a:lnTo>
                  <a:lnTo>
                    <a:pt x="8124482" y="1169454"/>
                  </a:lnTo>
                  <a:lnTo>
                    <a:pt x="8075752" y="1179728"/>
                  </a:lnTo>
                  <a:lnTo>
                    <a:pt x="8075752" y="1275626"/>
                  </a:lnTo>
                  <a:lnTo>
                    <a:pt x="8122399" y="1270749"/>
                  </a:lnTo>
                  <a:lnTo>
                    <a:pt x="8165960" y="1257211"/>
                  </a:lnTo>
                  <a:lnTo>
                    <a:pt x="8205660" y="1234948"/>
                  </a:lnTo>
                  <a:lnTo>
                    <a:pt x="8240662" y="1203921"/>
                  </a:lnTo>
                  <a:lnTo>
                    <a:pt x="8270164" y="1164082"/>
                  </a:lnTo>
                  <a:lnTo>
                    <a:pt x="8293367" y="1115402"/>
                  </a:lnTo>
                  <a:lnTo>
                    <a:pt x="8309445" y="1057808"/>
                  </a:lnTo>
                  <a:lnTo>
                    <a:pt x="8368500" y="1057808"/>
                  </a:lnTo>
                  <a:lnTo>
                    <a:pt x="8368500" y="1291501"/>
                  </a:lnTo>
                  <a:lnTo>
                    <a:pt x="8467560" y="1291501"/>
                  </a:lnTo>
                  <a:lnTo>
                    <a:pt x="8467560" y="1057808"/>
                  </a:lnTo>
                  <a:lnTo>
                    <a:pt x="8467560" y="956208"/>
                  </a:lnTo>
                  <a:lnTo>
                    <a:pt x="8467560" y="761263"/>
                  </a:lnTo>
                  <a:close/>
                </a:path>
                <a:path w="11135360" h="1307464">
                  <a:moveTo>
                    <a:pt x="8489124" y="363855"/>
                  </a:moveTo>
                  <a:lnTo>
                    <a:pt x="8484248" y="318058"/>
                  </a:lnTo>
                  <a:lnTo>
                    <a:pt x="8470024" y="277456"/>
                  </a:lnTo>
                  <a:lnTo>
                    <a:pt x="8447062" y="243446"/>
                  </a:lnTo>
                  <a:lnTo>
                    <a:pt x="8415934" y="217436"/>
                  </a:lnTo>
                  <a:lnTo>
                    <a:pt x="8386889" y="204952"/>
                  </a:lnTo>
                  <a:lnTo>
                    <a:pt x="8386889" y="363855"/>
                  </a:lnTo>
                  <a:lnTo>
                    <a:pt x="8383168" y="395427"/>
                  </a:lnTo>
                  <a:lnTo>
                    <a:pt x="8372361" y="419658"/>
                  </a:lnTo>
                  <a:lnTo>
                    <a:pt x="8355012" y="435203"/>
                  </a:lnTo>
                  <a:lnTo>
                    <a:pt x="8331644" y="440690"/>
                  </a:lnTo>
                  <a:lnTo>
                    <a:pt x="8308276" y="435203"/>
                  </a:lnTo>
                  <a:lnTo>
                    <a:pt x="8290928" y="419658"/>
                  </a:lnTo>
                  <a:lnTo>
                    <a:pt x="8280120" y="395427"/>
                  </a:lnTo>
                  <a:lnTo>
                    <a:pt x="8276399" y="363855"/>
                  </a:lnTo>
                  <a:lnTo>
                    <a:pt x="8280120" y="332295"/>
                  </a:lnTo>
                  <a:lnTo>
                    <a:pt x="8290928" y="308063"/>
                  </a:lnTo>
                  <a:lnTo>
                    <a:pt x="8308276" y="292506"/>
                  </a:lnTo>
                  <a:lnTo>
                    <a:pt x="8331644" y="287020"/>
                  </a:lnTo>
                  <a:lnTo>
                    <a:pt x="8355012" y="292506"/>
                  </a:lnTo>
                  <a:lnTo>
                    <a:pt x="8372361" y="308063"/>
                  </a:lnTo>
                  <a:lnTo>
                    <a:pt x="8383168" y="332295"/>
                  </a:lnTo>
                  <a:lnTo>
                    <a:pt x="8386889" y="363855"/>
                  </a:lnTo>
                  <a:lnTo>
                    <a:pt x="8386889" y="204952"/>
                  </a:lnTo>
                  <a:lnTo>
                    <a:pt x="8377263" y="200799"/>
                  </a:lnTo>
                  <a:lnTo>
                    <a:pt x="8331644" y="194945"/>
                  </a:lnTo>
                  <a:lnTo>
                    <a:pt x="8286026" y="200799"/>
                  </a:lnTo>
                  <a:lnTo>
                    <a:pt x="8247354" y="217436"/>
                  </a:lnTo>
                  <a:lnTo>
                    <a:pt x="8216239" y="243446"/>
                  </a:lnTo>
                  <a:lnTo>
                    <a:pt x="8193265" y="277456"/>
                  </a:lnTo>
                  <a:lnTo>
                    <a:pt x="8179041" y="318058"/>
                  </a:lnTo>
                  <a:lnTo>
                    <a:pt x="8174164" y="363855"/>
                  </a:lnTo>
                  <a:lnTo>
                    <a:pt x="8179041" y="409892"/>
                  </a:lnTo>
                  <a:lnTo>
                    <a:pt x="8193265" y="450545"/>
                  </a:lnTo>
                  <a:lnTo>
                    <a:pt x="8216239" y="484505"/>
                  </a:lnTo>
                  <a:lnTo>
                    <a:pt x="8247354" y="510425"/>
                  </a:lnTo>
                  <a:lnTo>
                    <a:pt x="8286026" y="526961"/>
                  </a:lnTo>
                  <a:lnTo>
                    <a:pt x="8331644" y="532777"/>
                  </a:lnTo>
                  <a:lnTo>
                    <a:pt x="8377263" y="526961"/>
                  </a:lnTo>
                  <a:lnTo>
                    <a:pt x="8415934" y="510425"/>
                  </a:lnTo>
                  <a:lnTo>
                    <a:pt x="8447062" y="484505"/>
                  </a:lnTo>
                  <a:lnTo>
                    <a:pt x="8470024" y="450545"/>
                  </a:lnTo>
                  <a:lnTo>
                    <a:pt x="8484248" y="409892"/>
                  </a:lnTo>
                  <a:lnTo>
                    <a:pt x="8489124" y="363855"/>
                  </a:lnTo>
                  <a:close/>
                </a:path>
                <a:path w="11135360" h="1307464">
                  <a:moveTo>
                    <a:pt x="8507539" y="74930"/>
                  </a:moveTo>
                  <a:lnTo>
                    <a:pt x="8386889" y="74930"/>
                  </a:lnTo>
                  <a:lnTo>
                    <a:pt x="8386889" y="7620"/>
                  </a:lnTo>
                  <a:lnTo>
                    <a:pt x="8277034" y="7620"/>
                  </a:lnTo>
                  <a:lnTo>
                    <a:pt x="8277034" y="74930"/>
                  </a:lnTo>
                  <a:lnTo>
                    <a:pt x="8155749" y="74930"/>
                  </a:lnTo>
                  <a:lnTo>
                    <a:pt x="8155749" y="172720"/>
                  </a:lnTo>
                  <a:lnTo>
                    <a:pt x="8507539" y="172720"/>
                  </a:lnTo>
                  <a:lnTo>
                    <a:pt x="8507539" y="74930"/>
                  </a:lnTo>
                  <a:close/>
                </a:path>
                <a:path w="11135360" h="1307464">
                  <a:moveTo>
                    <a:pt x="8607895" y="758723"/>
                  </a:moveTo>
                  <a:lnTo>
                    <a:pt x="8507565" y="758723"/>
                  </a:lnTo>
                  <a:lnTo>
                    <a:pt x="8507565" y="1301026"/>
                  </a:lnTo>
                  <a:lnTo>
                    <a:pt x="8607895" y="1301026"/>
                  </a:lnTo>
                  <a:lnTo>
                    <a:pt x="8607895" y="758723"/>
                  </a:lnTo>
                  <a:close/>
                </a:path>
                <a:path w="11135360" h="1307464">
                  <a:moveTo>
                    <a:pt x="8717089" y="207645"/>
                  </a:moveTo>
                  <a:lnTo>
                    <a:pt x="8653589" y="207645"/>
                  </a:lnTo>
                  <a:lnTo>
                    <a:pt x="8653589" y="9525"/>
                  </a:lnTo>
                  <a:lnTo>
                    <a:pt x="8546274" y="9525"/>
                  </a:lnTo>
                  <a:lnTo>
                    <a:pt x="8546274" y="551827"/>
                  </a:lnTo>
                  <a:lnTo>
                    <a:pt x="8653589" y="551827"/>
                  </a:lnTo>
                  <a:lnTo>
                    <a:pt x="8653589" y="311785"/>
                  </a:lnTo>
                  <a:lnTo>
                    <a:pt x="8717089" y="311785"/>
                  </a:lnTo>
                  <a:lnTo>
                    <a:pt x="8717089" y="207645"/>
                  </a:lnTo>
                  <a:close/>
                </a:path>
                <a:path w="11135360" h="1307464">
                  <a:moveTo>
                    <a:pt x="9010485" y="1023518"/>
                  </a:moveTo>
                  <a:lnTo>
                    <a:pt x="9007361" y="961186"/>
                  </a:lnTo>
                  <a:lnTo>
                    <a:pt x="8998267" y="907859"/>
                  </a:lnTo>
                  <a:lnTo>
                    <a:pt x="8983650" y="863498"/>
                  </a:lnTo>
                  <a:lnTo>
                    <a:pt x="8983599" y="863333"/>
                  </a:lnTo>
                  <a:lnTo>
                    <a:pt x="8963736" y="827392"/>
                  </a:lnTo>
                  <a:lnTo>
                    <a:pt x="8939073" y="799807"/>
                  </a:lnTo>
                  <a:lnTo>
                    <a:pt x="8910028" y="780364"/>
                  </a:lnTo>
                  <a:lnTo>
                    <a:pt x="8904440" y="778421"/>
                  </a:lnTo>
                  <a:lnTo>
                    <a:pt x="8904440" y="1023518"/>
                  </a:lnTo>
                  <a:lnTo>
                    <a:pt x="8899423" y="1099959"/>
                  </a:lnTo>
                  <a:lnTo>
                    <a:pt x="8885707" y="1149248"/>
                  </a:lnTo>
                  <a:lnTo>
                    <a:pt x="8865324" y="1175689"/>
                  </a:lnTo>
                  <a:lnTo>
                    <a:pt x="8840305" y="1183538"/>
                  </a:lnTo>
                  <a:lnTo>
                    <a:pt x="8814918" y="1175689"/>
                  </a:lnTo>
                  <a:lnTo>
                    <a:pt x="8794344" y="1149248"/>
                  </a:lnTo>
                  <a:lnTo>
                    <a:pt x="8780564" y="1099959"/>
                  </a:lnTo>
                  <a:lnTo>
                    <a:pt x="8775535" y="1023518"/>
                  </a:lnTo>
                  <a:lnTo>
                    <a:pt x="8780564" y="947356"/>
                  </a:lnTo>
                  <a:lnTo>
                    <a:pt x="8794344" y="898029"/>
                  </a:lnTo>
                  <a:lnTo>
                    <a:pt x="8814918" y="871448"/>
                  </a:lnTo>
                  <a:lnTo>
                    <a:pt x="8840305" y="863498"/>
                  </a:lnTo>
                  <a:lnTo>
                    <a:pt x="8865324" y="871448"/>
                  </a:lnTo>
                  <a:lnTo>
                    <a:pt x="8885707" y="898029"/>
                  </a:lnTo>
                  <a:lnTo>
                    <a:pt x="8899423" y="947356"/>
                  </a:lnTo>
                  <a:lnTo>
                    <a:pt x="8904440" y="1023518"/>
                  </a:lnTo>
                  <a:lnTo>
                    <a:pt x="8904440" y="778421"/>
                  </a:lnTo>
                  <a:lnTo>
                    <a:pt x="8876970" y="768858"/>
                  </a:lnTo>
                  <a:lnTo>
                    <a:pt x="8840305" y="765073"/>
                  </a:lnTo>
                  <a:lnTo>
                    <a:pt x="8803615" y="768858"/>
                  </a:lnTo>
                  <a:lnTo>
                    <a:pt x="8741321" y="799807"/>
                  </a:lnTo>
                  <a:lnTo>
                    <a:pt x="8696579" y="863333"/>
                  </a:lnTo>
                  <a:lnTo>
                    <a:pt x="8681796" y="907859"/>
                  </a:lnTo>
                  <a:lnTo>
                    <a:pt x="8672627" y="961186"/>
                  </a:lnTo>
                  <a:lnTo>
                    <a:pt x="8669490" y="1023518"/>
                  </a:lnTo>
                  <a:lnTo>
                    <a:pt x="8672627" y="1085862"/>
                  </a:lnTo>
                  <a:lnTo>
                    <a:pt x="8681796" y="1139177"/>
                  </a:lnTo>
                  <a:lnTo>
                    <a:pt x="8696579" y="1183716"/>
                  </a:lnTo>
                  <a:lnTo>
                    <a:pt x="8716556" y="1219657"/>
                  </a:lnTo>
                  <a:lnTo>
                    <a:pt x="8770480" y="1266685"/>
                  </a:lnTo>
                  <a:lnTo>
                    <a:pt x="8840305" y="1281976"/>
                  </a:lnTo>
                  <a:lnTo>
                    <a:pt x="8876970" y="1278178"/>
                  </a:lnTo>
                  <a:lnTo>
                    <a:pt x="8939073" y="1247241"/>
                  </a:lnTo>
                  <a:lnTo>
                    <a:pt x="8983599" y="1183716"/>
                  </a:lnTo>
                  <a:lnTo>
                    <a:pt x="8983650" y="1183538"/>
                  </a:lnTo>
                  <a:lnTo>
                    <a:pt x="8998267" y="1139177"/>
                  </a:lnTo>
                  <a:lnTo>
                    <a:pt x="9007361" y="1085862"/>
                  </a:lnTo>
                  <a:lnTo>
                    <a:pt x="9010485" y="1023518"/>
                  </a:lnTo>
                  <a:close/>
                </a:path>
                <a:path w="11135360" h="1307464">
                  <a:moveTo>
                    <a:pt x="9063164" y="22225"/>
                  </a:moveTo>
                  <a:lnTo>
                    <a:pt x="8750744" y="22225"/>
                  </a:lnTo>
                  <a:lnTo>
                    <a:pt x="8750744" y="120015"/>
                  </a:lnTo>
                  <a:lnTo>
                    <a:pt x="8953309" y="120015"/>
                  </a:lnTo>
                  <a:lnTo>
                    <a:pt x="8953309" y="168910"/>
                  </a:lnTo>
                  <a:lnTo>
                    <a:pt x="8950007" y="224891"/>
                  </a:lnTo>
                  <a:lnTo>
                    <a:pt x="8940152" y="274891"/>
                  </a:lnTo>
                  <a:lnTo>
                    <a:pt x="8923884" y="318477"/>
                  </a:lnTo>
                  <a:lnTo>
                    <a:pt x="8901328" y="355206"/>
                  </a:lnTo>
                  <a:lnTo>
                    <a:pt x="8872601" y="384644"/>
                  </a:lnTo>
                  <a:lnTo>
                    <a:pt x="8837854" y="406361"/>
                  </a:lnTo>
                  <a:lnTo>
                    <a:pt x="8797188" y="419887"/>
                  </a:lnTo>
                  <a:lnTo>
                    <a:pt x="8750744" y="424815"/>
                  </a:lnTo>
                  <a:lnTo>
                    <a:pt x="8750744" y="526427"/>
                  </a:lnTo>
                  <a:lnTo>
                    <a:pt x="8796782" y="523595"/>
                  </a:lnTo>
                  <a:lnTo>
                    <a:pt x="8839822" y="515239"/>
                  </a:lnTo>
                  <a:lnTo>
                    <a:pt x="8879662" y="501548"/>
                  </a:lnTo>
                  <a:lnTo>
                    <a:pt x="8916137" y="482701"/>
                  </a:lnTo>
                  <a:lnTo>
                    <a:pt x="8949030" y="458889"/>
                  </a:lnTo>
                  <a:lnTo>
                    <a:pt x="8978163" y="430301"/>
                  </a:lnTo>
                  <a:lnTo>
                    <a:pt x="9003335" y="397116"/>
                  </a:lnTo>
                  <a:lnTo>
                    <a:pt x="9024366" y="359537"/>
                  </a:lnTo>
                  <a:lnTo>
                    <a:pt x="9041054" y="317728"/>
                  </a:lnTo>
                  <a:lnTo>
                    <a:pt x="9053208" y="271907"/>
                  </a:lnTo>
                  <a:lnTo>
                    <a:pt x="9060650" y="222237"/>
                  </a:lnTo>
                  <a:lnTo>
                    <a:pt x="9063164" y="168910"/>
                  </a:lnTo>
                  <a:lnTo>
                    <a:pt x="9063164" y="22225"/>
                  </a:lnTo>
                  <a:close/>
                </a:path>
                <a:path w="11135360" h="1307464">
                  <a:moveTo>
                    <a:pt x="9178125" y="758723"/>
                  </a:moveTo>
                  <a:lnTo>
                    <a:pt x="9070810" y="758723"/>
                  </a:lnTo>
                  <a:lnTo>
                    <a:pt x="9070810" y="1301026"/>
                  </a:lnTo>
                  <a:lnTo>
                    <a:pt x="9178125" y="1301026"/>
                  </a:lnTo>
                  <a:lnTo>
                    <a:pt x="9178125" y="758723"/>
                  </a:lnTo>
                  <a:close/>
                </a:path>
                <a:path w="11135360" h="1307464">
                  <a:moveTo>
                    <a:pt x="9254299" y="9525"/>
                  </a:moveTo>
                  <a:lnTo>
                    <a:pt x="9146984" y="9525"/>
                  </a:lnTo>
                  <a:lnTo>
                    <a:pt x="9146984" y="551827"/>
                  </a:lnTo>
                  <a:lnTo>
                    <a:pt x="9254299" y="551827"/>
                  </a:lnTo>
                  <a:lnTo>
                    <a:pt x="9254299" y="9525"/>
                  </a:lnTo>
                  <a:close/>
                </a:path>
                <a:path w="11135360" h="1307464">
                  <a:moveTo>
                    <a:pt x="9766135" y="758723"/>
                  </a:moveTo>
                  <a:lnTo>
                    <a:pt x="9660725" y="758723"/>
                  </a:lnTo>
                  <a:lnTo>
                    <a:pt x="9660725" y="791743"/>
                  </a:lnTo>
                  <a:lnTo>
                    <a:pt x="9573730" y="791743"/>
                  </a:lnTo>
                  <a:lnTo>
                    <a:pt x="9573730" y="879373"/>
                  </a:lnTo>
                  <a:lnTo>
                    <a:pt x="9660725" y="879373"/>
                  </a:lnTo>
                  <a:lnTo>
                    <a:pt x="9660725" y="911123"/>
                  </a:lnTo>
                  <a:lnTo>
                    <a:pt x="9573730" y="911123"/>
                  </a:lnTo>
                  <a:lnTo>
                    <a:pt x="9573730" y="984783"/>
                  </a:lnTo>
                  <a:lnTo>
                    <a:pt x="9466415" y="898423"/>
                  </a:lnTo>
                  <a:lnTo>
                    <a:pt x="9475686" y="866914"/>
                  </a:lnTo>
                  <a:lnTo>
                    <a:pt x="9482455" y="834453"/>
                  </a:lnTo>
                  <a:lnTo>
                    <a:pt x="9486595" y="801268"/>
                  </a:lnTo>
                  <a:lnTo>
                    <a:pt x="9488005" y="767613"/>
                  </a:lnTo>
                  <a:lnTo>
                    <a:pt x="9380055" y="761263"/>
                  </a:lnTo>
                  <a:lnTo>
                    <a:pt x="9374721" y="820216"/>
                  </a:lnTo>
                  <a:lnTo>
                    <a:pt x="9361094" y="874318"/>
                  </a:lnTo>
                  <a:lnTo>
                    <a:pt x="9339885" y="921372"/>
                  </a:lnTo>
                  <a:lnTo>
                    <a:pt x="9311805" y="959154"/>
                  </a:lnTo>
                  <a:lnTo>
                    <a:pt x="9277540" y="985469"/>
                  </a:lnTo>
                  <a:lnTo>
                    <a:pt x="9237815" y="998118"/>
                  </a:lnTo>
                  <a:lnTo>
                    <a:pt x="9237815" y="1097813"/>
                  </a:lnTo>
                  <a:lnTo>
                    <a:pt x="9282341" y="1090574"/>
                  </a:lnTo>
                  <a:lnTo>
                    <a:pt x="9323476" y="1074762"/>
                  </a:lnTo>
                  <a:lnTo>
                    <a:pt x="9360891" y="1051280"/>
                  </a:lnTo>
                  <a:lnTo>
                    <a:pt x="9394253" y="1020991"/>
                  </a:lnTo>
                  <a:lnTo>
                    <a:pt x="9423235" y="984783"/>
                  </a:lnTo>
                  <a:lnTo>
                    <a:pt x="9551505" y="1092733"/>
                  </a:lnTo>
                  <a:lnTo>
                    <a:pt x="9617545" y="1019708"/>
                  </a:lnTo>
                  <a:lnTo>
                    <a:pt x="9591510" y="998753"/>
                  </a:lnTo>
                  <a:lnTo>
                    <a:pt x="9660725" y="998753"/>
                  </a:lnTo>
                  <a:lnTo>
                    <a:pt x="9660725" y="1160678"/>
                  </a:lnTo>
                  <a:lnTo>
                    <a:pt x="9766135" y="1160678"/>
                  </a:lnTo>
                  <a:lnTo>
                    <a:pt x="9766135" y="998753"/>
                  </a:lnTo>
                  <a:lnTo>
                    <a:pt x="9766135" y="758723"/>
                  </a:lnTo>
                  <a:close/>
                </a:path>
                <a:path w="11135360" h="1307464">
                  <a:moveTo>
                    <a:pt x="9773755" y="1205128"/>
                  </a:moveTo>
                  <a:lnTo>
                    <a:pt x="9390215" y="1205128"/>
                  </a:lnTo>
                  <a:lnTo>
                    <a:pt x="9390215" y="1116228"/>
                  </a:lnTo>
                  <a:lnTo>
                    <a:pt x="9280995" y="1116228"/>
                  </a:lnTo>
                  <a:lnTo>
                    <a:pt x="9280995" y="1301026"/>
                  </a:lnTo>
                  <a:lnTo>
                    <a:pt x="9773755" y="1301026"/>
                  </a:lnTo>
                  <a:lnTo>
                    <a:pt x="9773755" y="1205128"/>
                  </a:lnTo>
                  <a:close/>
                </a:path>
                <a:path w="11135360" h="1307464">
                  <a:moveTo>
                    <a:pt x="9821253" y="157480"/>
                  </a:moveTo>
                  <a:lnTo>
                    <a:pt x="9813341" y="110058"/>
                  </a:lnTo>
                  <a:lnTo>
                    <a:pt x="9807130" y="99060"/>
                  </a:lnTo>
                  <a:lnTo>
                    <a:pt x="9790887" y="70256"/>
                  </a:lnTo>
                  <a:lnTo>
                    <a:pt x="9755822" y="39751"/>
                  </a:lnTo>
                  <a:lnTo>
                    <a:pt x="9719018" y="24053"/>
                  </a:lnTo>
                  <a:lnTo>
                    <a:pt x="9719018" y="157480"/>
                  </a:lnTo>
                  <a:lnTo>
                    <a:pt x="9714535" y="180543"/>
                  </a:lnTo>
                  <a:lnTo>
                    <a:pt x="9701784" y="199072"/>
                  </a:lnTo>
                  <a:lnTo>
                    <a:pt x="9681781" y="211416"/>
                  </a:lnTo>
                  <a:lnTo>
                    <a:pt x="9655518" y="215900"/>
                  </a:lnTo>
                  <a:lnTo>
                    <a:pt x="9629153" y="211416"/>
                  </a:lnTo>
                  <a:lnTo>
                    <a:pt x="9608922" y="199072"/>
                  </a:lnTo>
                  <a:lnTo>
                    <a:pt x="9595955" y="180543"/>
                  </a:lnTo>
                  <a:lnTo>
                    <a:pt x="9591383" y="157480"/>
                  </a:lnTo>
                  <a:lnTo>
                    <a:pt x="9595955" y="134429"/>
                  </a:lnTo>
                  <a:lnTo>
                    <a:pt x="9608922" y="115887"/>
                  </a:lnTo>
                  <a:lnTo>
                    <a:pt x="9629153" y="103543"/>
                  </a:lnTo>
                  <a:lnTo>
                    <a:pt x="9655518" y="99060"/>
                  </a:lnTo>
                  <a:lnTo>
                    <a:pt x="9681781" y="103543"/>
                  </a:lnTo>
                  <a:lnTo>
                    <a:pt x="9701784" y="115887"/>
                  </a:lnTo>
                  <a:lnTo>
                    <a:pt x="9714535" y="134429"/>
                  </a:lnTo>
                  <a:lnTo>
                    <a:pt x="9719018" y="157480"/>
                  </a:lnTo>
                  <a:lnTo>
                    <a:pt x="9719018" y="24053"/>
                  </a:lnTo>
                  <a:lnTo>
                    <a:pt x="9710052" y="20218"/>
                  </a:lnTo>
                  <a:lnTo>
                    <a:pt x="9655518" y="13335"/>
                  </a:lnTo>
                  <a:lnTo>
                    <a:pt x="9600654" y="20218"/>
                  </a:lnTo>
                  <a:lnTo>
                    <a:pt x="9554705" y="39751"/>
                  </a:lnTo>
                  <a:lnTo>
                    <a:pt x="9519539" y="70256"/>
                  </a:lnTo>
                  <a:lnTo>
                    <a:pt x="9497060" y="110058"/>
                  </a:lnTo>
                  <a:lnTo>
                    <a:pt x="9489148" y="157480"/>
                  </a:lnTo>
                  <a:lnTo>
                    <a:pt x="9497060" y="205155"/>
                  </a:lnTo>
                  <a:lnTo>
                    <a:pt x="9519539" y="244983"/>
                  </a:lnTo>
                  <a:lnTo>
                    <a:pt x="9554705" y="275399"/>
                  </a:lnTo>
                  <a:lnTo>
                    <a:pt x="9600654" y="294805"/>
                  </a:lnTo>
                  <a:lnTo>
                    <a:pt x="9655518" y="301625"/>
                  </a:lnTo>
                  <a:lnTo>
                    <a:pt x="9710052" y="294805"/>
                  </a:lnTo>
                  <a:lnTo>
                    <a:pt x="9755822" y="275399"/>
                  </a:lnTo>
                  <a:lnTo>
                    <a:pt x="9790887" y="244983"/>
                  </a:lnTo>
                  <a:lnTo>
                    <a:pt x="9807283" y="215900"/>
                  </a:lnTo>
                  <a:lnTo>
                    <a:pt x="9813341" y="205155"/>
                  </a:lnTo>
                  <a:lnTo>
                    <a:pt x="9821253" y="157480"/>
                  </a:lnTo>
                  <a:close/>
                </a:path>
                <a:path w="11135360" h="1307464">
                  <a:moveTo>
                    <a:pt x="9854908" y="311785"/>
                  </a:moveTo>
                  <a:lnTo>
                    <a:pt x="9825838" y="321030"/>
                  </a:lnTo>
                  <a:lnTo>
                    <a:pt x="9790925" y="327113"/>
                  </a:lnTo>
                  <a:lnTo>
                    <a:pt x="9752927" y="330454"/>
                  </a:lnTo>
                  <a:lnTo>
                    <a:pt x="9714573" y="331470"/>
                  </a:lnTo>
                  <a:lnTo>
                    <a:pt x="9467558" y="331470"/>
                  </a:lnTo>
                  <a:lnTo>
                    <a:pt x="9467558" y="427990"/>
                  </a:lnTo>
                  <a:lnTo>
                    <a:pt x="9600908" y="427990"/>
                  </a:lnTo>
                  <a:lnTo>
                    <a:pt x="9600908" y="551827"/>
                  </a:lnTo>
                  <a:lnTo>
                    <a:pt x="9708223" y="551827"/>
                  </a:lnTo>
                  <a:lnTo>
                    <a:pt x="9708223" y="427990"/>
                  </a:lnTo>
                  <a:lnTo>
                    <a:pt x="9712668" y="427990"/>
                  </a:lnTo>
                  <a:lnTo>
                    <a:pt x="9752927" y="426974"/>
                  </a:lnTo>
                  <a:lnTo>
                    <a:pt x="9791408" y="423633"/>
                  </a:lnTo>
                  <a:lnTo>
                    <a:pt x="9826066" y="417550"/>
                  </a:lnTo>
                  <a:lnTo>
                    <a:pt x="9854908" y="408305"/>
                  </a:lnTo>
                  <a:lnTo>
                    <a:pt x="9854908" y="311785"/>
                  </a:lnTo>
                  <a:close/>
                </a:path>
                <a:path w="11135360" h="1307464">
                  <a:moveTo>
                    <a:pt x="9993338" y="9525"/>
                  </a:moveTo>
                  <a:lnTo>
                    <a:pt x="9886023" y="9525"/>
                  </a:lnTo>
                  <a:lnTo>
                    <a:pt x="9886023" y="551827"/>
                  </a:lnTo>
                  <a:lnTo>
                    <a:pt x="9993338" y="551827"/>
                  </a:lnTo>
                  <a:lnTo>
                    <a:pt x="9993338" y="9525"/>
                  </a:lnTo>
                  <a:close/>
                </a:path>
                <a:path w="11135360" h="1307464">
                  <a:moveTo>
                    <a:pt x="10222586" y="771423"/>
                  </a:moveTo>
                  <a:lnTo>
                    <a:pt x="9984461" y="771423"/>
                  </a:lnTo>
                  <a:lnTo>
                    <a:pt x="9984461" y="867943"/>
                  </a:lnTo>
                  <a:lnTo>
                    <a:pt x="10119716" y="867943"/>
                  </a:lnTo>
                  <a:lnTo>
                    <a:pt x="10119716" y="937158"/>
                  </a:lnTo>
                  <a:lnTo>
                    <a:pt x="10115385" y="1007275"/>
                  </a:lnTo>
                  <a:lnTo>
                    <a:pt x="10102850" y="1065225"/>
                  </a:lnTo>
                  <a:lnTo>
                    <a:pt x="10082797" y="1110996"/>
                  </a:lnTo>
                  <a:lnTo>
                    <a:pt x="10055923" y="1144600"/>
                  </a:lnTo>
                  <a:lnTo>
                    <a:pt x="10022916" y="1166025"/>
                  </a:lnTo>
                  <a:lnTo>
                    <a:pt x="9984461" y="1175283"/>
                  </a:lnTo>
                  <a:lnTo>
                    <a:pt x="9984461" y="1275626"/>
                  </a:lnTo>
                  <a:lnTo>
                    <a:pt x="10058476" y="1261364"/>
                  </a:lnTo>
                  <a:lnTo>
                    <a:pt x="10123691" y="1220520"/>
                  </a:lnTo>
                  <a:lnTo>
                    <a:pt x="10151618" y="1189977"/>
                  </a:lnTo>
                  <a:lnTo>
                    <a:pt x="10175697" y="1152588"/>
                  </a:lnTo>
                  <a:lnTo>
                    <a:pt x="10195395" y="1108290"/>
                  </a:lnTo>
                  <a:lnTo>
                    <a:pt x="10210127" y="1057033"/>
                  </a:lnTo>
                  <a:lnTo>
                    <a:pt x="10219372" y="998740"/>
                  </a:lnTo>
                  <a:lnTo>
                    <a:pt x="10222586" y="933348"/>
                  </a:lnTo>
                  <a:lnTo>
                    <a:pt x="10222586" y="771423"/>
                  </a:lnTo>
                  <a:close/>
                </a:path>
                <a:path w="11135360" h="1307464">
                  <a:moveTo>
                    <a:pt x="10399738" y="257175"/>
                  </a:moveTo>
                  <a:lnTo>
                    <a:pt x="10391089" y="217271"/>
                  </a:lnTo>
                  <a:lnTo>
                    <a:pt x="10367150" y="186016"/>
                  </a:lnTo>
                  <a:lnTo>
                    <a:pt x="10330878" y="163550"/>
                  </a:lnTo>
                  <a:lnTo>
                    <a:pt x="10297503" y="153619"/>
                  </a:lnTo>
                  <a:lnTo>
                    <a:pt x="10297503" y="257175"/>
                  </a:lnTo>
                  <a:lnTo>
                    <a:pt x="10292931" y="270573"/>
                  </a:lnTo>
                  <a:lnTo>
                    <a:pt x="10279964" y="281470"/>
                  </a:lnTo>
                  <a:lnTo>
                    <a:pt x="10259733" y="288785"/>
                  </a:lnTo>
                  <a:lnTo>
                    <a:pt x="10233368" y="291465"/>
                  </a:lnTo>
                  <a:lnTo>
                    <a:pt x="10207003" y="288785"/>
                  </a:lnTo>
                  <a:lnTo>
                    <a:pt x="10186772" y="281470"/>
                  </a:lnTo>
                  <a:lnTo>
                    <a:pt x="10173805" y="270573"/>
                  </a:lnTo>
                  <a:lnTo>
                    <a:pt x="10169233" y="257175"/>
                  </a:lnTo>
                  <a:lnTo>
                    <a:pt x="10173805" y="243789"/>
                  </a:lnTo>
                  <a:lnTo>
                    <a:pt x="10186772" y="232892"/>
                  </a:lnTo>
                  <a:lnTo>
                    <a:pt x="10207003" y="225564"/>
                  </a:lnTo>
                  <a:lnTo>
                    <a:pt x="10233368" y="222885"/>
                  </a:lnTo>
                  <a:lnTo>
                    <a:pt x="10259733" y="225564"/>
                  </a:lnTo>
                  <a:lnTo>
                    <a:pt x="10279964" y="232892"/>
                  </a:lnTo>
                  <a:lnTo>
                    <a:pt x="10292931" y="243789"/>
                  </a:lnTo>
                  <a:lnTo>
                    <a:pt x="10297503" y="257175"/>
                  </a:lnTo>
                  <a:lnTo>
                    <a:pt x="10297503" y="153619"/>
                  </a:lnTo>
                  <a:lnTo>
                    <a:pt x="10285298" y="149974"/>
                  </a:lnTo>
                  <a:lnTo>
                    <a:pt x="10233368" y="145415"/>
                  </a:lnTo>
                  <a:lnTo>
                    <a:pt x="10181438" y="149974"/>
                  </a:lnTo>
                  <a:lnTo>
                    <a:pt x="10135845" y="163550"/>
                  </a:lnTo>
                  <a:lnTo>
                    <a:pt x="10099586" y="186016"/>
                  </a:lnTo>
                  <a:lnTo>
                    <a:pt x="10075647" y="217271"/>
                  </a:lnTo>
                  <a:lnTo>
                    <a:pt x="10066998" y="257175"/>
                  </a:lnTo>
                  <a:lnTo>
                    <a:pt x="10075647" y="297091"/>
                  </a:lnTo>
                  <a:lnTo>
                    <a:pt x="10099586" y="328345"/>
                  </a:lnTo>
                  <a:lnTo>
                    <a:pt x="10135845" y="350812"/>
                  </a:lnTo>
                  <a:lnTo>
                    <a:pt x="10181438" y="364388"/>
                  </a:lnTo>
                  <a:lnTo>
                    <a:pt x="10233368" y="368935"/>
                  </a:lnTo>
                  <a:lnTo>
                    <a:pt x="10285298" y="364388"/>
                  </a:lnTo>
                  <a:lnTo>
                    <a:pt x="10330878" y="350812"/>
                  </a:lnTo>
                  <a:lnTo>
                    <a:pt x="10367150" y="328345"/>
                  </a:lnTo>
                  <a:lnTo>
                    <a:pt x="10391089" y="297091"/>
                  </a:lnTo>
                  <a:lnTo>
                    <a:pt x="10392308" y="291465"/>
                  </a:lnTo>
                  <a:lnTo>
                    <a:pt x="10399738" y="257175"/>
                  </a:lnTo>
                  <a:close/>
                </a:path>
                <a:path w="11135360" h="1307464">
                  <a:moveTo>
                    <a:pt x="10418788" y="46355"/>
                  </a:moveTo>
                  <a:lnTo>
                    <a:pt x="10287978" y="46355"/>
                  </a:lnTo>
                  <a:lnTo>
                    <a:pt x="10287978" y="0"/>
                  </a:lnTo>
                  <a:lnTo>
                    <a:pt x="10178758" y="0"/>
                  </a:lnTo>
                  <a:lnTo>
                    <a:pt x="10178758" y="46355"/>
                  </a:lnTo>
                  <a:lnTo>
                    <a:pt x="10047948" y="46355"/>
                  </a:lnTo>
                  <a:lnTo>
                    <a:pt x="10047948" y="130175"/>
                  </a:lnTo>
                  <a:lnTo>
                    <a:pt x="10418788" y="130175"/>
                  </a:lnTo>
                  <a:lnTo>
                    <a:pt x="10418788" y="46355"/>
                  </a:lnTo>
                  <a:close/>
                </a:path>
                <a:path w="11135360" h="1307464">
                  <a:moveTo>
                    <a:pt x="10516591" y="758723"/>
                  </a:moveTo>
                  <a:lnTo>
                    <a:pt x="10414991" y="758723"/>
                  </a:lnTo>
                  <a:lnTo>
                    <a:pt x="10414991" y="958113"/>
                  </a:lnTo>
                  <a:lnTo>
                    <a:pt x="10366096" y="958113"/>
                  </a:lnTo>
                  <a:lnTo>
                    <a:pt x="10366096" y="761263"/>
                  </a:lnTo>
                  <a:lnTo>
                    <a:pt x="10265766" y="761263"/>
                  </a:lnTo>
                  <a:lnTo>
                    <a:pt x="10265766" y="1291501"/>
                  </a:lnTo>
                  <a:lnTo>
                    <a:pt x="10366096" y="1291501"/>
                  </a:lnTo>
                  <a:lnTo>
                    <a:pt x="10366096" y="1059713"/>
                  </a:lnTo>
                  <a:lnTo>
                    <a:pt x="10414991" y="1059713"/>
                  </a:lnTo>
                  <a:lnTo>
                    <a:pt x="10414991" y="1301026"/>
                  </a:lnTo>
                  <a:lnTo>
                    <a:pt x="10516591" y="1301026"/>
                  </a:lnTo>
                  <a:lnTo>
                    <a:pt x="10516591" y="1059713"/>
                  </a:lnTo>
                  <a:lnTo>
                    <a:pt x="10516591" y="958113"/>
                  </a:lnTo>
                  <a:lnTo>
                    <a:pt x="10516591" y="758723"/>
                  </a:lnTo>
                  <a:close/>
                </a:path>
                <a:path w="11135360" h="1307464">
                  <a:moveTo>
                    <a:pt x="10569918" y="458470"/>
                  </a:moveTo>
                  <a:lnTo>
                    <a:pt x="10192728" y="458470"/>
                  </a:lnTo>
                  <a:lnTo>
                    <a:pt x="10192728" y="384810"/>
                  </a:lnTo>
                  <a:lnTo>
                    <a:pt x="10083508" y="384810"/>
                  </a:lnTo>
                  <a:lnTo>
                    <a:pt x="10083508" y="551827"/>
                  </a:lnTo>
                  <a:lnTo>
                    <a:pt x="10569918" y="551827"/>
                  </a:lnTo>
                  <a:lnTo>
                    <a:pt x="10569918" y="458470"/>
                  </a:lnTo>
                  <a:close/>
                </a:path>
                <a:path w="11135360" h="1307464">
                  <a:moveTo>
                    <a:pt x="10625798" y="135255"/>
                  </a:moveTo>
                  <a:lnTo>
                    <a:pt x="10562298" y="135255"/>
                  </a:lnTo>
                  <a:lnTo>
                    <a:pt x="10562298" y="9525"/>
                  </a:lnTo>
                  <a:lnTo>
                    <a:pt x="10454983" y="9525"/>
                  </a:lnTo>
                  <a:lnTo>
                    <a:pt x="10454983" y="414020"/>
                  </a:lnTo>
                  <a:lnTo>
                    <a:pt x="10562298" y="414020"/>
                  </a:lnTo>
                  <a:lnTo>
                    <a:pt x="10562298" y="239395"/>
                  </a:lnTo>
                  <a:lnTo>
                    <a:pt x="10625798" y="239395"/>
                  </a:lnTo>
                  <a:lnTo>
                    <a:pt x="10625798" y="135255"/>
                  </a:lnTo>
                  <a:close/>
                </a:path>
                <a:path w="11135360" h="1307464">
                  <a:moveTo>
                    <a:pt x="10905211" y="890803"/>
                  </a:moveTo>
                  <a:lnTo>
                    <a:pt x="10801071" y="890803"/>
                  </a:lnTo>
                  <a:lnTo>
                    <a:pt x="10801071" y="935888"/>
                  </a:lnTo>
                  <a:lnTo>
                    <a:pt x="10905211" y="935888"/>
                  </a:lnTo>
                  <a:lnTo>
                    <a:pt x="10905211" y="890803"/>
                  </a:lnTo>
                  <a:close/>
                </a:path>
                <a:path w="11135360" h="1307464">
                  <a:moveTo>
                    <a:pt x="10905211" y="765073"/>
                  </a:moveTo>
                  <a:lnTo>
                    <a:pt x="10801071" y="765073"/>
                  </a:lnTo>
                  <a:lnTo>
                    <a:pt x="10801071" y="808939"/>
                  </a:lnTo>
                  <a:lnTo>
                    <a:pt x="10678516" y="808939"/>
                  </a:lnTo>
                  <a:lnTo>
                    <a:pt x="10678516" y="764489"/>
                  </a:lnTo>
                  <a:lnTo>
                    <a:pt x="10574376" y="764489"/>
                  </a:lnTo>
                  <a:lnTo>
                    <a:pt x="10574376" y="808939"/>
                  </a:lnTo>
                  <a:lnTo>
                    <a:pt x="10574376" y="890219"/>
                  </a:lnTo>
                  <a:lnTo>
                    <a:pt x="10574376" y="935939"/>
                  </a:lnTo>
                  <a:lnTo>
                    <a:pt x="10574376" y="1018489"/>
                  </a:lnTo>
                  <a:lnTo>
                    <a:pt x="10905211" y="1018489"/>
                  </a:lnTo>
                  <a:lnTo>
                    <a:pt x="10905211" y="935939"/>
                  </a:lnTo>
                  <a:lnTo>
                    <a:pt x="10678516" y="935939"/>
                  </a:lnTo>
                  <a:lnTo>
                    <a:pt x="10678516" y="890219"/>
                  </a:lnTo>
                  <a:lnTo>
                    <a:pt x="10905211" y="890219"/>
                  </a:lnTo>
                  <a:lnTo>
                    <a:pt x="10905211" y="809523"/>
                  </a:lnTo>
                  <a:lnTo>
                    <a:pt x="10905211" y="808939"/>
                  </a:lnTo>
                  <a:lnTo>
                    <a:pt x="10905211" y="765073"/>
                  </a:lnTo>
                  <a:close/>
                </a:path>
                <a:path w="11135360" h="1307464">
                  <a:moveTo>
                    <a:pt x="11071581" y="1048969"/>
                  </a:moveTo>
                  <a:lnTo>
                    <a:pt x="10592156" y="1048969"/>
                  </a:lnTo>
                  <a:lnTo>
                    <a:pt x="10592156" y="1121359"/>
                  </a:lnTo>
                  <a:lnTo>
                    <a:pt x="10966171" y="1121359"/>
                  </a:lnTo>
                  <a:lnTo>
                    <a:pt x="10966171" y="1141679"/>
                  </a:lnTo>
                  <a:lnTo>
                    <a:pt x="10593426" y="1141679"/>
                  </a:lnTo>
                  <a:lnTo>
                    <a:pt x="10593426" y="1207719"/>
                  </a:lnTo>
                  <a:lnTo>
                    <a:pt x="11071581" y="1207719"/>
                  </a:lnTo>
                  <a:lnTo>
                    <a:pt x="11071581" y="1141679"/>
                  </a:lnTo>
                  <a:lnTo>
                    <a:pt x="11071581" y="1121359"/>
                  </a:lnTo>
                  <a:lnTo>
                    <a:pt x="11071581" y="1048969"/>
                  </a:lnTo>
                  <a:close/>
                </a:path>
                <a:path w="11135360" h="1307464">
                  <a:moveTo>
                    <a:pt x="11135081" y="834339"/>
                  </a:moveTo>
                  <a:lnTo>
                    <a:pt x="11071581" y="834339"/>
                  </a:lnTo>
                  <a:lnTo>
                    <a:pt x="11071581" y="758139"/>
                  </a:lnTo>
                  <a:lnTo>
                    <a:pt x="10964266" y="758139"/>
                  </a:lnTo>
                  <a:lnTo>
                    <a:pt x="10964266" y="834339"/>
                  </a:lnTo>
                  <a:lnTo>
                    <a:pt x="10964266" y="932129"/>
                  </a:lnTo>
                  <a:lnTo>
                    <a:pt x="10964266" y="1029919"/>
                  </a:lnTo>
                  <a:lnTo>
                    <a:pt x="11071581" y="1029919"/>
                  </a:lnTo>
                  <a:lnTo>
                    <a:pt x="11071581" y="932129"/>
                  </a:lnTo>
                  <a:lnTo>
                    <a:pt x="11135081" y="932129"/>
                  </a:lnTo>
                  <a:lnTo>
                    <a:pt x="11135081" y="8343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112101" y="5607367"/>
              <a:ext cx="483870" cy="158750"/>
            </a:xfrm>
            <a:custGeom>
              <a:avLst/>
              <a:gdLst/>
              <a:ahLst/>
              <a:cxnLst/>
              <a:rect l="l" t="t" r="r" b="b"/>
              <a:pathLst>
                <a:path w="483869" h="158750">
                  <a:moveTo>
                    <a:pt x="483870" y="87630"/>
                  </a:moveTo>
                  <a:lnTo>
                    <a:pt x="105410" y="87630"/>
                  </a:lnTo>
                  <a:lnTo>
                    <a:pt x="105410" y="66040"/>
                  </a:lnTo>
                  <a:lnTo>
                    <a:pt x="478155" y="66040"/>
                  </a:lnTo>
                  <a:lnTo>
                    <a:pt x="478155" y="0"/>
                  </a:lnTo>
                  <a:lnTo>
                    <a:pt x="0" y="0"/>
                  </a:lnTo>
                  <a:lnTo>
                    <a:pt x="0" y="66040"/>
                  </a:lnTo>
                  <a:lnTo>
                    <a:pt x="0" y="87630"/>
                  </a:lnTo>
                  <a:lnTo>
                    <a:pt x="0" y="158750"/>
                  </a:lnTo>
                  <a:lnTo>
                    <a:pt x="483870" y="158750"/>
                  </a:lnTo>
                  <a:lnTo>
                    <a:pt x="483870" y="87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40637" y="1436560"/>
            <a:ext cx="756285" cy="409575"/>
          </a:xfrm>
          <a:custGeom>
            <a:avLst/>
            <a:gdLst/>
            <a:ahLst/>
            <a:cxnLst/>
            <a:rect l="l" t="t" r="r" b="b"/>
            <a:pathLst>
              <a:path w="756285" h="409575">
                <a:moveTo>
                  <a:pt x="336931" y="0"/>
                </a:moveTo>
                <a:lnTo>
                  <a:pt x="278257" y="0"/>
                </a:lnTo>
                <a:lnTo>
                  <a:pt x="278257" y="56896"/>
                </a:lnTo>
                <a:lnTo>
                  <a:pt x="278257" y="103568"/>
                </a:lnTo>
                <a:lnTo>
                  <a:pt x="278257" y="156464"/>
                </a:lnTo>
                <a:lnTo>
                  <a:pt x="212471" y="156464"/>
                </a:lnTo>
                <a:lnTo>
                  <a:pt x="213893" y="150241"/>
                </a:lnTo>
                <a:lnTo>
                  <a:pt x="214858" y="143687"/>
                </a:lnTo>
                <a:lnTo>
                  <a:pt x="215404" y="136969"/>
                </a:lnTo>
                <a:lnTo>
                  <a:pt x="215582" y="130238"/>
                </a:lnTo>
                <a:lnTo>
                  <a:pt x="215353" y="123329"/>
                </a:lnTo>
                <a:lnTo>
                  <a:pt x="214693" y="116573"/>
                </a:lnTo>
                <a:lnTo>
                  <a:pt x="213702" y="109994"/>
                </a:lnTo>
                <a:lnTo>
                  <a:pt x="212471" y="103568"/>
                </a:lnTo>
                <a:lnTo>
                  <a:pt x="278257" y="103568"/>
                </a:lnTo>
                <a:lnTo>
                  <a:pt x="278257" y="56896"/>
                </a:lnTo>
                <a:lnTo>
                  <a:pt x="187134" y="56896"/>
                </a:lnTo>
                <a:lnTo>
                  <a:pt x="170764" y="43205"/>
                </a:lnTo>
                <a:lnTo>
                  <a:pt x="160020" y="37414"/>
                </a:lnTo>
                <a:lnTo>
                  <a:pt x="160020" y="130238"/>
                </a:lnTo>
                <a:lnTo>
                  <a:pt x="156070" y="153289"/>
                </a:lnTo>
                <a:lnTo>
                  <a:pt x="145135" y="170637"/>
                </a:lnTo>
                <a:lnTo>
                  <a:pt x="128511" y="181559"/>
                </a:lnTo>
                <a:lnTo>
                  <a:pt x="107569" y="185356"/>
                </a:lnTo>
                <a:lnTo>
                  <a:pt x="86880" y="181559"/>
                </a:lnTo>
                <a:lnTo>
                  <a:pt x="70396" y="170637"/>
                </a:lnTo>
                <a:lnTo>
                  <a:pt x="59499" y="153289"/>
                </a:lnTo>
                <a:lnTo>
                  <a:pt x="55562" y="130238"/>
                </a:lnTo>
                <a:lnTo>
                  <a:pt x="59499" y="107442"/>
                </a:lnTo>
                <a:lnTo>
                  <a:pt x="70396" y="90233"/>
                </a:lnTo>
                <a:lnTo>
                  <a:pt x="86880" y="79362"/>
                </a:lnTo>
                <a:lnTo>
                  <a:pt x="107569" y="75565"/>
                </a:lnTo>
                <a:lnTo>
                  <a:pt x="128511" y="79362"/>
                </a:lnTo>
                <a:lnTo>
                  <a:pt x="145135" y="90233"/>
                </a:lnTo>
                <a:lnTo>
                  <a:pt x="156070" y="107442"/>
                </a:lnTo>
                <a:lnTo>
                  <a:pt x="160020" y="130238"/>
                </a:lnTo>
                <a:lnTo>
                  <a:pt x="160020" y="37414"/>
                </a:lnTo>
                <a:lnTo>
                  <a:pt x="151853" y="33007"/>
                </a:lnTo>
                <a:lnTo>
                  <a:pt x="130695" y="26644"/>
                </a:lnTo>
                <a:lnTo>
                  <a:pt x="107569" y="24447"/>
                </a:lnTo>
                <a:lnTo>
                  <a:pt x="65252" y="32410"/>
                </a:lnTo>
                <a:lnTo>
                  <a:pt x="31115" y="54508"/>
                </a:lnTo>
                <a:lnTo>
                  <a:pt x="8305" y="88023"/>
                </a:lnTo>
                <a:lnTo>
                  <a:pt x="0" y="130238"/>
                </a:lnTo>
                <a:lnTo>
                  <a:pt x="8305" y="172720"/>
                </a:lnTo>
                <a:lnTo>
                  <a:pt x="31115" y="206362"/>
                </a:lnTo>
                <a:lnTo>
                  <a:pt x="65252" y="228498"/>
                </a:lnTo>
                <a:lnTo>
                  <a:pt x="107569" y="236474"/>
                </a:lnTo>
                <a:lnTo>
                  <a:pt x="130835" y="234200"/>
                </a:lnTo>
                <a:lnTo>
                  <a:pt x="152298" y="227647"/>
                </a:lnTo>
                <a:lnTo>
                  <a:pt x="171513" y="217157"/>
                </a:lnTo>
                <a:lnTo>
                  <a:pt x="188023" y="203136"/>
                </a:lnTo>
                <a:lnTo>
                  <a:pt x="278257" y="203136"/>
                </a:lnTo>
                <a:lnTo>
                  <a:pt x="278257" y="299593"/>
                </a:lnTo>
                <a:lnTo>
                  <a:pt x="336931" y="299593"/>
                </a:lnTo>
                <a:lnTo>
                  <a:pt x="336931" y="203136"/>
                </a:lnTo>
                <a:lnTo>
                  <a:pt x="336931" y="185356"/>
                </a:lnTo>
                <a:lnTo>
                  <a:pt x="336931" y="156464"/>
                </a:lnTo>
                <a:lnTo>
                  <a:pt x="336931" y="103568"/>
                </a:lnTo>
                <a:lnTo>
                  <a:pt x="336931" y="75565"/>
                </a:lnTo>
                <a:lnTo>
                  <a:pt x="336931" y="56896"/>
                </a:lnTo>
                <a:lnTo>
                  <a:pt x="336931" y="0"/>
                </a:lnTo>
                <a:close/>
              </a:path>
              <a:path w="756285" h="409575">
                <a:moveTo>
                  <a:pt x="346265" y="355600"/>
                </a:moveTo>
                <a:lnTo>
                  <a:pt x="125793" y="355600"/>
                </a:lnTo>
                <a:lnTo>
                  <a:pt x="125793" y="270256"/>
                </a:lnTo>
                <a:lnTo>
                  <a:pt x="67119" y="270256"/>
                </a:lnTo>
                <a:lnTo>
                  <a:pt x="67119" y="402272"/>
                </a:lnTo>
                <a:lnTo>
                  <a:pt x="346265" y="402272"/>
                </a:lnTo>
                <a:lnTo>
                  <a:pt x="346265" y="355600"/>
                </a:lnTo>
                <a:close/>
              </a:path>
              <a:path w="756285" h="409575">
                <a:moveTo>
                  <a:pt x="756094" y="197802"/>
                </a:moveTo>
                <a:lnTo>
                  <a:pt x="702310" y="197802"/>
                </a:lnTo>
                <a:lnTo>
                  <a:pt x="708228" y="157530"/>
                </a:lnTo>
                <a:lnTo>
                  <a:pt x="711263" y="121958"/>
                </a:lnTo>
                <a:lnTo>
                  <a:pt x="712381" y="89979"/>
                </a:lnTo>
                <a:lnTo>
                  <a:pt x="712533" y="23558"/>
                </a:lnTo>
                <a:lnTo>
                  <a:pt x="428498" y="23558"/>
                </a:lnTo>
                <a:lnTo>
                  <a:pt x="428498" y="70675"/>
                </a:lnTo>
                <a:lnTo>
                  <a:pt x="655193" y="70675"/>
                </a:lnTo>
                <a:lnTo>
                  <a:pt x="654900" y="98044"/>
                </a:lnTo>
                <a:lnTo>
                  <a:pt x="653478" y="127901"/>
                </a:lnTo>
                <a:lnTo>
                  <a:pt x="650138" y="160934"/>
                </a:lnTo>
                <a:lnTo>
                  <a:pt x="644080" y="197802"/>
                </a:lnTo>
                <a:lnTo>
                  <a:pt x="386270" y="197802"/>
                </a:lnTo>
                <a:lnTo>
                  <a:pt x="386270" y="244919"/>
                </a:lnTo>
                <a:lnTo>
                  <a:pt x="539178" y="244919"/>
                </a:lnTo>
                <a:lnTo>
                  <a:pt x="539178" y="409384"/>
                </a:lnTo>
                <a:lnTo>
                  <a:pt x="598741" y="409384"/>
                </a:lnTo>
                <a:lnTo>
                  <a:pt x="598741" y="244919"/>
                </a:lnTo>
                <a:lnTo>
                  <a:pt x="756094" y="244919"/>
                </a:lnTo>
                <a:lnTo>
                  <a:pt x="756094" y="197802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95341" y="1436556"/>
            <a:ext cx="356235" cy="409575"/>
          </a:xfrm>
          <a:custGeom>
            <a:avLst/>
            <a:gdLst/>
            <a:ahLst/>
            <a:cxnLst/>
            <a:rect l="l" t="t" r="r" b="b"/>
            <a:pathLst>
              <a:path w="356235" h="409575">
                <a:moveTo>
                  <a:pt x="34226" y="325820"/>
                </a:moveTo>
                <a:lnTo>
                  <a:pt x="0" y="284926"/>
                </a:lnTo>
                <a:lnTo>
                  <a:pt x="43796" y="254707"/>
                </a:lnTo>
                <a:lnTo>
                  <a:pt x="77158" y="221330"/>
                </a:lnTo>
                <a:lnTo>
                  <a:pt x="101069" y="184305"/>
                </a:lnTo>
                <a:lnTo>
                  <a:pt x="116509" y="143140"/>
                </a:lnTo>
                <a:lnTo>
                  <a:pt x="124460" y="97346"/>
                </a:lnTo>
                <a:lnTo>
                  <a:pt x="20891" y="97346"/>
                </a:lnTo>
                <a:lnTo>
                  <a:pt x="20891" y="50673"/>
                </a:lnTo>
                <a:lnTo>
                  <a:pt x="182246" y="50673"/>
                </a:lnTo>
                <a:lnTo>
                  <a:pt x="180096" y="97346"/>
                </a:lnTo>
                <a:lnTo>
                  <a:pt x="180041" y="98525"/>
                </a:lnTo>
                <a:lnTo>
                  <a:pt x="172974" y="143140"/>
                </a:lnTo>
                <a:lnTo>
                  <a:pt x="172884" y="143710"/>
                </a:lnTo>
                <a:lnTo>
                  <a:pt x="159957" y="186119"/>
                </a:lnTo>
                <a:lnTo>
                  <a:pt x="140444" y="225644"/>
                </a:lnTo>
                <a:lnTo>
                  <a:pt x="113529" y="262175"/>
                </a:lnTo>
                <a:lnTo>
                  <a:pt x="78395" y="295603"/>
                </a:lnTo>
                <a:lnTo>
                  <a:pt x="34226" y="325820"/>
                </a:lnTo>
                <a:close/>
              </a:path>
              <a:path w="356235" h="409575">
                <a:moveTo>
                  <a:pt x="356047" y="154242"/>
                </a:moveTo>
                <a:lnTo>
                  <a:pt x="300039" y="154242"/>
                </a:lnTo>
                <a:lnTo>
                  <a:pt x="300039" y="0"/>
                </a:lnTo>
                <a:lnTo>
                  <a:pt x="356047" y="0"/>
                </a:lnTo>
                <a:lnTo>
                  <a:pt x="356047" y="154242"/>
                </a:lnTo>
                <a:close/>
              </a:path>
              <a:path w="356235" h="409575">
                <a:moveTo>
                  <a:pt x="263590" y="392051"/>
                </a:moveTo>
                <a:lnTo>
                  <a:pt x="208916" y="392051"/>
                </a:lnTo>
                <a:lnTo>
                  <a:pt x="208916" y="10668"/>
                </a:lnTo>
                <a:lnTo>
                  <a:pt x="263590" y="10668"/>
                </a:lnTo>
                <a:lnTo>
                  <a:pt x="263590" y="154242"/>
                </a:lnTo>
                <a:lnTo>
                  <a:pt x="356047" y="154242"/>
                </a:lnTo>
                <a:lnTo>
                  <a:pt x="356047" y="201359"/>
                </a:lnTo>
                <a:lnTo>
                  <a:pt x="263590" y="201359"/>
                </a:lnTo>
                <a:lnTo>
                  <a:pt x="263590" y="392051"/>
                </a:lnTo>
                <a:close/>
              </a:path>
              <a:path w="356235" h="409575">
                <a:moveTo>
                  <a:pt x="356047" y="409387"/>
                </a:moveTo>
                <a:lnTo>
                  <a:pt x="300039" y="409387"/>
                </a:lnTo>
                <a:lnTo>
                  <a:pt x="300039" y="201359"/>
                </a:lnTo>
                <a:lnTo>
                  <a:pt x="356047" y="201359"/>
                </a:lnTo>
                <a:lnTo>
                  <a:pt x="356047" y="40938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03830" y="1436877"/>
            <a:ext cx="364490" cy="406400"/>
          </a:xfrm>
          <a:custGeom>
            <a:avLst/>
            <a:gdLst/>
            <a:ahLst/>
            <a:cxnLst/>
            <a:rect l="l" t="t" r="r" b="b"/>
            <a:pathLst>
              <a:path w="364489" h="406400">
                <a:moveTo>
                  <a:pt x="196024" y="17462"/>
                </a:moveTo>
                <a:lnTo>
                  <a:pt x="138239" y="17462"/>
                </a:lnTo>
                <a:lnTo>
                  <a:pt x="138239" y="66040"/>
                </a:lnTo>
                <a:lnTo>
                  <a:pt x="138239" y="110490"/>
                </a:lnTo>
                <a:lnTo>
                  <a:pt x="138239" y="151130"/>
                </a:lnTo>
                <a:lnTo>
                  <a:pt x="57785" y="151130"/>
                </a:lnTo>
                <a:lnTo>
                  <a:pt x="57785" y="110490"/>
                </a:lnTo>
                <a:lnTo>
                  <a:pt x="138239" y="110490"/>
                </a:lnTo>
                <a:lnTo>
                  <a:pt x="138239" y="66040"/>
                </a:lnTo>
                <a:lnTo>
                  <a:pt x="57785" y="66040"/>
                </a:lnTo>
                <a:lnTo>
                  <a:pt x="57785" y="17780"/>
                </a:lnTo>
                <a:lnTo>
                  <a:pt x="0" y="17780"/>
                </a:lnTo>
                <a:lnTo>
                  <a:pt x="0" y="66040"/>
                </a:lnTo>
                <a:lnTo>
                  <a:pt x="0" y="110490"/>
                </a:lnTo>
                <a:lnTo>
                  <a:pt x="0" y="151130"/>
                </a:lnTo>
                <a:lnTo>
                  <a:pt x="0" y="196850"/>
                </a:lnTo>
                <a:lnTo>
                  <a:pt x="196024" y="196850"/>
                </a:lnTo>
                <a:lnTo>
                  <a:pt x="196024" y="66040"/>
                </a:lnTo>
                <a:lnTo>
                  <a:pt x="196024" y="17462"/>
                </a:lnTo>
                <a:close/>
              </a:path>
              <a:path w="364489" h="406400">
                <a:moveTo>
                  <a:pt x="321818" y="360680"/>
                </a:moveTo>
                <a:lnTo>
                  <a:pt x="98679" y="360680"/>
                </a:lnTo>
                <a:lnTo>
                  <a:pt x="98679" y="335280"/>
                </a:lnTo>
                <a:lnTo>
                  <a:pt x="310261" y="335280"/>
                </a:lnTo>
                <a:lnTo>
                  <a:pt x="310261" y="293370"/>
                </a:lnTo>
                <a:lnTo>
                  <a:pt x="310261" y="267970"/>
                </a:lnTo>
                <a:lnTo>
                  <a:pt x="310261" y="223520"/>
                </a:lnTo>
                <a:lnTo>
                  <a:pt x="40005" y="223520"/>
                </a:lnTo>
                <a:lnTo>
                  <a:pt x="40005" y="267970"/>
                </a:lnTo>
                <a:lnTo>
                  <a:pt x="252476" y="267970"/>
                </a:lnTo>
                <a:lnTo>
                  <a:pt x="252476" y="293370"/>
                </a:lnTo>
                <a:lnTo>
                  <a:pt x="40449" y="293370"/>
                </a:lnTo>
                <a:lnTo>
                  <a:pt x="40449" y="335280"/>
                </a:lnTo>
                <a:lnTo>
                  <a:pt x="40449" y="360680"/>
                </a:lnTo>
                <a:lnTo>
                  <a:pt x="40449" y="406400"/>
                </a:lnTo>
                <a:lnTo>
                  <a:pt x="321818" y="406400"/>
                </a:lnTo>
                <a:lnTo>
                  <a:pt x="321818" y="360680"/>
                </a:lnTo>
                <a:close/>
              </a:path>
              <a:path w="364489" h="406400">
                <a:moveTo>
                  <a:pt x="364045" y="78740"/>
                </a:moveTo>
                <a:lnTo>
                  <a:pt x="310261" y="78740"/>
                </a:lnTo>
                <a:lnTo>
                  <a:pt x="310261" y="0"/>
                </a:lnTo>
                <a:lnTo>
                  <a:pt x="251587" y="0"/>
                </a:lnTo>
                <a:lnTo>
                  <a:pt x="251587" y="78740"/>
                </a:lnTo>
                <a:lnTo>
                  <a:pt x="251587" y="125730"/>
                </a:lnTo>
                <a:lnTo>
                  <a:pt x="251587" y="208280"/>
                </a:lnTo>
                <a:lnTo>
                  <a:pt x="310261" y="208280"/>
                </a:lnTo>
                <a:lnTo>
                  <a:pt x="310261" y="125730"/>
                </a:lnTo>
                <a:lnTo>
                  <a:pt x="364045" y="125730"/>
                </a:lnTo>
                <a:lnTo>
                  <a:pt x="364045" y="7874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906992" y="1711197"/>
            <a:ext cx="284480" cy="134620"/>
          </a:xfrm>
          <a:custGeom>
            <a:avLst/>
            <a:gdLst/>
            <a:ahLst/>
            <a:cxnLst/>
            <a:rect l="l" t="t" r="r" b="b"/>
            <a:pathLst>
              <a:path w="284480" h="134619">
                <a:moveTo>
                  <a:pt x="284480" y="0"/>
                </a:moveTo>
                <a:lnTo>
                  <a:pt x="0" y="0"/>
                </a:lnTo>
                <a:lnTo>
                  <a:pt x="0" y="46990"/>
                </a:lnTo>
                <a:lnTo>
                  <a:pt x="225806" y="46990"/>
                </a:lnTo>
                <a:lnTo>
                  <a:pt x="225806" y="134620"/>
                </a:lnTo>
                <a:lnTo>
                  <a:pt x="284480" y="134620"/>
                </a:lnTo>
                <a:lnTo>
                  <a:pt x="284480" y="46990"/>
                </a:lnTo>
                <a:lnTo>
                  <a:pt x="28448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866098" y="1452117"/>
            <a:ext cx="370205" cy="230504"/>
          </a:xfrm>
          <a:custGeom>
            <a:avLst/>
            <a:gdLst/>
            <a:ahLst/>
            <a:cxnLst/>
            <a:rect l="l" t="t" r="r" b="b"/>
            <a:pathLst>
              <a:path w="370205" h="230505">
                <a:moveTo>
                  <a:pt x="323151" y="0"/>
                </a:moveTo>
                <a:lnTo>
                  <a:pt x="45339" y="0"/>
                </a:lnTo>
                <a:lnTo>
                  <a:pt x="45339" y="45720"/>
                </a:lnTo>
                <a:lnTo>
                  <a:pt x="45339" y="99060"/>
                </a:lnTo>
                <a:lnTo>
                  <a:pt x="45339" y="144780"/>
                </a:lnTo>
                <a:lnTo>
                  <a:pt x="323151" y="144780"/>
                </a:lnTo>
                <a:lnTo>
                  <a:pt x="323151" y="99123"/>
                </a:lnTo>
                <a:lnTo>
                  <a:pt x="323151" y="46228"/>
                </a:lnTo>
                <a:lnTo>
                  <a:pt x="265366" y="46228"/>
                </a:lnTo>
                <a:lnTo>
                  <a:pt x="265366" y="99060"/>
                </a:lnTo>
                <a:lnTo>
                  <a:pt x="103124" y="99060"/>
                </a:lnTo>
                <a:lnTo>
                  <a:pt x="103124" y="45720"/>
                </a:lnTo>
                <a:lnTo>
                  <a:pt x="323151" y="45720"/>
                </a:lnTo>
                <a:lnTo>
                  <a:pt x="323151" y="0"/>
                </a:lnTo>
                <a:close/>
              </a:path>
              <a:path w="370205" h="230505">
                <a:moveTo>
                  <a:pt x="369824" y="183578"/>
                </a:moveTo>
                <a:lnTo>
                  <a:pt x="213804" y="183578"/>
                </a:lnTo>
                <a:lnTo>
                  <a:pt x="213804" y="145351"/>
                </a:lnTo>
                <a:lnTo>
                  <a:pt x="155130" y="145351"/>
                </a:lnTo>
                <a:lnTo>
                  <a:pt x="155130" y="183578"/>
                </a:lnTo>
                <a:lnTo>
                  <a:pt x="0" y="183578"/>
                </a:lnTo>
                <a:lnTo>
                  <a:pt x="0" y="230251"/>
                </a:lnTo>
                <a:lnTo>
                  <a:pt x="369824" y="230251"/>
                </a:lnTo>
                <a:lnTo>
                  <a:pt x="369824" y="183578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6813" y="1469008"/>
            <a:ext cx="371475" cy="332105"/>
          </a:xfrm>
          <a:custGeom>
            <a:avLst/>
            <a:gdLst/>
            <a:ahLst/>
            <a:cxnLst/>
            <a:rect l="l" t="t" r="r" b="b"/>
            <a:pathLst>
              <a:path w="371475" h="332105">
                <a:moveTo>
                  <a:pt x="371170" y="284924"/>
                </a:moveTo>
                <a:lnTo>
                  <a:pt x="278714" y="284924"/>
                </a:lnTo>
                <a:lnTo>
                  <a:pt x="278714" y="208026"/>
                </a:lnTo>
                <a:lnTo>
                  <a:pt x="339610" y="208026"/>
                </a:lnTo>
                <a:lnTo>
                  <a:pt x="339610" y="161798"/>
                </a:lnTo>
                <a:lnTo>
                  <a:pt x="284937" y="161798"/>
                </a:lnTo>
                <a:lnTo>
                  <a:pt x="284937" y="46672"/>
                </a:lnTo>
                <a:lnTo>
                  <a:pt x="340499" y="46672"/>
                </a:lnTo>
                <a:lnTo>
                  <a:pt x="340499" y="0"/>
                </a:lnTo>
                <a:lnTo>
                  <a:pt x="226707" y="0"/>
                </a:lnTo>
                <a:lnTo>
                  <a:pt x="226707" y="46672"/>
                </a:lnTo>
                <a:lnTo>
                  <a:pt x="226707" y="161798"/>
                </a:lnTo>
                <a:lnTo>
                  <a:pt x="220484" y="161798"/>
                </a:lnTo>
                <a:lnTo>
                  <a:pt x="220484" y="208026"/>
                </a:lnTo>
                <a:lnTo>
                  <a:pt x="220484" y="284924"/>
                </a:lnTo>
                <a:lnTo>
                  <a:pt x="149809" y="284924"/>
                </a:lnTo>
                <a:lnTo>
                  <a:pt x="149809" y="208026"/>
                </a:lnTo>
                <a:lnTo>
                  <a:pt x="220484" y="208026"/>
                </a:lnTo>
                <a:lnTo>
                  <a:pt x="220484" y="161798"/>
                </a:lnTo>
                <a:lnTo>
                  <a:pt x="143141" y="161798"/>
                </a:lnTo>
                <a:lnTo>
                  <a:pt x="143141" y="46672"/>
                </a:lnTo>
                <a:lnTo>
                  <a:pt x="226707" y="46672"/>
                </a:lnTo>
                <a:lnTo>
                  <a:pt x="226707" y="0"/>
                </a:lnTo>
                <a:lnTo>
                  <a:pt x="29337" y="0"/>
                </a:lnTo>
                <a:lnTo>
                  <a:pt x="29337" y="46672"/>
                </a:lnTo>
                <a:lnTo>
                  <a:pt x="84912" y="46672"/>
                </a:lnTo>
                <a:lnTo>
                  <a:pt x="84912" y="161798"/>
                </a:lnTo>
                <a:lnTo>
                  <a:pt x="31559" y="161798"/>
                </a:lnTo>
                <a:lnTo>
                  <a:pt x="31559" y="208026"/>
                </a:lnTo>
                <a:lnTo>
                  <a:pt x="91579" y="208026"/>
                </a:lnTo>
                <a:lnTo>
                  <a:pt x="91579" y="284924"/>
                </a:lnTo>
                <a:lnTo>
                  <a:pt x="0" y="284924"/>
                </a:lnTo>
                <a:lnTo>
                  <a:pt x="0" y="332041"/>
                </a:lnTo>
                <a:lnTo>
                  <a:pt x="371170" y="332041"/>
                </a:lnTo>
                <a:lnTo>
                  <a:pt x="371170" y="284924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822" y="1056811"/>
            <a:ext cx="260512" cy="18665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116196" y="2110037"/>
            <a:ext cx="4650740" cy="625475"/>
            <a:chOff x="1116196" y="2110037"/>
            <a:chExt cx="4650740" cy="625475"/>
          </a:xfrm>
        </p:grpSpPr>
        <p:sp>
          <p:nvSpPr>
            <p:cNvPr id="17" name="object 17" descr=""/>
            <p:cNvSpPr/>
            <p:nvPr/>
          </p:nvSpPr>
          <p:spPr>
            <a:xfrm>
              <a:off x="1116196" y="2111285"/>
              <a:ext cx="4650740" cy="624205"/>
            </a:xfrm>
            <a:custGeom>
              <a:avLst/>
              <a:gdLst/>
              <a:ahLst/>
              <a:cxnLst/>
              <a:rect l="l" t="t" r="r" b="b"/>
              <a:pathLst>
                <a:path w="4650740" h="624205">
                  <a:moveTo>
                    <a:pt x="4615469" y="624000"/>
                  </a:moveTo>
                  <a:lnTo>
                    <a:pt x="35111" y="624000"/>
                  </a:lnTo>
                  <a:lnTo>
                    <a:pt x="21450" y="620295"/>
                  </a:lnTo>
                  <a:lnTo>
                    <a:pt x="10289" y="610194"/>
                  </a:lnTo>
                  <a:lnTo>
                    <a:pt x="2761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761" y="28782"/>
                  </a:lnTo>
                  <a:lnTo>
                    <a:pt x="10289" y="13806"/>
                  </a:lnTo>
                  <a:lnTo>
                    <a:pt x="21450" y="3705"/>
                  </a:lnTo>
                  <a:lnTo>
                    <a:pt x="35111" y="0"/>
                  </a:lnTo>
                  <a:lnTo>
                    <a:pt x="4615469" y="0"/>
                  </a:lnTo>
                  <a:lnTo>
                    <a:pt x="4629130" y="3705"/>
                  </a:lnTo>
                  <a:lnTo>
                    <a:pt x="4640291" y="13806"/>
                  </a:lnTo>
                  <a:lnTo>
                    <a:pt x="4647819" y="28782"/>
                  </a:lnTo>
                  <a:lnTo>
                    <a:pt x="4650581" y="47112"/>
                  </a:lnTo>
                  <a:lnTo>
                    <a:pt x="4650581" y="576888"/>
                  </a:lnTo>
                  <a:lnTo>
                    <a:pt x="4647819" y="595218"/>
                  </a:lnTo>
                  <a:lnTo>
                    <a:pt x="4640291" y="610194"/>
                  </a:lnTo>
                  <a:lnTo>
                    <a:pt x="4629130" y="620295"/>
                  </a:lnTo>
                  <a:lnTo>
                    <a:pt x="4615469" y="624000"/>
                  </a:lnTo>
                  <a:close/>
                </a:path>
              </a:pathLst>
            </a:custGeom>
            <a:solidFill>
              <a:srgbClr val="FFCD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6196" y="2110037"/>
              <a:ext cx="124460" cy="624205"/>
            </a:xfrm>
            <a:custGeom>
              <a:avLst/>
              <a:gdLst/>
              <a:ahLst/>
              <a:cxnLst/>
              <a:rect l="l" t="t" r="r" b="b"/>
              <a:pathLst>
                <a:path w="124459" h="624205">
                  <a:moveTo>
                    <a:pt x="88903" y="624000"/>
                  </a:moveTo>
                  <a:lnTo>
                    <a:pt x="35111" y="624000"/>
                  </a:lnTo>
                  <a:lnTo>
                    <a:pt x="21450" y="620295"/>
                  </a:lnTo>
                  <a:lnTo>
                    <a:pt x="10289" y="610194"/>
                  </a:lnTo>
                  <a:lnTo>
                    <a:pt x="2761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761" y="28782"/>
                  </a:lnTo>
                  <a:lnTo>
                    <a:pt x="10289" y="13806"/>
                  </a:lnTo>
                  <a:lnTo>
                    <a:pt x="21450" y="3705"/>
                  </a:lnTo>
                  <a:lnTo>
                    <a:pt x="35111" y="0"/>
                  </a:lnTo>
                  <a:lnTo>
                    <a:pt x="88903" y="0"/>
                  </a:lnTo>
                  <a:lnTo>
                    <a:pt x="102564" y="3705"/>
                  </a:lnTo>
                  <a:lnTo>
                    <a:pt x="113726" y="13806"/>
                  </a:lnTo>
                  <a:lnTo>
                    <a:pt x="121254" y="28782"/>
                  </a:lnTo>
                  <a:lnTo>
                    <a:pt x="124015" y="47112"/>
                  </a:lnTo>
                  <a:lnTo>
                    <a:pt x="124015" y="576888"/>
                  </a:lnTo>
                  <a:lnTo>
                    <a:pt x="121254" y="595218"/>
                  </a:lnTo>
                  <a:lnTo>
                    <a:pt x="113726" y="610194"/>
                  </a:lnTo>
                  <a:lnTo>
                    <a:pt x="102564" y="620295"/>
                  </a:lnTo>
                  <a:lnTo>
                    <a:pt x="88903" y="624000"/>
                  </a:lnTo>
                  <a:close/>
                </a:path>
              </a:pathLst>
            </a:custGeom>
            <a:solidFill>
              <a:srgbClr val="FD9F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739324" y="2312783"/>
              <a:ext cx="717550" cy="216535"/>
            </a:xfrm>
            <a:custGeom>
              <a:avLst/>
              <a:gdLst/>
              <a:ahLst/>
              <a:cxnLst/>
              <a:rect l="l" t="t" r="r" b="b"/>
              <a:pathLst>
                <a:path w="717550" h="216535">
                  <a:moveTo>
                    <a:pt x="717461" y="112064"/>
                  </a:moveTo>
                  <a:lnTo>
                    <a:pt x="681418" y="60642"/>
                  </a:lnTo>
                  <a:lnTo>
                    <a:pt x="638683" y="20764"/>
                  </a:lnTo>
                  <a:lnTo>
                    <a:pt x="605967" y="203"/>
                  </a:lnTo>
                  <a:lnTo>
                    <a:pt x="601484" y="2844"/>
                  </a:lnTo>
                  <a:lnTo>
                    <a:pt x="599376" y="4064"/>
                  </a:lnTo>
                  <a:lnTo>
                    <a:pt x="597598" y="6388"/>
                  </a:lnTo>
                  <a:lnTo>
                    <a:pt x="593559" y="15011"/>
                  </a:lnTo>
                  <a:lnTo>
                    <a:pt x="593039" y="22669"/>
                  </a:lnTo>
                  <a:lnTo>
                    <a:pt x="594817" y="36741"/>
                  </a:lnTo>
                  <a:lnTo>
                    <a:pt x="609498" y="74485"/>
                  </a:lnTo>
                  <a:lnTo>
                    <a:pt x="107861" y="74269"/>
                  </a:lnTo>
                  <a:lnTo>
                    <a:pt x="122529" y="36525"/>
                  </a:lnTo>
                  <a:lnTo>
                    <a:pt x="124307" y="22466"/>
                  </a:lnTo>
                  <a:lnTo>
                    <a:pt x="123786" y="14795"/>
                  </a:lnTo>
                  <a:lnTo>
                    <a:pt x="111379" y="0"/>
                  </a:lnTo>
                  <a:lnTo>
                    <a:pt x="106260" y="2425"/>
                  </a:lnTo>
                  <a:lnTo>
                    <a:pt x="56705" y="39116"/>
                  </a:lnTo>
                  <a:lnTo>
                    <a:pt x="16598" y="84150"/>
                  </a:lnTo>
                  <a:lnTo>
                    <a:pt x="0" y="111861"/>
                  </a:lnTo>
                  <a:lnTo>
                    <a:pt x="3860" y="117665"/>
                  </a:lnTo>
                  <a:lnTo>
                    <a:pt x="6604" y="121958"/>
                  </a:lnTo>
                  <a:lnTo>
                    <a:pt x="31407" y="152628"/>
                  </a:lnTo>
                  <a:lnTo>
                    <a:pt x="67805" y="189014"/>
                  </a:lnTo>
                  <a:lnTo>
                    <a:pt x="102006" y="213563"/>
                  </a:lnTo>
                  <a:lnTo>
                    <a:pt x="106895" y="215887"/>
                  </a:lnTo>
                  <a:lnTo>
                    <a:pt x="111899" y="215519"/>
                  </a:lnTo>
                  <a:lnTo>
                    <a:pt x="116903" y="215201"/>
                  </a:lnTo>
                  <a:lnTo>
                    <a:pt x="122047" y="211721"/>
                  </a:lnTo>
                  <a:lnTo>
                    <a:pt x="124307" y="205320"/>
                  </a:lnTo>
                  <a:lnTo>
                    <a:pt x="125501" y="201942"/>
                  </a:lnTo>
                  <a:lnTo>
                    <a:pt x="125793" y="197967"/>
                  </a:lnTo>
                  <a:lnTo>
                    <a:pt x="125641" y="194170"/>
                  </a:lnTo>
                  <a:lnTo>
                    <a:pt x="124574" y="185572"/>
                  </a:lnTo>
                  <a:lnTo>
                    <a:pt x="108927" y="149809"/>
                  </a:lnTo>
                  <a:lnTo>
                    <a:pt x="105232" y="143941"/>
                  </a:lnTo>
                  <a:lnTo>
                    <a:pt x="612241" y="144157"/>
                  </a:lnTo>
                  <a:lnTo>
                    <a:pt x="592886" y="185750"/>
                  </a:lnTo>
                  <a:lnTo>
                    <a:pt x="591629" y="198183"/>
                  </a:lnTo>
                  <a:lnTo>
                    <a:pt x="591934" y="202145"/>
                  </a:lnTo>
                  <a:lnTo>
                    <a:pt x="593153" y="205536"/>
                  </a:lnTo>
                  <a:lnTo>
                    <a:pt x="595414" y="211924"/>
                  </a:lnTo>
                  <a:lnTo>
                    <a:pt x="600570" y="215366"/>
                  </a:lnTo>
                  <a:lnTo>
                    <a:pt x="610565" y="216103"/>
                  </a:lnTo>
                  <a:lnTo>
                    <a:pt x="615454" y="213829"/>
                  </a:lnTo>
                  <a:lnTo>
                    <a:pt x="649655" y="189230"/>
                  </a:lnTo>
                  <a:lnTo>
                    <a:pt x="677189" y="162077"/>
                  </a:lnTo>
                  <a:lnTo>
                    <a:pt x="703097" y="133172"/>
                  </a:lnTo>
                  <a:lnTo>
                    <a:pt x="713638" y="117881"/>
                  </a:lnTo>
                  <a:lnTo>
                    <a:pt x="717461" y="1120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8265" y="3053109"/>
            <a:ext cx="7771469" cy="476250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6849360" y="8077831"/>
            <a:ext cx="4472305" cy="495934"/>
            <a:chOff x="6849360" y="8077831"/>
            <a:chExt cx="4472305" cy="495934"/>
          </a:xfrm>
        </p:grpSpPr>
        <p:sp>
          <p:nvSpPr>
            <p:cNvPr id="22" name="object 22" descr=""/>
            <p:cNvSpPr/>
            <p:nvPr/>
          </p:nvSpPr>
          <p:spPr>
            <a:xfrm>
              <a:off x="6849360" y="8078821"/>
              <a:ext cx="4472305" cy="495300"/>
            </a:xfrm>
            <a:custGeom>
              <a:avLst/>
              <a:gdLst/>
              <a:ahLst/>
              <a:cxnLst/>
              <a:rect l="l" t="t" r="r" b="b"/>
              <a:pathLst>
                <a:path w="4472305" h="495300">
                  <a:moveTo>
                    <a:pt x="4438209" y="494898"/>
                  </a:moveTo>
                  <a:lnTo>
                    <a:pt x="33763" y="494898"/>
                  </a:lnTo>
                  <a:lnTo>
                    <a:pt x="20626" y="491960"/>
                  </a:lnTo>
                  <a:lnTo>
                    <a:pt x="9894" y="483949"/>
                  </a:lnTo>
                  <a:lnTo>
                    <a:pt x="2655" y="472071"/>
                  </a:lnTo>
                  <a:lnTo>
                    <a:pt x="0" y="457534"/>
                  </a:lnTo>
                  <a:lnTo>
                    <a:pt x="0" y="37364"/>
                  </a:lnTo>
                  <a:lnTo>
                    <a:pt x="2655" y="22827"/>
                  </a:lnTo>
                  <a:lnTo>
                    <a:pt x="9894" y="10949"/>
                  </a:lnTo>
                  <a:lnTo>
                    <a:pt x="20626" y="2938"/>
                  </a:lnTo>
                  <a:lnTo>
                    <a:pt x="33763" y="0"/>
                  </a:lnTo>
                  <a:lnTo>
                    <a:pt x="4438209" y="0"/>
                  </a:lnTo>
                  <a:lnTo>
                    <a:pt x="4451346" y="2938"/>
                  </a:lnTo>
                  <a:lnTo>
                    <a:pt x="4462078" y="10949"/>
                  </a:lnTo>
                  <a:lnTo>
                    <a:pt x="4469317" y="22827"/>
                  </a:lnTo>
                  <a:lnTo>
                    <a:pt x="4471973" y="37364"/>
                  </a:lnTo>
                  <a:lnTo>
                    <a:pt x="4471973" y="457534"/>
                  </a:lnTo>
                  <a:lnTo>
                    <a:pt x="4469317" y="472071"/>
                  </a:lnTo>
                  <a:lnTo>
                    <a:pt x="4462078" y="483949"/>
                  </a:lnTo>
                  <a:lnTo>
                    <a:pt x="4451346" y="491960"/>
                  </a:lnTo>
                  <a:lnTo>
                    <a:pt x="4438209" y="494898"/>
                  </a:lnTo>
                  <a:close/>
                </a:path>
              </a:pathLst>
            </a:custGeom>
            <a:solidFill>
              <a:srgbClr val="B8E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849360" y="8077831"/>
              <a:ext cx="119380" cy="495300"/>
            </a:xfrm>
            <a:custGeom>
              <a:avLst/>
              <a:gdLst/>
              <a:ahLst/>
              <a:cxnLst/>
              <a:rect l="l" t="t" r="r" b="b"/>
              <a:pathLst>
                <a:path w="119379" h="495300">
                  <a:moveTo>
                    <a:pt x="85489" y="494898"/>
                  </a:moveTo>
                  <a:lnTo>
                    <a:pt x="33763" y="494898"/>
                  </a:lnTo>
                  <a:lnTo>
                    <a:pt x="20626" y="491960"/>
                  </a:lnTo>
                  <a:lnTo>
                    <a:pt x="9894" y="483949"/>
                  </a:lnTo>
                  <a:lnTo>
                    <a:pt x="2655" y="472071"/>
                  </a:lnTo>
                  <a:lnTo>
                    <a:pt x="0" y="457534"/>
                  </a:lnTo>
                  <a:lnTo>
                    <a:pt x="0" y="37364"/>
                  </a:lnTo>
                  <a:lnTo>
                    <a:pt x="2655" y="22827"/>
                  </a:lnTo>
                  <a:lnTo>
                    <a:pt x="9894" y="10949"/>
                  </a:lnTo>
                  <a:lnTo>
                    <a:pt x="20626" y="2938"/>
                  </a:lnTo>
                  <a:lnTo>
                    <a:pt x="33763" y="0"/>
                  </a:lnTo>
                  <a:lnTo>
                    <a:pt x="85489" y="0"/>
                  </a:lnTo>
                  <a:lnTo>
                    <a:pt x="98625" y="2938"/>
                  </a:lnTo>
                  <a:lnTo>
                    <a:pt x="109358" y="10949"/>
                  </a:lnTo>
                  <a:lnTo>
                    <a:pt x="116597" y="22827"/>
                  </a:lnTo>
                  <a:lnTo>
                    <a:pt x="119252" y="37364"/>
                  </a:lnTo>
                  <a:lnTo>
                    <a:pt x="119252" y="457534"/>
                  </a:lnTo>
                  <a:lnTo>
                    <a:pt x="116597" y="472071"/>
                  </a:lnTo>
                  <a:lnTo>
                    <a:pt x="109358" y="483949"/>
                  </a:lnTo>
                  <a:lnTo>
                    <a:pt x="98625" y="491960"/>
                  </a:lnTo>
                  <a:lnTo>
                    <a:pt x="85489" y="494898"/>
                  </a:lnTo>
                  <a:close/>
                </a:path>
              </a:pathLst>
            </a:custGeom>
            <a:solidFill>
              <a:srgbClr val="82CB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/>
          <p:nvPr/>
        </p:nvSpPr>
        <p:spPr>
          <a:xfrm>
            <a:off x="1523390" y="2293975"/>
            <a:ext cx="526415" cy="281305"/>
          </a:xfrm>
          <a:custGeom>
            <a:avLst/>
            <a:gdLst/>
            <a:ahLst/>
            <a:cxnLst/>
            <a:rect l="l" t="t" r="r" b="b"/>
            <a:pathLst>
              <a:path w="526414" h="281305">
                <a:moveTo>
                  <a:pt x="244449" y="99669"/>
                </a:moveTo>
                <a:lnTo>
                  <a:pt x="202565" y="88341"/>
                </a:lnTo>
                <a:lnTo>
                  <a:pt x="154482" y="46355"/>
                </a:lnTo>
                <a:lnTo>
                  <a:pt x="148437" y="21640"/>
                </a:lnTo>
                <a:lnTo>
                  <a:pt x="148437" y="8229"/>
                </a:lnTo>
                <a:lnTo>
                  <a:pt x="105460" y="8229"/>
                </a:lnTo>
                <a:lnTo>
                  <a:pt x="105460" y="21640"/>
                </a:lnTo>
                <a:lnTo>
                  <a:pt x="99453" y="46482"/>
                </a:lnTo>
                <a:lnTo>
                  <a:pt x="81546" y="69570"/>
                </a:lnTo>
                <a:lnTo>
                  <a:pt x="78333" y="71628"/>
                </a:lnTo>
                <a:lnTo>
                  <a:pt x="51523" y="88341"/>
                </a:lnTo>
                <a:lnTo>
                  <a:pt x="9448" y="99669"/>
                </a:lnTo>
                <a:lnTo>
                  <a:pt x="24688" y="131978"/>
                </a:lnTo>
                <a:lnTo>
                  <a:pt x="58864" y="123710"/>
                </a:lnTo>
                <a:lnTo>
                  <a:pt x="87553" y="110375"/>
                </a:lnTo>
                <a:lnTo>
                  <a:pt x="110413" y="92760"/>
                </a:lnTo>
                <a:lnTo>
                  <a:pt x="127101" y="71628"/>
                </a:lnTo>
                <a:lnTo>
                  <a:pt x="143738" y="92760"/>
                </a:lnTo>
                <a:lnTo>
                  <a:pt x="166497" y="110375"/>
                </a:lnTo>
                <a:lnTo>
                  <a:pt x="195084" y="123710"/>
                </a:lnTo>
                <a:lnTo>
                  <a:pt x="229209" y="131978"/>
                </a:lnTo>
                <a:lnTo>
                  <a:pt x="244449" y="99669"/>
                </a:lnTo>
                <a:close/>
              </a:path>
              <a:path w="526414" h="281305">
                <a:moveTo>
                  <a:pt x="253593" y="152704"/>
                </a:moveTo>
                <a:lnTo>
                  <a:pt x="0" y="152704"/>
                </a:lnTo>
                <a:lnTo>
                  <a:pt x="0" y="185318"/>
                </a:lnTo>
                <a:lnTo>
                  <a:pt x="105765" y="185318"/>
                </a:lnTo>
                <a:lnTo>
                  <a:pt x="105765" y="281025"/>
                </a:lnTo>
                <a:lnTo>
                  <a:pt x="145999" y="281025"/>
                </a:lnTo>
                <a:lnTo>
                  <a:pt x="145999" y="185318"/>
                </a:lnTo>
                <a:lnTo>
                  <a:pt x="253593" y="185318"/>
                </a:lnTo>
                <a:lnTo>
                  <a:pt x="253593" y="152704"/>
                </a:lnTo>
                <a:close/>
              </a:path>
              <a:path w="526414" h="281305">
                <a:moveTo>
                  <a:pt x="435254" y="30784"/>
                </a:moveTo>
                <a:lnTo>
                  <a:pt x="373075" y="30784"/>
                </a:lnTo>
                <a:lnTo>
                  <a:pt x="373075" y="1219"/>
                </a:lnTo>
                <a:lnTo>
                  <a:pt x="332841" y="1219"/>
                </a:lnTo>
                <a:lnTo>
                  <a:pt x="332841" y="30784"/>
                </a:lnTo>
                <a:lnTo>
                  <a:pt x="270052" y="30784"/>
                </a:lnTo>
                <a:lnTo>
                  <a:pt x="270052" y="62484"/>
                </a:lnTo>
                <a:lnTo>
                  <a:pt x="435254" y="62484"/>
                </a:lnTo>
                <a:lnTo>
                  <a:pt x="435254" y="30784"/>
                </a:lnTo>
                <a:close/>
              </a:path>
              <a:path w="526414" h="281305">
                <a:moveTo>
                  <a:pt x="439521" y="222504"/>
                </a:moveTo>
                <a:lnTo>
                  <a:pt x="437083" y="199339"/>
                </a:lnTo>
                <a:lnTo>
                  <a:pt x="436981" y="198348"/>
                </a:lnTo>
                <a:lnTo>
                  <a:pt x="436473" y="193548"/>
                </a:lnTo>
                <a:lnTo>
                  <a:pt x="421119" y="195567"/>
                </a:lnTo>
                <a:lnTo>
                  <a:pt x="405345" y="197129"/>
                </a:lnTo>
                <a:lnTo>
                  <a:pt x="389280" y="198348"/>
                </a:lnTo>
                <a:lnTo>
                  <a:pt x="373075" y="199339"/>
                </a:lnTo>
                <a:lnTo>
                  <a:pt x="373075" y="177088"/>
                </a:lnTo>
                <a:lnTo>
                  <a:pt x="392988" y="170345"/>
                </a:lnTo>
                <a:lnTo>
                  <a:pt x="408279" y="159219"/>
                </a:lnTo>
                <a:lnTo>
                  <a:pt x="414997" y="149047"/>
                </a:lnTo>
                <a:lnTo>
                  <a:pt x="418084" y="144386"/>
                </a:lnTo>
                <a:lnTo>
                  <a:pt x="421538" y="126492"/>
                </a:lnTo>
                <a:lnTo>
                  <a:pt x="416483" y="104838"/>
                </a:lnTo>
                <a:lnTo>
                  <a:pt x="415721" y="103936"/>
                </a:lnTo>
                <a:lnTo>
                  <a:pt x="402336" y="88087"/>
                </a:lnTo>
                <a:lnTo>
                  <a:pt x="383438" y="78689"/>
                </a:lnTo>
                <a:lnTo>
                  <a:pt x="383438" y="126492"/>
                </a:lnTo>
                <a:lnTo>
                  <a:pt x="381241" y="136194"/>
                </a:lnTo>
                <a:lnTo>
                  <a:pt x="375056" y="143256"/>
                </a:lnTo>
                <a:lnTo>
                  <a:pt x="365429" y="147586"/>
                </a:lnTo>
                <a:lnTo>
                  <a:pt x="352958" y="149047"/>
                </a:lnTo>
                <a:lnTo>
                  <a:pt x="340474" y="147586"/>
                </a:lnTo>
                <a:lnTo>
                  <a:pt x="330860" y="143256"/>
                </a:lnTo>
                <a:lnTo>
                  <a:pt x="324662" y="136194"/>
                </a:lnTo>
                <a:lnTo>
                  <a:pt x="322478" y="126492"/>
                </a:lnTo>
                <a:lnTo>
                  <a:pt x="324662" y="116801"/>
                </a:lnTo>
                <a:lnTo>
                  <a:pt x="330860" y="109728"/>
                </a:lnTo>
                <a:lnTo>
                  <a:pt x="340474" y="105410"/>
                </a:lnTo>
                <a:lnTo>
                  <a:pt x="352958" y="103936"/>
                </a:lnTo>
                <a:lnTo>
                  <a:pt x="365429" y="105410"/>
                </a:lnTo>
                <a:lnTo>
                  <a:pt x="375056" y="109728"/>
                </a:lnTo>
                <a:lnTo>
                  <a:pt x="381241" y="116801"/>
                </a:lnTo>
                <a:lnTo>
                  <a:pt x="383438" y="126492"/>
                </a:lnTo>
                <a:lnTo>
                  <a:pt x="383438" y="78689"/>
                </a:lnTo>
                <a:lnTo>
                  <a:pt x="380644" y="77292"/>
                </a:lnTo>
                <a:lnTo>
                  <a:pt x="352958" y="73456"/>
                </a:lnTo>
                <a:lnTo>
                  <a:pt x="325272" y="77292"/>
                </a:lnTo>
                <a:lnTo>
                  <a:pt x="303580" y="88087"/>
                </a:lnTo>
                <a:lnTo>
                  <a:pt x="289433" y="104838"/>
                </a:lnTo>
                <a:lnTo>
                  <a:pt x="284378" y="126492"/>
                </a:lnTo>
                <a:lnTo>
                  <a:pt x="287832" y="144386"/>
                </a:lnTo>
                <a:lnTo>
                  <a:pt x="297637" y="159219"/>
                </a:lnTo>
                <a:lnTo>
                  <a:pt x="312928" y="170345"/>
                </a:lnTo>
                <a:lnTo>
                  <a:pt x="332841" y="177088"/>
                </a:lnTo>
                <a:lnTo>
                  <a:pt x="332841" y="200863"/>
                </a:lnTo>
                <a:lnTo>
                  <a:pt x="297141" y="201396"/>
                </a:lnTo>
                <a:lnTo>
                  <a:pt x="264858" y="201396"/>
                </a:lnTo>
                <a:lnTo>
                  <a:pt x="269748" y="234086"/>
                </a:lnTo>
                <a:lnTo>
                  <a:pt x="308013" y="233908"/>
                </a:lnTo>
                <a:lnTo>
                  <a:pt x="350291" y="232638"/>
                </a:lnTo>
                <a:lnTo>
                  <a:pt x="394728" y="229196"/>
                </a:lnTo>
                <a:lnTo>
                  <a:pt x="439521" y="222504"/>
                </a:lnTo>
                <a:close/>
              </a:path>
              <a:path w="526414" h="281305">
                <a:moveTo>
                  <a:pt x="526084" y="114300"/>
                </a:moveTo>
                <a:lnTo>
                  <a:pt x="491032" y="114300"/>
                </a:lnTo>
                <a:lnTo>
                  <a:pt x="491032" y="0"/>
                </a:lnTo>
                <a:lnTo>
                  <a:pt x="450799" y="0"/>
                </a:lnTo>
                <a:lnTo>
                  <a:pt x="450799" y="280720"/>
                </a:lnTo>
                <a:lnTo>
                  <a:pt x="491032" y="280720"/>
                </a:lnTo>
                <a:lnTo>
                  <a:pt x="491032" y="147523"/>
                </a:lnTo>
                <a:lnTo>
                  <a:pt x="526084" y="147523"/>
                </a:lnTo>
                <a:lnTo>
                  <a:pt x="526084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310930" y="2294274"/>
            <a:ext cx="40640" cy="74930"/>
          </a:xfrm>
          <a:custGeom>
            <a:avLst/>
            <a:gdLst/>
            <a:ahLst/>
            <a:cxnLst/>
            <a:rect l="l" t="t" r="r" b="b"/>
            <a:pathLst>
              <a:path w="40639" h="74930">
                <a:moveTo>
                  <a:pt x="40233" y="74371"/>
                </a:moveTo>
                <a:lnTo>
                  <a:pt x="0" y="74371"/>
                </a:lnTo>
                <a:lnTo>
                  <a:pt x="0" y="0"/>
                </a:lnTo>
                <a:lnTo>
                  <a:pt x="40233" y="0"/>
                </a:lnTo>
                <a:lnTo>
                  <a:pt x="40233" y="74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128354" y="2293670"/>
            <a:ext cx="758825" cy="281940"/>
          </a:xfrm>
          <a:custGeom>
            <a:avLst/>
            <a:gdLst/>
            <a:ahLst/>
            <a:cxnLst/>
            <a:rect l="l" t="t" r="r" b="b"/>
            <a:pathLst>
              <a:path w="758825" h="281939">
                <a:moveTo>
                  <a:pt x="222808" y="107289"/>
                </a:moveTo>
                <a:lnTo>
                  <a:pt x="182575" y="107289"/>
                </a:lnTo>
                <a:lnTo>
                  <a:pt x="182575" y="207568"/>
                </a:lnTo>
                <a:lnTo>
                  <a:pt x="222808" y="207568"/>
                </a:lnTo>
                <a:lnTo>
                  <a:pt x="222808" y="107289"/>
                </a:lnTo>
                <a:close/>
              </a:path>
              <a:path w="758825" h="281939">
                <a:moveTo>
                  <a:pt x="222808" y="75450"/>
                </a:moveTo>
                <a:lnTo>
                  <a:pt x="132588" y="75450"/>
                </a:lnTo>
                <a:lnTo>
                  <a:pt x="132588" y="61569"/>
                </a:lnTo>
                <a:lnTo>
                  <a:pt x="132588" y="19202"/>
                </a:lnTo>
                <a:lnTo>
                  <a:pt x="93268" y="19202"/>
                </a:lnTo>
                <a:lnTo>
                  <a:pt x="93268" y="61480"/>
                </a:lnTo>
                <a:lnTo>
                  <a:pt x="93268" y="91960"/>
                </a:lnTo>
                <a:lnTo>
                  <a:pt x="93268" y="107200"/>
                </a:lnTo>
                <a:lnTo>
                  <a:pt x="93268" y="132600"/>
                </a:lnTo>
                <a:lnTo>
                  <a:pt x="39928" y="132600"/>
                </a:lnTo>
                <a:lnTo>
                  <a:pt x="39928" y="91960"/>
                </a:lnTo>
                <a:lnTo>
                  <a:pt x="93268" y="91960"/>
                </a:lnTo>
                <a:lnTo>
                  <a:pt x="93268" y="61480"/>
                </a:lnTo>
                <a:lnTo>
                  <a:pt x="39928" y="61480"/>
                </a:lnTo>
                <a:lnTo>
                  <a:pt x="39928" y="18300"/>
                </a:lnTo>
                <a:lnTo>
                  <a:pt x="0" y="18300"/>
                </a:lnTo>
                <a:lnTo>
                  <a:pt x="0" y="164350"/>
                </a:lnTo>
                <a:lnTo>
                  <a:pt x="132588" y="164350"/>
                </a:lnTo>
                <a:lnTo>
                  <a:pt x="132588" y="132600"/>
                </a:lnTo>
                <a:lnTo>
                  <a:pt x="132588" y="107200"/>
                </a:lnTo>
                <a:lnTo>
                  <a:pt x="222808" y="107200"/>
                </a:lnTo>
                <a:lnTo>
                  <a:pt x="222808" y="91960"/>
                </a:lnTo>
                <a:lnTo>
                  <a:pt x="222808" y="75450"/>
                </a:lnTo>
                <a:close/>
              </a:path>
              <a:path w="758825" h="281939">
                <a:moveTo>
                  <a:pt x="228904" y="244360"/>
                </a:moveTo>
                <a:lnTo>
                  <a:pt x="77724" y="244360"/>
                </a:lnTo>
                <a:lnTo>
                  <a:pt x="77724" y="187210"/>
                </a:lnTo>
                <a:lnTo>
                  <a:pt x="37490" y="187210"/>
                </a:lnTo>
                <a:lnTo>
                  <a:pt x="37490" y="244360"/>
                </a:lnTo>
                <a:lnTo>
                  <a:pt x="37490" y="276110"/>
                </a:lnTo>
                <a:lnTo>
                  <a:pt x="228904" y="276110"/>
                </a:lnTo>
                <a:lnTo>
                  <a:pt x="228904" y="244360"/>
                </a:lnTo>
                <a:close/>
              </a:path>
              <a:path w="758825" h="281939">
                <a:moveTo>
                  <a:pt x="491032" y="179222"/>
                </a:moveTo>
                <a:lnTo>
                  <a:pt x="299923" y="179222"/>
                </a:lnTo>
                <a:lnTo>
                  <a:pt x="299923" y="210921"/>
                </a:lnTo>
                <a:lnTo>
                  <a:pt x="450799" y="210921"/>
                </a:lnTo>
                <a:lnTo>
                  <a:pt x="450799" y="281330"/>
                </a:lnTo>
                <a:lnTo>
                  <a:pt x="491032" y="281330"/>
                </a:lnTo>
                <a:lnTo>
                  <a:pt x="491032" y="179222"/>
                </a:lnTo>
                <a:close/>
              </a:path>
              <a:path w="758825" h="281939">
                <a:moveTo>
                  <a:pt x="491032" y="304"/>
                </a:moveTo>
                <a:lnTo>
                  <a:pt x="450799" y="304"/>
                </a:lnTo>
                <a:lnTo>
                  <a:pt x="450799" y="38100"/>
                </a:lnTo>
                <a:lnTo>
                  <a:pt x="450799" y="70104"/>
                </a:lnTo>
                <a:lnTo>
                  <a:pt x="450799" y="99060"/>
                </a:lnTo>
                <a:lnTo>
                  <a:pt x="406298" y="99060"/>
                </a:lnTo>
                <a:lnTo>
                  <a:pt x="407212" y="94183"/>
                </a:lnTo>
                <a:lnTo>
                  <a:pt x="407822" y="89306"/>
                </a:lnTo>
                <a:lnTo>
                  <a:pt x="407822" y="79248"/>
                </a:lnTo>
                <a:lnTo>
                  <a:pt x="407212" y="74676"/>
                </a:lnTo>
                <a:lnTo>
                  <a:pt x="406298" y="70104"/>
                </a:lnTo>
                <a:lnTo>
                  <a:pt x="450799" y="70104"/>
                </a:lnTo>
                <a:lnTo>
                  <a:pt x="450799" y="38100"/>
                </a:lnTo>
                <a:lnTo>
                  <a:pt x="390144" y="38100"/>
                </a:lnTo>
                <a:lnTo>
                  <a:pt x="378879" y="28435"/>
                </a:lnTo>
                <a:lnTo>
                  <a:pt x="369722" y="23456"/>
                </a:lnTo>
                <a:lnTo>
                  <a:pt x="369722" y="84429"/>
                </a:lnTo>
                <a:lnTo>
                  <a:pt x="367017" y="99339"/>
                </a:lnTo>
                <a:lnTo>
                  <a:pt x="359511" y="110451"/>
                </a:lnTo>
                <a:lnTo>
                  <a:pt x="348119" y="117386"/>
                </a:lnTo>
                <a:lnTo>
                  <a:pt x="333756" y="119786"/>
                </a:lnTo>
                <a:lnTo>
                  <a:pt x="319557" y="117386"/>
                </a:lnTo>
                <a:lnTo>
                  <a:pt x="308267" y="110451"/>
                </a:lnTo>
                <a:lnTo>
                  <a:pt x="300786" y="99339"/>
                </a:lnTo>
                <a:lnTo>
                  <a:pt x="300736" y="99060"/>
                </a:lnTo>
                <a:lnTo>
                  <a:pt x="298094" y="84429"/>
                </a:lnTo>
                <a:lnTo>
                  <a:pt x="300786" y="69697"/>
                </a:lnTo>
                <a:lnTo>
                  <a:pt x="308267" y="58674"/>
                </a:lnTo>
                <a:lnTo>
                  <a:pt x="319557" y="51765"/>
                </a:lnTo>
                <a:lnTo>
                  <a:pt x="333756" y="49377"/>
                </a:lnTo>
                <a:lnTo>
                  <a:pt x="348119" y="51765"/>
                </a:lnTo>
                <a:lnTo>
                  <a:pt x="359511" y="58674"/>
                </a:lnTo>
                <a:lnTo>
                  <a:pt x="367017" y="69697"/>
                </a:lnTo>
                <a:lnTo>
                  <a:pt x="367080" y="70104"/>
                </a:lnTo>
                <a:lnTo>
                  <a:pt x="369722" y="84429"/>
                </a:lnTo>
                <a:lnTo>
                  <a:pt x="369722" y="23456"/>
                </a:lnTo>
                <a:lnTo>
                  <a:pt x="365493" y="21145"/>
                </a:lnTo>
                <a:lnTo>
                  <a:pt x="350316" y="16535"/>
                </a:lnTo>
                <a:lnTo>
                  <a:pt x="333756" y="14935"/>
                </a:lnTo>
                <a:lnTo>
                  <a:pt x="304736" y="20142"/>
                </a:lnTo>
                <a:lnTo>
                  <a:pt x="281330" y="34594"/>
                </a:lnTo>
                <a:lnTo>
                  <a:pt x="265684" y="56603"/>
                </a:lnTo>
                <a:lnTo>
                  <a:pt x="259994" y="84429"/>
                </a:lnTo>
                <a:lnTo>
                  <a:pt x="265684" y="112433"/>
                </a:lnTo>
                <a:lnTo>
                  <a:pt x="281330" y="134531"/>
                </a:lnTo>
                <a:lnTo>
                  <a:pt x="304736" y="149021"/>
                </a:lnTo>
                <a:lnTo>
                  <a:pt x="333756" y="154228"/>
                </a:lnTo>
                <a:lnTo>
                  <a:pt x="350139" y="152628"/>
                </a:lnTo>
                <a:lnTo>
                  <a:pt x="365226" y="148018"/>
                </a:lnTo>
                <a:lnTo>
                  <a:pt x="378587" y="140728"/>
                </a:lnTo>
                <a:lnTo>
                  <a:pt x="389839" y="131064"/>
                </a:lnTo>
                <a:lnTo>
                  <a:pt x="450799" y="131064"/>
                </a:lnTo>
                <a:lnTo>
                  <a:pt x="450799" y="166420"/>
                </a:lnTo>
                <a:lnTo>
                  <a:pt x="491032" y="166420"/>
                </a:lnTo>
                <a:lnTo>
                  <a:pt x="491032" y="131064"/>
                </a:lnTo>
                <a:lnTo>
                  <a:pt x="491032" y="119786"/>
                </a:lnTo>
                <a:lnTo>
                  <a:pt x="491032" y="99060"/>
                </a:lnTo>
                <a:lnTo>
                  <a:pt x="491032" y="70104"/>
                </a:lnTo>
                <a:lnTo>
                  <a:pt x="491032" y="49377"/>
                </a:lnTo>
                <a:lnTo>
                  <a:pt x="491032" y="38100"/>
                </a:lnTo>
                <a:lnTo>
                  <a:pt x="491032" y="304"/>
                </a:lnTo>
                <a:close/>
              </a:path>
              <a:path w="758825" h="281939">
                <a:moveTo>
                  <a:pt x="674827" y="29260"/>
                </a:moveTo>
                <a:lnTo>
                  <a:pt x="540105" y="29260"/>
                </a:lnTo>
                <a:lnTo>
                  <a:pt x="540105" y="61264"/>
                </a:lnTo>
                <a:lnTo>
                  <a:pt x="633679" y="61264"/>
                </a:lnTo>
                <a:lnTo>
                  <a:pt x="624344" y="104609"/>
                </a:lnTo>
                <a:lnTo>
                  <a:pt x="604113" y="141922"/>
                </a:lnTo>
                <a:lnTo>
                  <a:pt x="571525" y="174040"/>
                </a:lnTo>
                <a:lnTo>
                  <a:pt x="525170" y="201777"/>
                </a:lnTo>
                <a:lnTo>
                  <a:pt x="546201" y="233476"/>
                </a:lnTo>
                <a:lnTo>
                  <a:pt x="597839" y="201993"/>
                </a:lnTo>
                <a:lnTo>
                  <a:pt x="634530" y="165544"/>
                </a:lnTo>
                <a:lnTo>
                  <a:pt x="658253" y="124409"/>
                </a:lnTo>
                <a:lnTo>
                  <a:pt x="671017" y="78879"/>
                </a:lnTo>
                <a:lnTo>
                  <a:pt x="674827" y="29260"/>
                </a:lnTo>
                <a:close/>
              </a:path>
              <a:path w="758825" h="281939">
                <a:moveTo>
                  <a:pt x="758342" y="0"/>
                </a:moveTo>
                <a:lnTo>
                  <a:pt x="717804" y="0"/>
                </a:lnTo>
                <a:lnTo>
                  <a:pt x="717804" y="280720"/>
                </a:lnTo>
                <a:lnTo>
                  <a:pt x="758342" y="280720"/>
                </a:lnTo>
                <a:lnTo>
                  <a:pt x="758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990977" y="2293975"/>
            <a:ext cx="617220" cy="316230"/>
          </a:xfrm>
          <a:custGeom>
            <a:avLst/>
            <a:gdLst/>
            <a:ahLst/>
            <a:cxnLst/>
            <a:rect l="l" t="t" r="r" b="b"/>
            <a:pathLst>
              <a:path w="617220" h="316230">
                <a:moveTo>
                  <a:pt x="73456" y="12496"/>
                </a:moveTo>
                <a:lnTo>
                  <a:pt x="26238" y="36499"/>
                </a:lnTo>
                <a:lnTo>
                  <a:pt x="11963" y="74256"/>
                </a:lnTo>
                <a:lnTo>
                  <a:pt x="3073" y="114579"/>
                </a:lnTo>
                <a:lnTo>
                  <a:pt x="0" y="158191"/>
                </a:lnTo>
                <a:lnTo>
                  <a:pt x="3073" y="202069"/>
                </a:lnTo>
                <a:lnTo>
                  <a:pt x="11963" y="242392"/>
                </a:lnTo>
                <a:lnTo>
                  <a:pt x="26238" y="280098"/>
                </a:lnTo>
                <a:lnTo>
                  <a:pt x="45415" y="316077"/>
                </a:lnTo>
                <a:lnTo>
                  <a:pt x="73456" y="304190"/>
                </a:lnTo>
                <a:lnTo>
                  <a:pt x="56845" y="269671"/>
                </a:lnTo>
                <a:lnTo>
                  <a:pt x="45262" y="233362"/>
                </a:lnTo>
                <a:lnTo>
                  <a:pt x="38481" y="195961"/>
                </a:lnTo>
                <a:lnTo>
                  <a:pt x="36271" y="158191"/>
                </a:lnTo>
                <a:lnTo>
                  <a:pt x="38481" y="120726"/>
                </a:lnTo>
                <a:lnTo>
                  <a:pt x="45262" y="83400"/>
                </a:lnTo>
                <a:lnTo>
                  <a:pt x="56845" y="47053"/>
                </a:lnTo>
                <a:lnTo>
                  <a:pt x="73456" y="12496"/>
                </a:lnTo>
                <a:close/>
              </a:path>
              <a:path w="617220" h="316230">
                <a:moveTo>
                  <a:pt x="334975" y="99669"/>
                </a:moveTo>
                <a:lnTo>
                  <a:pt x="293103" y="88341"/>
                </a:lnTo>
                <a:lnTo>
                  <a:pt x="245008" y="46355"/>
                </a:lnTo>
                <a:lnTo>
                  <a:pt x="238963" y="21640"/>
                </a:lnTo>
                <a:lnTo>
                  <a:pt x="238963" y="8229"/>
                </a:lnTo>
                <a:lnTo>
                  <a:pt x="195986" y="8229"/>
                </a:lnTo>
                <a:lnTo>
                  <a:pt x="195986" y="21640"/>
                </a:lnTo>
                <a:lnTo>
                  <a:pt x="189992" y="46482"/>
                </a:lnTo>
                <a:lnTo>
                  <a:pt x="172072" y="69570"/>
                </a:lnTo>
                <a:lnTo>
                  <a:pt x="168871" y="71628"/>
                </a:lnTo>
                <a:lnTo>
                  <a:pt x="142049" y="88341"/>
                </a:lnTo>
                <a:lnTo>
                  <a:pt x="99974" y="99669"/>
                </a:lnTo>
                <a:lnTo>
                  <a:pt x="115214" y="131978"/>
                </a:lnTo>
                <a:lnTo>
                  <a:pt x="149390" y="123710"/>
                </a:lnTo>
                <a:lnTo>
                  <a:pt x="178079" y="110375"/>
                </a:lnTo>
                <a:lnTo>
                  <a:pt x="200939" y="92760"/>
                </a:lnTo>
                <a:lnTo>
                  <a:pt x="217627" y="71628"/>
                </a:lnTo>
                <a:lnTo>
                  <a:pt x="234276" y="92760"/>
                </a:lnTo>
                <a:lnTo>
                  <a:pt x="257022" y="110375"/>
                </a:lnTo>
                <a:lnTo>
                  <a:pt x="285610" y="123710"/>
                </a:lnTo>
                <a:lnTo>
                  <a:pt x="319735" y="131978"/>
                </a:lnTo>
                <a:lnTo>
                  <a:pt x="334975" y="99669"/>
                </a:lnTo>
                <a:close/>
              </a:path>
              <a:path w="617220" h="316230">
                <a:moveTo>
                  <a:pt x="344119" y="152704"/>
                </a:moveTo>
                <a:lnTo>
                  <a:pt x="90525" y="152704"/>
                </a:lnTo>
                <a:lnTo>
                  <a:pt x="90525" y="185318"/>
                </a:lnTo>
                <a:lnTo>
                  <a:pt x="196291" y="185318"/>
                </a:lnTo>
                <a:lnTo>
                  <a:pt x="196291" y="281025"/>
                </a:lnTo>
                <a:lnTo>
                  <a:pt x="236524" y="281025"/>
                </a:lnTo>
                <a:lnTo>
                  <a:pt x="236524" y="185318"/>
                </a:lnTo>
                <a:lnTo>
                  <a:pt x="344119" y="185318"/>
                </a:lnTo>
                <a:lnTo>
                  <a:pt x="344119" y="152704"/>
                </a:lnTo>
                <a:close/>
              </a:path>
              <a:path w="617220" h="316230">
                <a:moveTo>
                  <a:pt x="525780" y="30784"/>
                </a:moveTo>
                <a:lnTo>
                  <a:pt x="463600" y="30784"/>
                </a:lnTo>
                <a:lnTo>
                  <a:pt x="463600" y="1219"/>
                </a:lnTo>
                <a:lnTo>
                  <a:pt x="423367" y="1219"/>
                </a:lnTo>
                <a:lnTo>
                  <a:pt x="423367" y="30784"/>
                </a:lnTo>
                <a:lnTo>
                  <a:pt x="360578" y="30784"/>
                </a:lnTo>
                <a:lnTo>
                  <a:pt x="360578" y="62484"/>
                </a:lnTo>
                <a:lnTo>
                  <a:pt x="525780" y="62484"/>
                </a:lnTo>
                <a:lnTo>
                  <a:pt x="525780" y="30784"/>
                </a:lnTo>
                <a:close/>
              </a:path>
              <a:path w="617220" h="316230">
                <a:moveTo>
                  <a:pt x="530047" y="222504"/>
                </a:moveTo>
                <a:lnTo>
                  <a:pt x="527608" y="199339"/>
                </a:lnTo>
                <a:lnTo>
                  <a:pt x="527507" y="198348"/>
                </a:lnTo>
                <a:lnTo>
                  <a:pt x="526999" y="193548"/>
                </a:lnTo>
                <a:lnTo>
                  <a:pt x="511657" y="195567"/>
                </a:lnTo>
                <a:lnTo>
                  <a:pt x="495871" y="197129"/>
                </a:lnTo>
                <a:lnTo>
                  <a:pt x="479806" y="198348"/>
                </a:lnTo>
                <a:lnTo>
                  <a:pt x="463600" y="199339"/>
                </a:lnTo>
                <a:lnTo>
                  <a:pt x="463600" y="177088"/>
                </a:lnTo>
                <a:lnTo>
                  <a:pt x="483527" y="170345"/>
                </a:lnTo>
                <a:lnTo>
                  <a:pt x="498805" y="159219"/>
                </a:lnTo>
                <a:lnTo>
                  <a:pt x="505523" y="149047"/>
                </a:lnTo>
                <a:lnTo>
                  <a:pt x="508609" y="144386"/>
                </a:lnTo>
                <a:lnTo>
                  <a:pt x="512064" y="126492"/>
                </a:lnTo>
                <a:lnTo>
                  <a:pt x="507009" y="104838"/>
                </a:lnTo>
                <a:lnTo>
                  <a:pt x="506247" y="103936"/>
                </a:lnTo>
                <a:lnTo>
                  <a:pt x="492861" y="88087"/>
                </a:lnTo>
                <a:lnTo>
                  <a:pt x="473964" y="78689"/>
                </a:lnTo>
                <a:lnTo>
                  <a:pt x="473964" y="126492"/>
                </a:lnTo>
                <a:lnTo>
                  <a:pt x="471779" y="136194"/>
                </a:lnTo>
                <a:lnTo>
                  <a:pt x="465582" y="143256"/>
                </a:lnTo>
                <a:lnTo>
                  <a:pt x="455968" y="147586"/>
                </a:lnTo>
                <a:lnTo>
                  <a:pt x="443484" y="149047"/>
                </a:lnTo>
                <a:lnTo>
                  <a:pt x="431012" y="147586"/>
                </a:lnTo>
                <a:lnTo>
                  <a:pt x="421386" y="143256"/>
                </a:lnTo>
                <a:lnTo>
                  <a:pt x="415201" y="136194"/>
                </a:lnTo>
                <a:lnTo>
                  <a:pt x="413004" y="126492"/>
                </a:lnTo>
                <a:lnTo>
                  <a:pt x="415201" y="116801"/>
                </a:lnTo>
                <a:lnTo>
                  <a:pt x="421386" y="109728"/>
                </a:lnTo>
                <a:lnTo>
                  <a:pt x="431012" y="105410"/>
                </a:lnTo>
                <a:lnTo>
                  <a:pt x="443484" y="103936"/>
                </a:lnTo>
                <a:lnTo>
                  <a:pt x="455968" y="105410"/>
                </a:lnTo>
                <a:lnTo>
                  <a:pt x="465582" y="109728"/>
                </a:lnTo>
                <a:lnTo>
                  <a:pt x="471779" y="116801"/>
                </a:lnTo>
                <a:lnTo>
                  <a:pt x="473964" y="126492"/>
                </a:lnTo>
                <a:lnTo>
                  <a:pt x="473964" y="78689"/>
                </a:lnTo>
                <a:lnTo>
                  <a:pt x="471182" y="77292"/>
                </a:lnTo>
                <a:lnTo>
                  <a:pt x="443484" y="73456"/>
                </a:lnTo>
                <a:lnTo>
                  <a:pt x="415798" y="77292"/>
                </a:lnTo>
                <a:lnTo>
                  <a:pt x="394106" y="88087"/>
                </a:lnTo>
                <a:lnTo>
                  <a:pt x="379971" y="104838"/>
                </a:lnTo>
                <a:lnTo>
                  <a:pt x="374904" y="126492"/>
                </a:lnTo>
                <a:lnTo>
                  <a:pt x="378371" y="144386"/>
                </a:lnTo>
                <a:lnTo>
                  <a:pt x="388162" y="159219"/>
                </a:lnTo>
                <a:lnTo>
                  <a:pt x="403453" y="170345"/>
                </a:lnTo>
                <a:lnTo>
                  <a:pt x="423367" y="177088"/>
                </a:lnTo>
                <a:lnTo>
                  <a:pt x="423367" y="200863"/>
                </a:lnTo>
                <a:lnTo>
                  <a:pt x="387667" y="201396"/>
                </a:lnTo>
                <a:lnTo>
                  <a:pt x="355384" y="201396"/>
                </a:lnTo>
                <a:lnTo>
                  <a:pt x="360273" y="234086"/>
                </a:lnTo>
                <a:lnTo>
                  <a:pt x="398551" y="233908"/>
                </a:lnTo>
                <a:lnTo>
                  <a:pt x="440817" y="232638"/>
                </a:lnTo>
                <a:lnTo>
                  <a:pt x="485267" y="229196"/>
                </a:lnTo>
                <a:lnTo>
                  <a:pt x="530047" y="222504"/>
                </a:lnTo>
                <a:close/>
              </a:path>
              <a:path w="617220" h="316230">
                <a:moveTo>
                  <a:pt x="616610" y="114300"/>
                </a:moveTo>
                <a:lnTo>
                  <a:pt x="581558" y="114300"/>
                </a:lnTo>
                <a:lnTo>
                  <a:pt x="581558" y="0"/>
                </a:lnTo>
                <a:lnTo>
                  <a:pt x="541324" y="0"/>
                </a:lnTo>
                <a:lnTo>
                  <a:pt x="541324" y="280720"/>
                </a:lnTo>
                <a:lnTo>
                  <a:pt x="581558" y="280720"/>
                </a:lnTo>
                <a:lnTo>
                  <a:pt x="581558" y="147523"/>
                </a:lnTo>
                <a:lnTo>
                  <a:pt x="616610" y="147523"/>
                </a:lnTo>
                <a:lnTo>
                  <a:pt x="61661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597539" y="2293975"/>
            <a:ext cx="869950" cy="316230"/>
          </a:xfrm>
          <a:custGeom>
            <a:avLst/>
            <a:gdLst/>
            <a:ahLst/>
            <a:cxnLst/>
            <a:rect l="l" t="t" r="r" b="b"/>
            <a:pathLst>
              <a:path w="869950" h="316230">
                <a:moveTo>
                  <a:pt x="118872" y="156972"/>
                </a:moveTo>
                <a:lnTo>
                  <a:pt x="116166" y="131673"/>
                </a:lnTo>
                <a:lnTo>
                  <a:pt x="116116" y="131191"/>
                </a:lnTo>
                <a:lnTo>
                  <a:pt x="116001" y="130111"/>
                </a:lnTo>
                <a:lnTo>
                  <a:pt x="115519" y="125577"/>
                </a:lnTo>
                <a:lnTo>
                  <a:pt x="97002" y="128282"/>
                </a:lnTo>
                <a:lnTo>
                  <a:pt x="78714" y="130111"/>
                </a:lnTo>
                <a:lnTo>
                  <a:pt x="59626" y="131191"/>
                </a:lnTo>
                <a:lnTo>
                  <a:pt x="38709" y="131673"/>
                </a:lnTo>
                <a:lnTo>
                  <a:pt x="38709" y="105460"/>
                </a:lnTo>
                <a:lnTo>
                  <a:pt x="95707" y="105460"/>
                </a:lnTo>
                <a:lnTo>
                  <a:pt x="95707" y="74980"/>
                </a:lnTo>
                <a:lnTo>
                  <a:pt x="38709" y="74980"/>
                </a:lnTo>
                <a:lnTo>
                  <a:pt x="38709" y="50292"/>
                </a:lnTo>
                <a:lnTo>
                  <a:pt x="105460" y="50292"/>
                </a:lnTo>
                <a:lnTo>
                  <a:pt x="105460" y="18288"/>
                </a:lnTo>
                <a:lnTo>
                  <a:pt x="0" y="18288"/>
                </a:lnTo>
                <a:lnTo>
                  <a:pt x="0" y="163068"/>
                </a:lnTo>
                <a:lnTo>
                  <a:pt x="19202" y="163068"/>
                </a:lnTo>
                <a:lnTo>
                  <a:pt x="47802" y="162928"/>
                </a:lnTo>
                <a:lnTo>
                  <a:pt x="72694" y="162191"/>
                </a:lnTo>
                <a:lnTo>
                  <a:pt x="95745" y="160362"/>
                </a:lnTo>
                <a:lnTo>
                  <a:pt x="118872" y="156972"/>
                </a:lnTo>
                <a:close/>
              </a:path>
              <a:path w="869950" h="316230">
                <a:moveTo>
                  <a:pt x="172516" y="5181"/>
                </a:moveTo>
                <a:lnTo>
                  <a:pt x="135026" y="5181"/>
                </a:lnTo>
                <a:lnTo>
                  <a:pt x="135026" y="71323"/>
                </a:lnTo>
                <a:lnTo>
                  <a:pt x="107594" y="71323"/>
                </a:lnTo>
                <a:lnTo>
                  <a:pt x="107594" y="103327"/>
                </a:lnTo>
                <a:lnTo>
                  <a:pt x="135026" y="103327"/>
                </a:lnTo>
                <a:lnTo>
                  <a:pt x="135026" y="173431"/>
                </a:lnTo>
                <a:lnTo>
                  <a:pt x="172516" y="173431"/>
                </a:lnTo>
                <a:lnTo>
                  <a:pt x="172516" y="5181"/>
                </a:lnTo>
                <a:close/>
              </a:path>
              <a:path w="869950" h="316230">
                <a:moveTo>
                  <a:pt x="228295" y="186232"/>
                </a:moveTo>
                <a:lnTo>
                  <a:pt x="34747" y="186232"/>
                </a:lnTo>
                <a:lnTo>
                  <a:pt x="34747" y="217932"/>
                </a:lnTo>
                <a:lnTo>
                  <a:pt x="188061" y="217932"/>
                </a:lnTo>
                <a:lnTo>
                  <a:pt x="188061" y="281025"/>
                </a:lnTo>
                <a:lnTo>
                  <a:pt x="228295" y="281025"/>
                </a:lnTo>
                <a:lnTo>
                  <a:pt x="228295" y="186232"/>
                </a:lnTo>
                <a:close/>
              </a:path>
              <a:path w="869950" h="316230">
                <a:moveTo>
                  <a:pt x="228295" y="0"/>
                </a:moveTo>
                <a:lnTo>
                  <a:pt x="190195" y="0"/>
                </a:lnTo>
                <a:lnTo>
                  <a:pt x="190195" y="174955"/>
                </a:lnTo>
                <a:lnTo>
                  <a:pt x="228295" y="174955"/>
                </a:lnTo>
                <a:lnTo>
                  <a:pt x="228295" y="0"/>
                </a:lnTo>
                <a:close/>
              </a:path>
              <a:path w="869950" h="316230">
                <a:moveTo>
                  <a:pt x="502615" y="132283"/>
                </a:moveTo>
                <a:lnTo>
                  <a:pt x="460527" y="118491"/>
                </a:lnTo>
                <a:lnTo>
                  <a:pt x="429768" y="95745"/>
                </a:lnTo>
                <a:lnTo>
                  <a:pt x="410806" y="66967"/>
                </a:lnTo>
                <a:lnTo>
                  <a:pt x="404469" y="36576"/>
                </a:lnTo>
                <a:lnTo>
                  <a:pt x="404469" y="16459"/>
                </a:lnTo>
                <a:lnTo>
                  <a:pt x="361492" y="16459"/>
                </a:lnTo>
                <a:lnTo>
                  <a:pt x="361492" y="36576"/>
                </a:lnTo>
                <a:lnTo>
                  <a:pt x="355028" y="66967"/>
                </a:lnTo>
                <a:lnTo>
                  <a:pt x="336080" y="95402"/>
                </a:lnTo>
                <a:lnTo>
                  <a:pt x="305396" y="118275"/>
                </a:lnTo>
                <a:lnTo>
                  <a:pt x="305536" y="118275"/>
                </a:lnTo>
                <a:lnTo>
                  <a:pt x="263347" y="132283"/>
                </a:lnTo>
                <a:lnTo>
                  <a:pt x="280416" y="165811"/>
                </a:lnTo>
                <a:lnTo>
                  <a:pt x="314452" y="155511"/>
                </a:lnTo>
                <a:lnTo>
                  <a:pt x="343281" y="139255"/>
                </a:lnTo>
                <a:lnTo>
                  <a:pt x="366115" y="118275"/>
                </a:lnTo>
                <a:lnTo>
                  <a:pt x="382828" y="93268"/>
                </a:lnTo>
                <a:lnTo>
                  <a:pt x="399605" y="118275"/>
                </a:lnTo>
                <a:lnTo>
                  <a:pt x="422643" y="139255"/>
                </a:lnTo>
                <a:lnTo>
                  <a:pt x="451446" y="155371"/>
                </a:lnTo>
                <a:lnTo>
                  <a:pt x="485546" y="165811"/>
                </a:lnTo>
                <a:lnTo>
                  <a:pt x="502615" y="132283"/>
                </a:lnTo>
                <a:close/>
              </a:path>
              <a:path w="869950" h="316230">
                <a:moveTo>
                  <a:pt x="511454" y="213969"/>
                </a:moveTo>
                <a:lnTo>
                  <a:pt x="257251" y="213969"/>
                </a:lnTo>
                <a:lnTo>
                  <a:pt x="257251" y="246583"/>
                </a:lnTo>
                <a:lnTo>
                  <a:pt x="511454" y="246583"/>
                </a:lnTo>
                <a:lnTo>
                  <a:pt x="511454" y="213969"/>
                </a:lnTo>
                <a:close/>
              </a:path>
              <a:path w="869950" h="316230">
                <a:moveTo>
                  <a:pt x="752551" y="144995"/>
                </a:moveTo>
                <a:lnTo>
                  <a:pt x="596188" y="144995"/>
                </a:lnTo>
                <a:lnTo>
                  <a:pt x="596188" y="113245"/>
                </a:lnTo>
                <a:lnTo>
                  <a:pt x="744016" y="113245"/>
                </a:lnTo>
                <a:lnTo>
                  <a:pt x="744016" y="82765"/>
                </a:lnTo>
                <a:lnTo>
                  <a:pt x="596188" y="82765"/>
                </a:lnTo>
                <a:lnTo>
                  <a:pt x="596188" y="52285"/>
                </a:lnTo>
                <a:lnTo>
                  <a:pt x="750417" y="52285"/>
                </a:lnTo>
                <a:lnTo>
                  <a:pt x="750417" y="20535"/>
                </a:lnTo>
                <a:lnTo>
                  <a:pt x="555345" y="20535"/>
                </a:lnTo>
                <a:lnTo>
                  <a:pt x="555345" y="52285"/>
                </a:lnTo>
                <a:lnTo>
                  <a:pt x="555345" y="82765"/>
                </a:lnTo>
                <a:lnTo>
                  <a:pt x="555345" y="113245"/>
                </a:lnTo>
                <a:lnTo>
                  <a:pt x="555345" y="144995"/>
                </a:lnTo>
                <a:lnTo>
                  <a:pt x="555345" y="176745"/>
                </a:lnTo>
                <a:lnTo>
                  <a:pt x="752551" y="176745"/>
                </a:lnTo>
                <a:lnTo>
                  <a:pt x="752551" y="144995"/>
                </a:lnTo>
                <a:close/>
              </a:path>
              <a:path w="869950" h="316230">
                <a:moveTo>
                  <a:pt x="779678" y="215798"/>
                </a:moveTo>
                <a:lnTo>
                  <a:pt x="525475" y="215798"/>
                </a:lnTo>
                <a:lnTo>
                  <a:pt x="525475" y="248412"/>
                </a:lnTo>
                <a:lnTo>
                  <a:pt x="779678" y="248412"/>
                </a:lnTo>
                <a:lnTo>
                  <a:pt x="779678" y="215798"/>
                </a:lnTo>
                <a:close/>
              </a:path>
              <a:path w="869950" h="316230">
                <a:moveTo>
                  <a:pt x="869899" y="158191"/>
                </a:moveTo>
                <a:lnTo>
                  <a:pt x="866825" y="114579"/>
                </a:lnTo>
                <a:lnTo>
                  <a:pt x="857897" y="74256"/>
                </a:lnTo>
                <a:lnTo>
                  <a:pt x="843534" y="36499"/>
                </a:lnTo>
                <a:lnTo>
                  <a:pt x="824179" y="609"/>
                </a:lnTo>
                <a:lnTo>
                  <a:pt x="796442" y="12496"/>
                </a:lnTo>
                <a:lnTo>
                  <a:pt x="813054" y="47053"/>
                </a:lnTo>
                <a:lnTo>
                  <a:pt x="824636" y="83400"/>
                </a:lnTo>
                <a:lnTo>
                  <a:pt x="831418" y="120726"/>
                </a:lnTo>
                <a:lnTo>
                  <a:pt x="833628" y="158191"/>
                </a:lnTo>
                <a:lnTo>
                  <a:pt x="831418" y="195961"/>
                </a:lnTo>
                <a:lnTo>
                  <a:pt x="824636" y="233362"/>
                </a:lnTo>
                <a:lnTo>
                  <a:pt x="813054" y="269671"/>
                </a:lnTo>
                <a:lnTo>
                  <a:pt x="796442" y="304190"/>
                </a:lnTo>
                <a:lnTo>
                  <a:pt x="824179" y="316077"/>
                </a:lnTo>
                <a:lnTo>
                  <a:pt x="843534" y="280098"/>
                </a:lnTo>
                <a:lnTo>
                  <a:pt x="857897" y="242392"/>
                </a:lnTo>
                <a:lnTo>
                  <a:pt x="866825" y="202069"/>
                </a:lnTo>
                <a:lnTo>
                  <a:pt x="869899" y="158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245832" y="8210625"/>
            <a:ext cx="659130" cy="234315"/>
          </a:xfrm>
          <a:custGeom>
            <a:avLst/>
            <a:gdLst/>
            <a:ahLst/>
            <a:cxnLst/>
            <a:rect l="l" t="t" r="r" b="b"/>
            <a:pathLst>
              <a:path w="659129" h="234315">
                <a:moveTo>
                  <a:pt x="203708" y="83058"/>
                </a:moveTo>
                <a:lnTo>
                  <a:pt x="168808" y="73609"/>
                </a:lnTo>
                <a:lnTo>
                  <a:pt x="146545" y="59690"/>
                </a:lnTo>
                <a:lnTo>
                  <a:pt x="143802" y="57975"/>
                </a:lnTo>
                <a:lnTo>
                  <a:pt x="128739" y="38620"/>
                </a:lnTo>
                <a:lnTo>
                  <a:pt x="123698" y="18034"/>
                </a:lnTo>
                <a:lnTo>
                  <a:pt x="123698" y="6858"/>
                </a:lnTo>
                <a:lnTo>
                  <a:pt x="87884" y="6858"/>
                </a:lnTo>
                <a:lnTo>
                  <a:pt x="87884" y="18034"/>
                </a:lnTo>
                <a:lnTo>
                  <a:pt x="82905" y="38620"/>
                </a:lnTo>
                <a:lnTo>
                  <a:pt x="67957" y="57975"/>
                </a:lnTo>
                <a:lnTo>
                  <a:pt x="65278" y="59690"/>
                </a:lnTo>
                <a:lnTo>
                  <a:pt x="42938" y="73609"/>
                </a:lnTo>
                <a:lnTo>
                  <a:pt x="7874" y="83058"/>
                </a:lnTo>
                <a:lnTo>
                  <a:pt x="20574" y="109982"/>
                </a:lnTo>
                <a:lnTo>
                  <a:pt x="49047" y="103085"/>
                </a:lnTo>
                <a:lnTo>
                  <a:pt x="72961" y="91986"/>
                </a:lnTo>
                <a:lnTo>
                  <a:pt x="92011" y="77304"/>
                </a:lnTo>
                <a:lnTo>
                  <a:pt x="105918" y="59690"/>
                </a:lnTo>
                <a:lnTo>
                  <a:pt x="119786" y="77304"/>
                </a:lnTo>
                <a:lnTo>
                  <a:pt x="138747" y="91986"/>
                </a:lnTo>
                <a:lnTo>
                  <a:pt x="162572" y="103085"/>
                </a:lnTo>
                <a:lnTo>
                  <a:pt x="191008" y="109982"/>
                </a:lnTo>
                <a:lnTo>
                  <a:pt x="203708" y="83058"/>
                </a:lnTo>
                <a:close/>
              </a:path>
              <a:path w="659129" h="234315">
                <a:moveTo>
                  <a:pt x="211328" y="127254"/>
                </a:moveTo>
                <a:lnTo>
                  <a:pt x="0" y="127254"/>
                </a:lnTo>
                <a:lnTo>
                  <a:pt x="0" y="154432"/>
                </a:lnTo>
                <a:lnTo>
                  <a:pt x="88138" y="154432"/>
                </a:lnTo>
                <a:lnTo>
                  <a:pt x="88138" y="234188"/>
                </a:lnTo>
                <a:lnTo>
                  <a:pt x="121666" y="234188"/>
                </a:lnTo>
                <a:lnTo>
                  <a:pt x="121666" y="154432"/>
                </a:lnTo>
                <a:lnTo>
                  <a:pt x="211328" y="154432"/>
                </a:lnTo>
                <a:lnTo>
                  <a:pt x="211328" y="127254"/>
                </a:lnTo>
                <a:close/>
              </a:path>
              <a:path w="659129" h="234315">
                <a:moveTo>
                  <a:pt x="362712" y="25654"/>
                </a:moveTo>
                <a:lnTo>
                  <a:pt x="310896" y="25654"/>
                </a:lnTo>
                <a:lnTo>
                  <a:pt x="310896" y="1016"/>
                </a:lnTo>
                <a:lnTo>
                  <a:pt x="277368" y="1016"/>
                </a:lnTo>
                <a:lnTo>
                  <a:pt x="277368" y="25654"/>
                </a:lnTo>
                <a:lnTo>
                  <a:pt x="225044" y="25654"/>
                </a:lnTo>
                <a:lnTo>
                  <a:pt x="225044" y="52070"/>
                </a:lnTo>
                <a:lnTo>
                  <a:pt x="362712" y="52070"/>
                </a:lnTo>
                <a:lnTo>
                  <a:pt x="362712" y="25654"/>
                </a:lnTo>
                <a:close/>
              </a:path>
              <a:path w="659129" h="234315">
                <a:moveTo>
                  <a:pt x="366268" y="185420"/>
                </a:moveTo>
                <a:lnTo>
                  <a:pt x="364236" y="166116"/>
                </a:lnTo>
                <a:lnTo>
                  <a:pt x="364147" y="165290"/>
                </a:lnTo>
                <a:lnTo>
                  <a:pt x="364045" y="164274"/>
                </a:lnTo>
                <a:lnTo>
                  <a:pt x="363728" y="161290"/>
                </a:lnTo>
                <a:lnTo>
                  <a:pt x="350939" y="162979"/>
                </a:lnTo>
                <a:lnTo>
                  <a:pt x="337794" y="164274"/>
                </a:lnTo>
                <a:lnTo>
                  <a:pt x="324408" y="165290"/>
                </a:lnTo>
                <a:lnTo>
                  <a:pt x="310896" y="166116"/>
                </a:lnTo>
                <a:lnTo>
                  <a:pt x="310896" y="147574"/>
                </a:lnTo>
                <a:lnTo>
                  <a:pt x="327494" y="141947"/>
                </a:lnTo>
                <a:lnTo>
                  <a:pt x="340233" y="132689"/>
                </a:lnTo>
                <a:lnTo>
                  <a:pt x="345833" y="124206"/>
                </a:lnTo>
                <a:lnTo>
                  <a:pt x="348399" y="120319"/>
                </a:lnTo>
                <a:lnTo>
                  <a:pt x="351282" y="105410"/>
                </a:lnTo>
                <a:lnTo>
                  <a:pt x="347065" y="87363"/>
                </a:lnTo>
                <a:lnTo>
                  <a:pt x="346443" y="86614"/>
                </a:lnTo>
                <a:lnTo>
                  <a:pt x="335280" y="73406"/>
                </a:lnTo>
                <a:lnTo>
                  <a:pt x="319532" y="65570"/>
                </a:lnTo>
                <a:lnTo>
                  <a:pt x="319532" y="105410"/>
                </a:lnTo>
                <a:lnTo>
                  <a:pt x="317703" y="113487"/>
                </a:lnTo>
                <a:lnTo>
                  <a:pt x="312547" y="119380"/>
                </a:lnTo>
                <a:lnTo>
                  <a:pt x="304533" y="122986"/>
                </a:lnTo>
                <a:lnTo>
                  <a:pt x="294132" y="124206"/>
                </a:lnTo>
                <a:lnTo>
                  <a:pt x="283730" y="122986"/>
                </a:lnTo>
                <a:lnTo>
                  <a:pt x="275717" y="119380"/>
                </a:lnTo>
                <a:lnTo>
                  <a:pt x="270560" y="113487"/>
                </a:lnTo>
                <a:lnTo>
                  <a:pt x="268732" y="105410"/>
                </a:lnTo>
                <a:lnTo>
                  <a:pt x="270560" y="97332"/>
                </a:lnTo>
                <a:lnTo>
                  <a:pt x="275717" y="91440"/>
                </a:lnTo>
                <a:lnTo>
                  <a:pt x="283730" y="87833"/>
                </a:lnTo>
                <a:lnTo>
                  <a:pt x="294132" y="86614"/>
                </a:lnTo>
                <a:lnTo>
                  <a:pt x="304533" y="87833"/>
                </a:lnTo>
                <a:lnTo>
                  <a:pt x="312547" y="91440"/>
                </a:lnTo>
                <a:lnTo>
                  <a:pt x="317703" y="97332"/>
                </a:lnTo>
                <a:lnTo>
                  <a:pt x="319532" y="105410"/>
                </a:lnTo>
                <a:lnTo>
                  <a:pt x="319532" y="65570"/>
                </a:lnTo>
                <a:lnTo>
                  <a:pt x="317207" y="64401"/>
                </a:lnTo>
                <a:lnTo>
                  <a:pt x="294132" y="61214"/>
                </a:lnTo>
                <a:lnTo>
                  <a:pt x="271056" y="64401"/>
                </a:lnTo>
                <a:lnTo>
                  <a:pt x="252984" y="73406"/>
                </a:lnTo>
                <a:lnTo>
                  <a:pt x="241198" y="87363"/>
                </a:lnTo>
                <a:lnTo>
                  <a:pt x="241084" y="87833"/>
                </a:lnTo>
                <a:lnTo>
                  <a:pt x="236982" y="105410"/>
                </a:lnTo>
                <a:lnTo>
                  <a:pt x="239864" y="120319"/>
                </a:lnTo>
                <a:lnTo>
                  <a:pt x="248031" y="132689"/>
                </a:lnTo>
                <a:lnTo>
                  <a:pt x="260769" y="141947"/>
                </a:lnTo>
                <a:lnTo>
                  <a:pt x="277368" y="147574"/>
                </a:lnTo>
                <a:lnTo>
                  <a:pt x="277368" y="167386"/>
                </a:lnTo>
                <a:lnTo>
                  <a:pt x="247624" y="167830"/>
                </a:lnTo>
                <a:lnTo>
                  <a:pt x="220713" y="167830"/>
                </a:lnTo>
                <a:lnTo>
                  <a:pt x="224790" y="195072"/>
                </a:lnTo>
                <a:lnTo>
                  <a:pt x="256679" y="194919"/>
                </a:lnTo>
                <a:lnTo>
                  <a:pt x="291909" y="193865"/>
                </a:lnTo>
                <a:lnTo>
                  <a:pt x="328955" y="190995"/>
                </a:lnTo>
                <a:lnTo>
                  <a:pt x="366268" y="185420"/>
                </a:lnTo>
                <a:close/>
              </a:path>
              <a:path w="659129" h="234315">
                <a:moveTo>
                  <a:pt x="438404" y="95250"/>
                </a:moveTo>
                <a:lnTo>
                  <a:pt x="409194" y="95250"/>
                </a:lnTo>
                <a:lnTo>
                  <a:pt x="409194" y="0"/>
                </a:lnTo>
                <a:lnTo>
                  <a:pt x="375666" y="0"/>
                </a:lnTo>
                <a:lnTo>
                  <a:pt x="375666" y="233934"/>
                </a:lnTo>
                <a:lnTo>
                  <a:pt x="409194" y="233934"/>
                </a:lnTo>
                <a:lnTo>
                  <a:pt x="409194" y="122936"/>
                </a:lnTo>
                <a:lnTo>
                  <a:pt x="438404" y="122936"/>
                </a:lnTo>
                <a:lnTo>
                  <a:pt x="438404" y="95250"/>
                </a:lnTo>
                <a:close/>
              </a:path>
              <a:path w="659129" h="234315">
                <a:moveTo>
                  <a:pt x="636790" y="71120"/>
                </a:moveTo>
                <a:lnTo>
                  <a:pt x="506222" y="71120"/>
                </a:lnTo>
                <a:lnTo>
                  <a:pt x="506222" y="59690"/>
                </a:lnTo>
                <a:lnTo>
                  <a:pt x="632726" y="59690"/>
                </a:lnTo>
                <a:lnTo>
                  <a:pt x="632726" y="38100"/>
                </a:lnTo>
                <a:lnTo>
                  <a:pt x="632726" y="26670"/>
                </a:lnTo>
                <a:lnTo>
                  <a:pt x="632726" y="3810"/>
                </a:lnTo>
                <a:lnTo>
                  <a:pt x="472694" y="3810"/>
                </a:lnTo>
                <a:lnTo>
                  <a:pt x="472694" y="26670"/>
                </a:lnTo>
                <a:lnTo>
                  <a:pt x="599706" y="26670"/>
                </a:lnTo>
                <a:lnTo>
                  <a:pt x="599706" y="38100"/>
                </a:lnTo>
                <a:lnTo>
                  <a:pt x="473202" y="38100"/>
                </a:lnTo>
                <a:lnTo>
                  <a:pt x="473202" y="59690"/>
                </a:lnTo>
                <a:lnTo>
                  <a:pt x="473202" y="71120"/>
                </a:lnTo>
                <a:lnTo>
                  <a:pt x="473202" y="93980"/>
                </a:lnTo>
                <a:lnTo>
                  <a:pt x="636790" y="93980"/>
                </a:lnTo>
                <a:lnTo>
                  <a:pt x="636790" y="71120"/>
                </a:lnTo>
                <a:close/>
              </a:path>
              <a:path w="659129" h="234315">
                <a:moveTo>
                  <a:pt x="639838" y="209550"/>
                </a:moveTo>
                <a:lnTo>
                  <a:pt x="504190" y="209550"/>
                </a:lnTo>
                <a:lnTo>
                  <a:pt x="504190" y="196850"/>
                </a:lnTo>
                <a:lnTo>
                  <a:pt x="633488" y="196850"/>
                </a:lnTo>
                <a:lnTo>
                  <a:pt x="633488" y="175260"/>
                </a:lnTo>
                <a:lnTo>
                  <a:pt x="633488" y="163830"/>
                </a:lnTo>
                <a:lnTo>
                  <a:pt x="633488" y="140970"/>
                </a:lnTo>
                <a:lnTo>
                  <a:pt x="470662" y="140970"/>
                </a:lnTo>
                <a:lnTo>
                  <a:pt x="470662" y="163830"/>
                </a:lnTo>
                <a:lnTo>
                  <a:pt x="600214" y="163830"/>
                </a:lnTo>
                <a:lnTo>
                  <a:pt x="600214" y="175260"/>
                </a:lnTo>
                <a:lnTo>
                  <a:pt x="470916" y="175260"/>
                </a:lnTo>
                <a:lnTo>
                  <a:pt x="470916" y="196850"/>
                </a:lnTo>
                <a:lnTo>
                  <a:pt x="470916" y="209550"/>
                </a:lnTo>
                <a:lnTo>
                  <a:pt x="470916" y="232410"/>
                </a:lnTo>
                <a:lnTo>
                  <a:pt x="639838" y="232410"/>
                </a:lnTo>
                <a:lnTo>
                  <a:pt x="639838" y="209550"/>
                </a:lnTo>
                <a:close/>
              </a:path>
              <a:path w="659129" h="234315">
                <a:moveTo>
                  <a:pt x="658634" y="105156"/>
                </a:moveTo>
                <a:lnTo>
                  <a:pt x="446786" y="105156"/>
                </a:lnTo>
                <a:lnTo>
                  <a:pt x="446786" y="129286"/>
                </a:lnTo>
                <a:lnTo>
                  <a:pt x="658634" y="129286"/>
                </a:lnTo>
                <a:lnTo>
                  <a:pt x="658634" y="105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5309" y="8210618"/>
            <a:ext cx="415549" cy="233936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8458086" y="8210625"/>
            <a:ext cx="659130" cy="234315"/>
          </a:xfrm>
          <a:custGeom>
            <a:avLst/>
            <a:gdLst/>
            <a:ahLst/>
            <a:cxnLst/>
            <a:rect l="l" t="t" r="r" b="b"/>
            <a:pathLst>
              <a:path w="659129" h="234315">
                <a:moveTo>
                  <a:pt x="197104" y="207264"/>
                </a:moveTo>
                <a:lnTo>
                  <a:pt x="163715" y="199491"/>
                </a:lnTo>
                <a:lnTo>
                  <a:pt x="149682" y="191770"/>
                </a:lnTo>
                <a:lnTo>
                  <a:pt x="140550" y="186753"/>
                </a:lnTo>
                <a:lnTo>
                  <a:pt x="127063" y="170688"/>
                </a:lnTo>
                <a:lnTo>
                  <a:pt x="122682" y="152908"/>
                </a:lnTo>
                <a:lnTo>
                  <a:pt x="122682" y="148590"/>
                </a:lnTo>
                <a:lnTo>
                  <a:pt x="88392" y="148590"/>
                </a:lnTo>
                <a:lnTo>
                  <a:pt x="88392" y="152908"/>
                </a:lnTo>
                <a:lnTo>
                  <a:pt x="84048" y="170688"/>
                </a:lnTo>
                <a:lnTo>
                  <a:pt x="70573" y="186753"/>
                </a:lnTo>
                <a:lnTo>
                  <a:pt x="47345" y="199491"/>
                </a:lnTo>
                <a:lnTo>
                  <a:pt x="13716" y="207264"/>
                </a:lnTo>
                <a:lnTo>
                  <a:pt x="26162" y="232918"/>
                </a:lnTo>
                <a:lnTo>
                  <a:pt x="52654" y="227317"/>
                </a:lnTo>
                <a:lnTo>
                  <a:pt x="74866" y="218351"/>
                </a:lnTo>
                <a:lnTo>
                  <a:pt x="92595" y="206375"/>
                </a:lnTo>
                <a:lnTo>
                  <a:pt x="105664" y="191770"/>
                </a:lnTo>
                <a:lnTo>
                  <a:pt x="118579" y="206375"/>
                </a:lnTo>
                <a:lnTo>
                  <a:pt x="136232" y="218351"/>
                </a:lnTo>
                <a:lnTo>
                  <a:pt x="158419" y="227317"/>
                </a:lnTo>
                <a:lnTo>
                  <a:pt x="184912" y="232918"/>
                </a:lnTo>
                <a:lnTo>
                  <a:pt x="197104" y="207264"/>
                </a:lnTo>
                <a:close/>
              </a:path>
              <a:path w="659129" h="234315">
                <a:moveTo>
                  <a:pt x="211328" y="111252"/>
                </a:moveTo>
                <a:lnTo>
                  <a:pt x="122428" y="111252"/>
                </a:lnTo>
                <a:lnTo>
                  <a:pt x="122428" y="90424"/>
                </a:lnTo>
                <a:lnTo>
                  <a:pt x="184658" y="90424"/>
                </a:lnTo>
                <a:lnTo>
                  <a:pt x="184658" y="64262"/>
                </a:lnTo>
                <a:lnTo>
                  <a:pt x="184658" y="35306"/>
                </a:lnTo>
                <a:lnTo>
                  <a:pt x="184658" y="9144"/>
                </a:lnTo>
                <a:lnTo>
                  <a:pt x="151638" y="9144"/>
                </a:lnTo>
                <a:lnTo>
                  <a:pt x="151638" y="35306"/>
                </a:lnTo>
                <a:lnTo>
                  <a:pt x="151638" y="64262"/>
                </a:lnTo>
                <a:lnTo>
                  <a:pt x="58928" y="64262"/>
                </a:lnTo>
                <a:lnTo>
                  <a:pt x="58928" y="35306"/>
                </a:lnTo>
                <a:lnTo>
                  <a:pt x="151638" y="35306"/>
                </a:lnTo>
                <a:lnTo>
                  <a:pt x="151638" y="9144"/>
                </a:lnTo>
                <a:lnTo>
                  <a:pt x="25908" y="9144"/>
                </a:lnTo>
                <a:lnTo>
                  <a:pt x="25908" y="90424"/>
                </a:lnTo>
                <a:lnTo>
                  <a:pt x="88900" y="90424"/>
                </a:lnTo>
                <a:lnTo>
                  <a:pt x="88900" y="111252"/>
                </a:lnTo>
                <a:lnTo>
                  <a:pt x="0" y="111252"/>
                </a:lnTo>
                <a:lnTo>
                  <a:pt x="0" y="137668"/>
                </a:lnTo>
                <a:lnTo>
                  <a:pt x="211328" y="137668"/>
                </a:lnTo>
                <a:lnTo>
                  <a:pt x="211328" y="111252"/>
                </a:lnTo>
                <a:close/>
              </a:path>
              <a:path w="659129" h="234315">
                <a:moveTo>
                  <a:pt x="350012" y="130048"/>
                </a:moveTo>
                <a:lnTo>
                  <a:pt x="345554" y="107645"/>
                </a:lnTo>
                <a:lnTo>
                  <a:pt x="341325" y="101600"/>
                </a:lnTo>
                <a:lnTo>
                  <a:pt x="333222" y="90043"/>
                </a:lnTo>
                <a:lnTo>
                  <a:pt x="318262" y="80835"/>
                </a:lnTo>
                <a:lnTo>
                  <a:pt x="318262" y="130048"/>
                </a:lnTo>
                <a:lnTo>
                  <a:pt x="318223" y="130302"/>
                </a:lnTo>
                <a:lnTo>
                  <a:pt x="316230" y="142138"/>
                </a:lnTo>
                <a:lnTo>
                  <a:pt x="310578" y="151168"/>
                </a:lnTo>
                <a:lnTo>
                  <a:pt x="301967" y="156806"/>
                </a:lnTo>
                <a:lnTo>
                  <a:pt x="291084" y="158750"/>
                </a:lnTo>
                <a:lnTo>
                  <a:pt x="280149" y="156806"/>
                </a:lnTo>
                <a:lnTo>
                  <a:pt x="271437" y="151168"/>
                </a:lnTo>
                <a:lnTo>
                  <a:pt x="265709" y="142138"/>
                </a:lnTo>
                <a:lnTo>
                  <a:pt x="263652" y="130302"/>
                </a:lnTo>
                <a:lnTo>
                  <a:pt x="263690" y="130048"/>
                </a:lnTo>
                <a:lnTo>
                  <a:pt x="265785" y="118211"/>
                </a:lnTo>
                <a:lnTo>
                  <a:pt x="271513" y="109258"/>
                </a:lnTo>
                <a:lnTo>
                  <a:pt x="280174" y="103581"/>
                </a:lnTo>
                <a:lnTo>
                  <a:pt x="291084" y="101600"/>
                </a:lnTo>
                <a:lnTo>
                  <a:pt x="301967" y="103581"/>
                </a:lnTo>
                <a:lnTo>
                  <a:pt x="310578" y="109258"/>
                </a:lnTo>
                <a:lnTo>
                  <a:pt x="316230" y="118211"/>
                </a:lnTo>
                <a:lnTo>
                  <a:pt x="318262" y="130048"/>
                </a:lnTo>
                <a:lnTo>
                  <a:pt x="318262" y="80835"/>
                </a:lnTo>
                <a:lnTo>
                  <a:pt x="314540" y="78536"/>
                </a:lnTo>
                <a:lnTo>
                  <a:pt x="291084" y="74422"/>
                </a:lnTo>
                <a:lnTo>
                  <a:pt x="267436" y="78536"/>
                </a:lnTo>
                <a:lnTo>
                  <a:pt x="248602" y="90043"/>
                </a:lnTo>
                <a:lnTo>
                  <a:pt x="236143" y="107645"/>
                </a:lnTo>
                <a:lnTo>
                  <a:pt x="231648" y="130048"/>
                </a:lnTo>
                <a:lnTo>
                  <a:pt x="231698" y="130302"/>
                </a:lnTo>
                <a:lnTo>
                  <a:pt x="236143" y="152755"/>
                </a:lnTo>
                <a:lnTo>
                  <a:pt x="248602" y="170497"/>
                </a:lnTo>
                <a:lnTo>
                  <a:pt x="267436" y="182054"/>
                </a:lnTo>
                <a:lnTo>
                  <a:pt x="291084" y="186182"/>
                </a:lnTo>
                <a:lnTo>
                  <a:pt x="314540" y="182054"/>
                </a:lnTo>
                <a:lnTo>
                  <a:pt x="333222" y="170497"/>
                </a:lnTo>
                <a:lnTo>
                  <a:pt x="341388" y="158750"/>
                </a:lnTo>
                <a:lnTo>
                  <a:pt x="345554" y="152755"/>
                </a:lnTo>
                <a:lnTo>
                  <a:pt x="350012" y="130048"/>
                </a:lnTo>
                <a:close/>
              </a:path>
              <a:path w="659129" h="234315">
                <a:moveTo>
                  <a:pt x="358394" y="34544"/>
                </a:moveTo>
                <a:lnTo>
                  <a:pt x="307594" y="34544"/>
                </a:lnTo>
                <a:lnTo>
                  <a:pt x="307594" y="4064"/>
                </a:lnTo>
                <a:lnTo>
                  <a:pt x="274066" y="4064"/>
                </a:lnTo>
                <a:lnTo>
                  <a:pt x="274066" y="34544"/>
                </a:lnTo>
                <a:lnTo>
                  <a:pt x="222250" y="34544"/>
                </a:lnTo>
                <a:lnTo>
                  <a:pt x="222250" y="61214"/>
                </a:lnTo>
                <a:lnTo>
                  <a:pt x="358394" y="61214"/>
                </a:lnTo>
                <a:lnTo>
                  <a:pt x="358394" y="34544"/>
                </a:lnTo>
                <a:close/>
              </a:path>
              <a:path w="659129" h="234315">
                <a:moveTo>
                  <a:pt x="440690" y="91440"/>
                </a:moveTo>
                <a:lnTo>
                  <a:pt x="407162" y="91440"/>
                </a:lnTo>
                <a:lnTo>
                  <a:pt x="407162" y="0"/>
                </a:lnTo>
                <a:lnTo>
                  <a:pt x="373634" y="0"/>
                </a:lnTo>
                <a:lnTo>
                  <a:pt x="373634" y="233934"/>
                </a:lnTo>
                <a:lnTo>
                  <a:pt x="407162" y="233934"/>
                </a:lnTo>
                <a:lnTo>
                  <a:pt x="407162" y="119126"/>
                </a:lnTo>
                <a:lnTo>
                  <a:pt x="440690" y="119126"/>
                </a:lnTo>
                <a:lnTo>
                  <a:pt x="440690" y="91440"/>
                </a:lnTo>
                <a:close/>
              </a:path>
              <a:path w="659129" h="234315">
                <a:moveTo>
                  <a:pt x="635508" y="63500"/>
                </a:moveTo>
                <a:lnTo>
                  <a:pt x="506730" y="63500"/>
                </a:lnTo>
                <a:lnTo>
                  <a:pt x="506730" y="8890"/>
                </a:lnTo>
                <a:lnTo>
                  <a:pt x="473202" y="8890"/>
                </a:lnTo>
                <a:lnTo>
                  <a:pt x="473202" y="63500"/>
                </a:lnTo>
                <a:lnTo>
                  <a:pt x="473202" y="90170"/>
                </a:lnTo>
                <a:lnTo>
                  <a:pt x="635508" y="90170"/>
                </a:lnTo>
                <a:lnTo>
                  <a:pt x="635508" y="63500"/>
                </a:lnTo>
                <a:close/>
              </a:path>
              <a:path w="659129" h="234315">
                <a:moveTo>
                  <a:pt x="636778" y="201930"/>
                </a:moveTo>
                <a:lnTo>
                  <a:pt x="504698" y="201930"/>
                </a:lnTo>
                <a:lnTo>
                  <a:pt x="504698" y="158750"/>
                </a:lnTo>
                <a:lnTo>
                  <a:pt x="470916" y="158750"/>
                </a:lnTo>
                <a:lnTo>
                  <a:pt x="470916" y="201930"/>
                </a:lnTo>
                <a:lnTo>
                  <a:pt x="470916" y="228600"/>
                </a:lnTo>
                <a:lnTo>
                  <a:pt x="636778" y="228600"/>
                </a:lnTo>
                <a:lnTo>
                  <a:pt x="636778" y="201930"/>
                </a:lnTo>
                <a:close/>
              </a:path>
              <a:path w="659129" h="234315">
                <a:moveTo>
                  <a:pt x="658876" y="113792"/>
                </a:moveTo>
                <a:lnTo>
                  <a:pt x="447040" y="113792"/>
                </a:lnTo>
                <a:lnTo>
                  <a:pt x="447040" y="140716"/>
                </a:lnTo>
                <a:lnTo>
                  <a:pt x="658876" y="140716"/>
                </a:lnTo>
                <a:lnTo>
                  <a:pt x="658876" y="113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9172554" y="8210364"/>
            <a:ext cx="889635" cy="234950"/>
            <a:chOff x="9172554" y="8210364"/>
            <a:chExt cx="889635" cy="234950"/>
          </a:xfrm>
        </p:grpSpPr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72554" y="8210364"/>
              <a:ext cx="427741" cy="23419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30014" y="8210364"/>
              <a:ext cx="432059" cy="234698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17600" y="8216714"/>
            <a:ext cx="434853" cy="22784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09795" y="8210364"/>
            <a:ext cx="437647" cy="2336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116196" y="2110037"/>
            <a:ext cx="5050790" cy="625475"/>
            <a:chOff x="1116196" y="2110037"/>
            <a:chExt cx="5050790" cy="625475"/>
          </a:xfrm>
        </p:grpSpPr>
        <p:sp>
          <p:nvSpPr>
            <p:cNvPr id="4" name="object 4" descr=""/>
            <p:cNvSpPr/>
            <p:nvPr/>
          </p:nvSpPr>
          <p:spPr>
            <a:xfrm>
              <a:off x="1116196" y="2111285"/>
              <a:ext cx="5050790" cy="624205"/>
            </a:xfrm>
            <a:custGeom>
              <a:avLst/>
              <a:gdLst/>
              <a:ahLst/>
              <a:cxnLst/>
              <a:rect l="l" t="t" r="r" b="b"/>
              <a:pathLst>
                <a:path w="5050790" h="624205">
                  <a:moveTo>
                    <a:pt x="5012485" y="624000"/>
                  </a:moveTo>
                  <a:lnTo>
                    <a:pt x="38132" y="624000"/>
                  </a:lnTo>
                  <a:lnTo>
                    <a:pt x="23295" y="620295"/>
                  </a:lnTo>
                  <a:lnTo>
                    <a:pt x="11174" y="610194"/>
                  </a:lnTo>
                  <a:lnTo>
                    <a:pt x="2998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998" y="28782"/>
                  </a:lnTo>
                  <a:lnTo>
                    <a:pt x="11174" y="13806"/>
                  </a:lnTo>
                  <a:lnTo>
                    <a:pt x="23295" y="3705"/>
                  </a:lnTo>
                  <a:lnTo>
                    <a:pt x="38132" y="0"/>
                  </a:lnTo>
                  <a:lnTo>
                    <a:pt x="5012485" y="0"/>
                  </a:lnTo>
                  <a:lnTo>
                    <a:pt x="5027321" y="3705"/>
                  </a:lnTo>
                  <a:lnTo>
                    <a:pt x="5039442" y="13806"/>
                  </a:lnTo>
                  <a:lnTo>
                    <a:pt x="5047618" y="28782"/>
                  </a:lnTo>
                  <a:lnTo>
                    <a:pt x="5050617" y="47112"/>
                  </a:lnTo>
                  <a:lnTo>
                    <a:pt x="5050617" y="576888"/>
                  </a:lnTo>
                  <a:lnTo>
                    <a:pt x="5047618" y="595218"/>
                  </a:lnTo>
                  <a:lnTo>
                    <a:pt x="5039442" y="610194"/>
                  </a:lnTo>
                  <a:lnTo>
                    <a:pt x="5027321" y="620295"/>
                  </a:lnTo>
                  <a:lnTo>
                    <a:pt x="5012485" y="624000"/>
                  </a:lnTo>
                  <a:close/>
                </a:path>
              </a:pathLst>
            </a:custGeom>
            <a:solidFill>
              <a:srgbClr val="FFCD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6196" y="2110037"/>
              <a:ext cx="135255" cy="624205"/>
            </a:xfrm>
            <a:custGeom>
              <a:avLst/>
              <a:gdLst/>
              <a:ahLst/>
              <a:cxnLst/>
              <a:rect l="l" t="t" r="r" b="b"/>
              <a:pathLst>
                <a:path w="135255" h="624205">
                  <a:moveTo>
                    <a:pt x="96550" y="624000"/>
                  </a:moveTo>
                  <a:lnTo>
                    <a:pt x="38132" y="624000"/>
                  </a:lnTo>
                  <a:lnTo>
                    <a:pt x="23295" y="620295"/>
                  </a:lnTo>
                  <a:lnTo>
                    <a:pt x="11174" y="610194"/>
                  </a:lnTo>
                  <a:lnTo>
                    <a:pt x="2998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998" y="28782"/>
                  </a:lnTo>
                  <a:lnTo>
                    <a:pt x="11174" y="13806"/>
                  </a:lnTo>
                  <a:lnTo>
                    <a:pt x="23295" y="3705"/>
                  </a:lnTo>
                  <a:lnTo>
                    <a:pt x="38132" y="0"/>
                  </a:lnTo>
                  <a:lnTo>
                    <a:pt x="96550" y="0"/>
                  </a:lnTo>
                  <a:lnTo>
                    <a:pt x="111387" y="3705"/>
                  </a:lnTo>
                  <a:lnTo>
                    <a:pt x="123508" y="13806"/>
                  </a:lnTo>
                  <a:lnTo>
                    <a:pt x="131684" y="28782"/>
                  </a:lnTo>
                  <a:lnTo>
                    <a:pt x="134683" y="47112"/>
                  </a:lnTo>
                  <a:lnTo>
                    <a:pt x="134683" y="576888"/>
                  </a:lnTo>
                  <a:lnTo>
                    <a:pt x="131684" y="595218"/>
                  </a:lnTo>
                  <a:lnTo>
                    <a:pt x="123508" y="610194"/>
                  </a:lnTo>
                  <a:lnTo>
                    <a:pt x="111387" y="620295"/>
                  </a:lnTo>
                  <a:lnTo>
                    <a:pt x="96550" y="624000"/>
                  </a:lnTo>
                  <a:close/>
                </a:path>
              </a:pathLst>
            </a:custGeom>
            <a:solidFill>
              <a:srgbClr val="FD9F2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1961" y="3165673"/>
            <a:ext cx="11744077" cy="461241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212201" y="8077831"/>
            <a:ext cx="9544685" cy="495934"/>
            <a:chOff x="4212201" y="8077831"/>
            <a:chExt cx="9544685" cy="495934"/>
          </a:xfrm>
        </p:grpSpPr>
        <p:sp>
          <p:nvSpPr>
            <p:cNvPr id="8" name="object 8" descr=""/>
            <p:cNvSpPr/>
            <p:nvPr/>
          </p:nvSpPr>
          <p:spPr>
            <a:xfrm>
              <a:off x="4212201" y="8078821"/>
              <a:ext cx="9544685" cy="495300"/>
            </a:xfrm>
            <a:custGeom>
              <a:avLst/>
              <a:gdLst/>
              <a:ahLst/>
              <a:cxnLst/>
              <a:rect l="l" t="t" r="r" b="b"/>
              <a:pathLst>
                <a:path w="9544685" h="495300">
                  <a:moveTo>
                    <a:pt x="9472006" y="494898"/>
                  </a:moveTo>
                  <a:lnTo>
                    <a:pt x="72057" y="494898"/>
                  </a:lnTo>
                  <a:lnTo>
                    <a:pt x="44021" y="491960"/>
                  </a:lnTo>
                  <a:lnTo>
                    <a:pt x="21116" y="483949"/>
                  </a:lnTo>
                  <a:lnTo>
                    <a:pt x="5666" y="472071"/>
                  </a:lnTo>
                  <a:lnTo>
                    <a:pt x="0" y="457534"/>
                  </a:lnTo>
                  <a:lnTo>
                    <a:pt x="0" y="37364"/>
                  </a:lnTo>
                  <a:lnTo>
                    <a:pt x="5666" y="22827"/>
                  </a:lnTo>
                  <a:lnTo>
                    <a:pt x="21116" y="10949"/>
                  </a:lnTo>
                  <a:lnTo>
                    <a:pt x="44021" y="2938"/>
                  </a:lnTo>
                  <a:lnTo>
                    <a:pt x="72057" y="0"/>
                  </a:lnTo>
                  <a:lnTo>
                    <a:pt x="9472006" y="0"/>
                  </a:lnTo>
                  <a:lnTo>
                    <a:pt x="9500042" y="2938"/>
                  </a:lnTo>
                  <a:lnTo>
                    <a:pt x="9522948" y="10949"/>
                  </a:lnTo>
                  <a:lnTo>
                    <a:pt x="9538397" y="22827"/>
                  </a:lnTo>
                  <a:lnTo>
                    <a:pt x="9544064" y="37364"/>
                  </a:lnTo>
                  <a:lnTo>
                    <a:pt x="9544064" y="457534"/>
                  </a:lnTo>
                  <a:lnTo>
                    <a:pt x="9538397" y="472071"/>
                  </a:lnTo>
                  <a:lnTo>
                    <a:pt x="9522948" y="483949"/>
                  </a:lnTo>
                  <a:lnTo>
                    <a:pt x="9500042" y="491960"/>
                  </a:lnTo>
                  <a:lnTo>
                    <a:pt x="9472006" y="494898"/>
                  </a:lnTo>
                  <a:close/>
                </a:path>
              </a:pathLst>
            </a:custGeom>
            <a:solidFill>
              <a:srgbClr val="B8E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212201" y="8077831"/>
              <a:ext cx="254635" cy="495300"/>
            </a:xfrm>
            <a:custGeom>
              <a:avLst/>
              <a:gdLst/>
              <a:ahLst/>
              <a:cxnLst/>
              <a:rect l="l" t="t" r="r" b="b"/>
              <a:pathLst>
                <a:path w="254635" h="495300">
                  <a:moveTo>
                    <a:pt x="182450" y="494898"/>
                  </a:moveTo>
                  <a:lnTo>
                    <a:pt x="72057" y="494898"/>
                  </a:lnTo>
                  <a:lnTo>
                    <a:pt x="44021" y="491960"/>
                  </a:lnTo>
                  <a:lnTo>
                    <a:pt x="21116" y="483949"/>
                  </a:lnTo>
                  <a:lnTo>
                    <a:pt x="5666" y="472071"/>
                  </a:lnTo>
                  <a:lnTo>
                    <a:pt x="0" y="457534"/>
                  </a:lnTo>
                  <a:lnTo>
                    <a:pt x="0" y="37364"/>
                  </a:lnTo>
                  <a:lnTo>
                    <a:pt x="5666" y="22827"/>
                  </a:lnTo>
                  <a:lnTo>
                    <a:pt x="21116" y="10949"/>
                  </a:lnTo>
                  <a:lnTo>
                    <a:pt x="44021" y="2938"/>
                  </a:lnTo>
                  <a:lnTo>
                    <a:pt x="72057" y="0"/>
                  </a:lnTo>
                  <a:lnTo>
                    <a:pt x="182450" y="0"/>
                  </a:lnTo>
                  <a:lnTo>
                    <a:pt x="210486" y="2938"/>
                  </a:lnTo>
                  <a:lnTo>
                    <a:pt x="233392" y="10949"/>
                  </a:lnTo>
                  <a:lnTo>
                    <a:pt x="248841" y="22827"/>
                  </a:lnTo>
                  <a:lnTo>
                    <a:pt x="254508" y="37364"/>
                  </a:lnTo>
                  <a:lnTo>
                    <a:pt x="254508" y="457534"/>
                  </a:lnTo>
                  <a:lnTo>
                    <a:pt x="248841" y="472071"/>
                  </a:lnTo>
                  <a:lnTo>
                    <a:pt x="233392" y="483949"/>
                  </a:lnTo>
                  <a:lnTo>
                    <a:pt x="210486" y="491960"/>
                  </a:lnTo>
                  <a:lnTo>
                    <a:pt x="182450" y="494898"/>
                  </a:lnTo>
                  <a:close/>
                </a:path>
              </a:pathLst>
            </a:custGeom>
            <a:solidFill>
              <a:srgbClr val="82CB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140637" y="1436560"/>
            <a:ext cx="756285" cy="409575"/>
          </a:xfrm>
          <a:custGeom>
            <a:avLst/>
            <a:gdLst/>
            <a:ahLst/>
            <a:cxnLst/>
            <a:rect l="l" t="t" r="r" b="b"/>
            <a:pathLst>
              <a:path w="756285" h="409575">
                <a:moveTo>
                  <a:pt x="336931" y="0"/>
                </a:moveTo>
                <a:lnTo>
                  <a:pt x="278257" y="0"/>
                </a:lnTo>
                <a:lnTo>
                  <a:pt x="278257" y="56896"/>
                </a:lnTo>
                <a:lnTo>
                  <a:pt x="278257" y="103568"/>
                </a:lnTo>
                <a:lnTo>
                  <a:pt x="278257" y="156464"/>
                </a:lnTo>
                <a:lnTo>
                  <a:pt x="212471" y="156464"/>
                </a:lnTo>
                <a:lnTo>
                  <a:pt x="213893" y="150241"/>
                </a:lnTo>
                <a:lnTo>
                  <a:pt x="214858" y="143687"/>
                </a:lnTo>
                <a:lnTo>
                  <a:pt x="215404" y="136969"/>
                </a:lnTo>
                <a:lnTo>
                  <a:pt x="215582" y="130238"/>
                </a:lnTo>
                <a:lnTo>
                  <a:pt x="215353" y="123329"/>
                </a:lnTo>
                <a:lnTo>
                  <a:pt x="214693" y="116573"/>
                </a:lnTo>
                <a:lnTo>
                  <a:pt x="213702" y="109994"/>
                </a:lnTo>
                <a:lnTo>
                  <a:pt x="212471" y="103568"/>
                </a:lnTo>
                <a:lnTo>
                  <a:pt x="278257" y="103568"/>
                </a:lnTo>
                <a:lnTo>
                  <a:pt x="278257" y="56896"/>
                </a:lnTo>
                <a:lnTo>
                  <a:pt x="187134" y="56896"/>
                </a:lnTo>
                <a:lnTo>
                  <a:pt x="170764" y="43205"/>
                </a:lnTo>
                <a:lnTo>
                  <a:pt x="160020" y="37414"/>
                </a:lnTo>
                <a:lnTo>
                  <a:pt x="160020" y="130238"/>
                </a:lnTo>
                <a:lnTo>
                  <a:pt x="156070" y="153289"/>
                </a:lnTo>
                <a:lnTo>
                  <a:pt x="145135" y="170637"/>
                </a:lnTo>
                <a:lnTo>
                  <a:pt x="128511" y="181559"/>
                </a:lnTo>
                <a:lnTo>
                  <a:pt x="107569" y="185356"/>
                </a:lnTo>
                <a:lnTo>
                  <a:pt x="86880" y="181559"/>
                </a:lnTo>
                <a:lnTo>
                  <a:pt x="70396" y="170637"/>
                </a:lnTo>
                <a:lnTo>
                  <a:pt x="59499" y="153289"/>
                </a:lnTo>
                <a:lnTo>
                  <a:pt x="55562" y="130238"/>
                </a:lnTo>
                <a:lnTo>
                  <a:pt x="59499" y="107442"/>
                </a:lnTo>
                <a:lnTo>
                  <a:pt x="70396" y="90233"/>
                </a:lnTo>
                <a:lnTo>
                  <a:pt x="86880" y="79362"/>
                </a:lnTo>
                <a:lnTo>
                  <a:pt x="107569" y="75565"/>
                </a:lnTo>
                <a:lnTo>
                  <a:pt x="128511" y="79362"/>
                </a:lnTo>
                <a:lnTo>
                  <a:pt x="145135" y="90233"/>
                </a:lnTo>
                <a:lnTo>
                  <a:pt x="156070" y="107442"/>
                </a:lnTo>
                <a:lnTo>
                  <a:pt x="160020" y="130238"/>
                </a:lnTo>
                <a:lnTo>
                  <a:pt x="160020" y="37414"/>
                </a:lnTo>
                <a:lnTo>
                  <a:pt x="151853" y="33007"/>
                </a:lnTo>
                <a:lnTo>
                  <a:pt x="130695" y="26644"/>
                </a:lnTo>
                <a:lnTo>
                  <a:pt x="107569" y="24447"/>
                </a:lnTo>
                <a:lnTo>
                  <a:pt x="65252" y="32410"/>
                </a:lnTo>
                <a:lnTo>
                  <a:pt x="31115" y="54508"/>
                </a:lnTo>
                <a:lnTo>
                  <a:pt x="8305" y="88023"/>
                </a:lnTo>
                <a:lnTo>
                  <a:pt x="0" y="130238"/>
                </a:lnTo>
                <a:lnTo>
                  <a:pt x="8305" y="172720"/>
                </a:lnTo>
                <a:lnTo>
                  <a:pt x="31115" y="206362"/>
                </a:lnTo>
                <a:lnTo>
                  <a:pt x="65252" y="228498"/>
                </a:lnTo>
                <a:lnTo>
                  <a:pt x="107569" y="236474"/>
                </a:lnTo>
                <a:lnTo>
                  <a:pt x="130835" y="234200"/>
                </a:lnTo>
                <a:lnTo>
                  <a:pt x="152298" y="227647"/>
                </a:lnTo>
                <a:lnTo>
                  <a:pt x="171513" y="217157"/>
                </a:lnTo>
                <a:lnTo>
                  <a:pt x="188023" y="203136"/>
                </a:lnTo>
                <a:lnTo>
                  <a:pt x="278257" y="203136"/>
                </a:lnTo>
                <a:lnTo>
                  <a:pt x="278257" y="299593"/>
                </a:lnTo>
                <a:lnTo>
                  <a:pt x="336931" y="299593"/>
                </a:lnTo>
                <a:lnTo>
                  <a:pt x="336931" y="203136"/>
                </a:lnTo>
                <a:lnTo>
                  <a:pt x="336931" y="185356"/>
                </a:lnTo>
                <a:lnTo>
                  <a:pt x="336931" y="156464"/>
                </a:lnTo>
                <a:lnTo>
                  <a:pt x="336931" y="103568"/>
                </a:lnTo>
                <a:lnTo>
                  <a:pt x="336931" y="75565"/>
                </a:lnTo>
                <a:lnTo>
                  <a:pt x="336931" y="56896"/>
                </a:lnTo>
                <a:lnTo>
                  <a:pt x="336931" y="0"/>
                </a:lnTo>
                <a:close/>
              </a:path>
              <a:path w="756285" h="409575">
                <a:moveTo>
                  <a:pt x="346265" y="355600"/>
                </a:moveTo>
                <a:lnTo>
                  <a:pt x="125793" y="355600"/>
                </a:lnTo>
                <a:lnTo>
                  <a:pt x="125793" y="270256"/>
                </a:lnTo>
                <a:lnTo>
                  <a:pt x="67119" y="270256"/>
                </a:lnTo>
                <a:lnTo>
                  <a:pt x="67119" y="402272"/>
                </a:lnTo>
                <a:lnTo>
                  <a:pt x="346265" y="402272"/>
                </a:lnTo>
                <a:lnTo>
                  <a:pt x="346265" y="355600"/>
                </a:lnTo>
                <a:close/>
              </a:path>
              <a:path w="756285" h="409575">
                <a:moveTo>
                  <a:pt x="756094" y="197802"/>
                </a:moveTo>
                <a:lnTo>
                  <a:pt x="702310" y="197802"/>
                </a:lnTo>
                <a:lnTo>
                  <a:pt x="708228" y="157530"/>
                </a:lnTo>
                <a:lnTo>
                  <a:pt x="711263" y="121958"/>
                </a:lnTo>
                <a:lnTo>
                  <a:pt x="712381" y="89979"/>
                </a:lnTo>
                <a:lnTo>
                  <a:pt x="712533" y="23558"/>
                </a:lnTo>
                <a:lnTo>
                  <a:pt x="428498" y="23558"/>
                </a:lnTo>
                <a:lnTo>
                  <a:pt x="428498" y="70675"/>
                </a:lnTo>
                <a:lnTo>
                  <a:pt x="655193" y="70675"/>
                </a:lnTo>
                <a:lnTo>
                  <a:pt x="654900" y="98044"/>
                </a:lnTo>
                <a:lnTo>
                  <a:pt x="653478" y="127901"/>
                </a:lnTo>
                <a:lnTo>
                  <a:pt x="650138" y="160934"/>
                </a:lnTo>
                <a:lnTo>
                  <a:pt x="644080" y="197802"/>
                </a:lnTo>
                <a:lnTo>
                  <a:pt x="386270" y="197802"/>
                </a:lnTo>
                <a:lnTo>
                  <a:pt x="386270" y="244919"/>
                </a:lnTo>
                <a:lnTo>
                  <a:pt x="539178" y="244919"/>
                </a:lnTo>
                <a:lnTo>
                  <a:pt x="539178" y="409384"/>
                </a:lnTo>
                <a:lnTo>
                  <a:pt x="598741" y="409384"/>
                </a:lnTo>
                <a:lnTo>
                  <a:pt x="598741" y="244919"/>
                </a:lnTo>
                <a:lnTo>
                  <a:pt x="756094" y="244919"/>
                </a:lnTo>
                <a:lnTo>
                  <a:pt x="756094" y="197802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995341" y="1436556"/>
            <a:ext cx="356235" cy="409575"/>
          </a:xfrm>
          <a:custGeom>
            <a:avLst/>
            <a:gdLst/>
            <a:ahLst/>
            <a:cxnLst/>
            <a:rect l="l" t="t" r="r" b="b"/>
            <a:pathLst>
              <a:path w="356235" h="409575">
                <a:moveTo>
                  <a:pt x="34226" y="325820"/>
                </a:moveTo>
                <a:lnTo>
                  <a:pt x="0" y="284926"/>
                </a:lnTo>
                <a:lnTo>
                  <a:pt x="43796" y="254707"/>
                </a:lnTo>
                <a:lnTo>
                  <a:pt x="77158" y="221330"/>
                </a:lnTo>
                <a:lnTo>
                  <a:pt x="101069" y="184305"/>
                </a:lnTo>
                <a:lnTo>
                  <a:pt x="116509" y="143140"/>
                </a:lnTo>
                <a:lnTo>
                  <a:pt x="124460" y="97346"/>
                </a:lnTo>
                <a:lnTo>
                  <a:pt x="20891" y="97346"/>
                </a:lnTo>
                <a:lnTo>
                  <a:pt x="20891" y="50673"/>
                </a:lnTo>
                <a:lnTo>
                  <a:pt x="182246" y="50673"/>
                </a:lnTo>
                <a:lnTo>
                  <a:pt x="180096" y="97346"/>
                </a:lnTo>
                <a:lnTo>
                  <a:pt x="180041" y="98525"/>
                </a:lnTo>
                <a:lnTo>
                  <a:pt x="172974" y="143140"/>
                </a:lnTo>
                <a:lnTo>
                  <a:pt x="172884" y="143710"/>
                </a:lnTo>
                <a:lnTo>
                  <a:pt x="159957" y="186119"/>
                </a:lnTo>
                <a:lnTo>
                  <a:pt x="140444" y="225644"/>
                </a:lnTo>
                <a:lnTo>
                  <a:pt x="113529" y="262175"/>
                </a:lnTo>
                <a:lnTo>
                  <a:pt x="78395" y="295603"/>
                </a:lnTo>
                <a:lnTo>
                  <a:pt x="34226" y="325820"/>
                </a:lnTo>
                <a:close/>
              </a:path>
              <a:path w="356235" h="409575">
                <a:moveTo>
                  <a:pt x="356047" y="154242"/>
                </a:moveTo>
                <a:lnTo>
                  <a:pt x="300039" y="154242"/>
                </a:lnTo>
                <a:lnTo>
                  <a:pt x="300039" y="0"/>
                </a:lnTo>
                <a:lnTo>
                  <a:pt x="356047" y="0"/>
                </a:lnTo>
                <a:lnTo>
                  <a:pt x="356047" y="154242"/>
                </a:lnTo>
                <a:close/>
              </a:path>
              <a:path w="356235" h="409575">
                <a:moveTo>
                  <a:pt x="263590" y="392051"/>
                </a:moveTo>
                <a:lnTo>
                  <a:pt x="208916" y="392051"/>
                </a:lnTo>
                <a:lnTo>
                  <a:pt x="208916" y="10668"/>
                </a:lnTo>
                <a:lnTo>
                  <a:pt x="263590" y="10668"/>
                </a:lnTo>
                <a:lnTo>
                  <a:pt x="263590" y="154242"/>
                </a:lnTo>
                <a:lnTo>
                  <a:pt x="356047" y="154242"/>
                </a:lnTo>
                <a:lnTo>
                  <a:pt x="356047" y="201359"/>
                </a:lnTo>
                <a:lnTo>
                  <a:pt x="263590" y="201359"/>
                </a:lnTo>
                <a:lnTo>
                  <a:pt x="263590" y="392051"/>
                </a:lnTo>
                <a:close/>
              </a:path>
              <a:path w="356235" h="409575">
                <a:moveTo>
                  <a:pt x="356047" y="409387"/>
                </a:moveTo>
                <a:lnTo>
                  <a:pt x="300039" y="409387"/>
                </a:lnTo>
                <a:lnTo>
                  <a:pt x="300039" y="201359"/>
                </a:lnTo>
                <a:lnTo>
                  <a:pt x="356047" y="201359"/>
                </a:lnTo>
                <a:lnTo>
                  <a:pt x="356047" y="40938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403830" y="1436877"/>
            <a:ext cx="364490" cy="406400"/>
          </a:xfrm>
          <a:custGeom>
            <a:avLst/>
            <a:gdLst/>
            <a:ahLst/>
            <a:cxnLst/>
            <a:rect l="l" t="t" r="r" b="b"/>
            <a:pathLst>
              <a:path w="364489" h="406400">
                <a:moveTo>
                  <a:pt x="196024" y="17462"/>
                </a:moveTo>
                <a:lnTo>
                  <a:pt x="138239" y="17462"/>
                </a:lnTo>
                <a:lnTo>
                  <a:pt x="138239" y="66040"/>
                </a:lnTo>
                <a:lnTo>
                  <a:pt x="138239" y="110490"/>
                </a:lnTo>
                <a:lnTo>
                  <a:pt x="138239" y="151130"/>
                </a:lnTo>
                <a:lnTo>
                  <a:pt x="57785" y="151130"/>
                </a:lnTo>
                <a:lnTo>
                  <a:pt x="57785" y="110490"/>
                </a:lnTo>
                <a:lnTo>
                  <a:pt x="138239" y="110490"/>
                </a:lnTo>
                <a:lnTo>
                  <a:pt x="138239" y="66040"/>
                </a:lnTo>
                <a:lnTo>
                  <a:pt x="57785" y="66040"/>
                </a:lnTo>
                <a:lnTo>
                  <a:pt x="57785" y="17780"/>
                </a:lnTo>
                <a:lnTo>
                  <a:pt x="0" y="17780"/>
                </a:lnTo>
                <a:lnTo>
                  <a:pt x="0" y="66040"/>
                </a:lnTo>
                <a:lnTo>
                  <a:pt x="0" y="110490"/>
                </a:lnTo>
                <a:lnTo>
                  <a:pt x="0" y="151130"/>
                </a:lnTo>
                <a:lnTo>
                  <a:pt x="0" y="196850"/>
                </a:lnTo>
                <a:lnTo>
                  <a:pt x="196024" y="196850"/>
                </a:lnTo>
                <a:lnTo>
                  <a:pt x="196024" y="66040"/>
                </a:lnTo>
                <a:lnTo>
                  <a:pt x="196024" y="17462"/>
                </a:lnTo>
                <a:close/>
              </a:path>
              <a:path w="364489" h="406400">
                <a:moveTo>
                  <a:pt x="321818" y="360680"/>
                </a:moveTo>
                <a:lnTo>
                  <a:pt x="98679" y="360680"/>
                </a:lnTo>
                <a:lnTo>
                  <a:pt x="98679" y="335280"/>
                </a:lnTo>
                <a:lnTo>
                  <a:pt x="310261" y="335280"/>
                </a:lnTo>
                <a:lnTo>
                  <a:pt x="310261" y="293370"/>
                </a:lnTo>
                <a:lnTo>
                  <a:pt x="310261" y="267970"/>
                </a:lnTo>
                <a:lnTo>
                  <a:pt x="310261" y="223520"/>
                </a:lnTo>
                <a:lnTo>
                  <a:pt x="40005" y="223520"/>
                </a:lnTo>
                <a:lnTo>
                  <a:pt x="40005" y="267970"/>
                </a:lnTo>
                <a:lnTo>
                  <a:pt x="252476" y="267970"/>
                </a:lnTo>
                <a:lnTo>
                  <a:pt x="252476" y="293370"/>
                </a:lnTo>
                <a:lnTo>
                  <a:pt x="40449" y="293370"/>
                </a:lnTo>
                <a:lnTo>
                  <a:pt x="40449" y="335280"/>
                </a:lnTo>
                <a:lnTo>
                  <a:pt x="40449" y="360680"/>
                </a:lnTo>
                <a:lnTo>
                  <a:pt x="40449" y="406400"/>
                </a:lnTo>
                <a:lnTo>
                  <a:pt x="321818" y="406400"/>
                </a:lnTo>
                <a:lnTo>
                  <a:pt x="321818" y="360680"/>
                </a:lnTo>
                <a:close/>
              </a:path>
              <a:path w="364489" h="406400">
                <a:moveTo>
                  <a:pt x="364045" y="78740"/>
                </a:moveTo>
                <a:lnTo>
                  <a:pt x="310261" y="78740"/>
                </a:lnTo>
                <a:lnTo>
                  <a:pt x="310261" y="0"/>
                </a:lnTo>
                <a:lnTo>
                  <a:pt x="251587" y="0"/>
                </a:lnTo>
                <a:lnTo>
                  <a:pt x="251587" y="78740"/>
                </a:lnTo>
                <a:lnTo>
                  <a:pt x="251587" y="125730"/>
                </a:lnTo>
                <a:lnTo>
                  <a:pt x="251587" y="208280"/>
                </a:lnTo>
                <a:lnTo>
                  <a:pt x="310261" y="208280"/>
                </a:lnTo>
                <a:lnTo>
                  <a:pt x="310261" y="125730"/>
                </a:lnTo>
                <a:lnTo>
                  <a:pt x="364045" y="125730"/>
                </a:lnTo>
                <a:lnTo>
                  <a:pt x="364045" y="7874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906992" y="1711197"/>
            <a:ext cx="284480" cy="134620"/>
          </a:xfrm>
          <a:custGeom>
            <a:avLst/>
            <a:gdLst/>
            <a:ahLst/>
            <a:cxnLst/>
            <a:rect l="l" t="t" r="r" b="b"/>
            <a:pathLst>
              <a:path w="284480" h="134619">
                <a:moveTo>
                  <a:pt x="284480" y="0"/>
                </a:moveTo>
                <a:lnTo>
                  <a:pt x="0" y="0"/>
                </a:lnTo>
                <a:lnTo>
                  <a:pt x="0" y="46990"/>
                </a:lnTo>
                <a:lnTo>
                  <a:pt x="225806" y="46990"/>
                </a:lnTo>
                <a:lnTo>
                  <a:pt x="225806" y="134620"/>
                </a:lnTo>
                <a:lnTo>
                  <a:pt x="284480" y="134620"/>
                </a:lnTo>
                <a:lnTo>
                  <a:pt x="284480" y="46990"/>
                </a:lnTo>
                <a:lnTo>
                  <a:pt x="28448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866098" y="1452117"/>
            <a:ext cx="370205" cy="230504"/>
          </a:xfrm>
          <a:custGeom>
            <a:avLst/>
            <a:gdLst/>
            <a:ahLst/>
            <a:cxnLst/>
            <a:rect l="l" t="t" r="r" b="b"/>
            <a:pathLst>
              <a:path w="370205" h="230505">
                <a:moveTo>
                  <a:pt x="323151" y="0"/>
                </a:moveTo>
                <a:lnTo>
                  <a:pt x="45339" y="0"/>
                </a:lnTo>
                <a:lnTo>
                  <a:pt x="45339" y="45720"/>
                </a:lnTo>
                <a:lnTo>
                  <a:pt x="45339" y="99060"/>
                </a:lnTo>
                <a:lnTo>
                  <a:pt x="45339" y="144780"/>
                </a:lnTo>
                <a:lnTo>
                  <a:pt x="323151" y="144780"/>
                </a:lnTo>
                <a:lnTo>
                  <a:pt x="323151" y="99123"/>
                </a:lnTo>
                <a:lnTo>
                  <a:pt x="323151" y="46228"/>
                </a:lnTo>
                <a:lnTo>
                  <a:pt x="265366" y="46228"/>
                </a:lnTo>
                <a:lnTo>
                  <a:pt x="265366" y="99060"/>
                </a:lnTo>
                <a:lnTo>
                  <a:pt x="103124" y="99060"/>
                </a:lnTo>
                <a:lnTo>
                  <a:pt x="103124" y="45720"/>
                </a:lnTo>
                <a:lnTo>
                  <a:pt x="323151" y="45720"/>
                </a:lnTo>
                <a:lnTo>
                  <a:pt x="323151" y="0"/>
                </a:lnTo>
                <a:close/>
              </a:path>
              <a:path w="370205" h="230505">
                <a:moveTo>
                  <a:pt x="369824" y="183578"/>
                </a:moveTo>
                <a:lnTo>
                  <a:pt x="213804" y="183578"/>
                </a:lnTo>
                <a:lnTo>
                  <a:pt x="213804" y="145351"/>
                </a:lnTo>
                <a:lnTo>
                  <a:pt x="155130" y="145351"/>
                </a:lnTo>
                <a:lnTo>
                  <a:pt x="155130" y="183578"/>
                </a:lnTo>
                <a:lnTo>
                  <a:pt x="0" y="183578"/>
                </a:lnTo>
                <a:lnTo>
                  <a:pt x="0" y="230251"/>
                </a:lnTo>
                <a:lnTo>
                  <a:pt x="369824" y="230251"/>
                </a:lnTo>
                <a:lnTo>
                  <a:pt x="369824" y="183578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256813" y="1469008"/>
            <a:ext cx="371475" cy="332105"/>
          </a:xfrm>
          <a:custGeom>
            <a:avLst/>
            <a:gdLst/>
            <a:ahLst/>
            <a:cxnLst/>
            <a:rect l="l" t="t" r="r" b="b"/>
            <a:pathLst>
              <a:path w="371475" h="332105">
                <a:moveTo>
                  <a:pt x="371170" y="284924"/>
                </a:moveTo>
                <a:lnTo>
                  <a:pt x="278714" y="284924"/>
                </a:lnTo>
                <a:lnTo>
                  <a:pt x="278714" y="208026"/>
                </a:lnTo>
                <a:lnTo>
                  <a:pt x="339610" y="208026"/>
                </a:lnTo>
                <a:lnTo>
                  <a:pt x="339610" y="161798"/>
                </a:lnTo>
                <a:lnTo>
                  <a:pt x="284937" y="161798"/>
                </a:lnTo>
                <a:lnTo>
                  <a:pt x="284937" y="46672"/>
                </a:lnTo>
                <a:lnTo>
                  <a:pt x="340499" y="46672"/>
                </a:lnTo>
                <a:lnTo>
                  <a:pt x="340499" y="0"/>
                </a:lnTo>
                <a:lnTo>
                  <a:pt x="226707" y="0"/>
                </a:lnTo>
                <a:lnTo>
                  <a:pt x="226707" y="46672"/>
                </a:lnTo>
                <a:lnTo>
                  <a:pt x="226707" y="161798"/>
                </a:lnTo>
                <a:lnTo>
                  <a:pt x="220484" y="161798"/>
                </a:lnTo>
                <a:lnTo>
                  <a:pt x="220484" y="208026"/>
                </a:lnTo>
                <a:lnTo>
                  <a:pt x="220484" y="284924"/>
                </a:lnTo>
                <a:lnTo>
                  <a:pt x="149809" y="284924"/>
                </a:lnTo>
                <a:lnTo>
                  <a:pt x="149809" y="208026"/>
                </a:lnTo>
                <a:lnTo>
                  <a:pt x="220484" y="208026"/>
                </a:lnTo>
                <a:lnTo>
                  <a:pt x="220484" y="161798"/>
                </a:lnTo>
                <a:lnTo>
                  <a:pt x="143141" y="161798"/>
                </a:lnTo>
                <a:lnTo>
                  <a:pt x="143141" y="46672"/>
                </a:lnTo>
                <a:lnTo>
                  <a:pt x="226707" y="46672"/>
                </a:lnTo>
                <a:lnTo>
                  <a:pt x="226707" y="0"/>
                </a:lnTo>
                <a:lnTo>
                  <a:pt x="29337" y="0"/>
                </a:lnTo>
                <a:lnTo>
                  <a:pt x="29337" y="46672"/>
                </a:lnTo>
                <a:lnTo>
                  <a:pt x="84912" y="46672"/>
                </a:lnTo>
                <a:lnTo>
                  <a:pt x="84912" y="161798"/>
                </a:lnTo>
                <a:lnTo>
                  <a:pt x="31559" y="161798"/>
                </a:lnTo>
                <a:lnTo>
                  <a:pt x="31559" y="208026"/>
                </a:lnTo>
                <a:lnTo>
                  <a:pt x="91579" y="208026"/>
                </a:lnTo>
                <a:lnTo>
                  <a:pt x="91579" y="284924"/>
                </a:lnTo>
                <a:lnTo>
                  <a:pt x="0" y="284924"/>
                </a:lnTo>
                <a:lnTo>
                  <a:pt x="0" y="332041"/>
                </a:lnTo>
                <a:lnTo>
                  <a:pt x="371170" y="332041"/>
                </a:lnTo>
                <a:lnTo>
                  <a:pt x="371170" y="284924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20" name="object 20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822" y="1056811"/>
            <a:ext cx="260512" cy="186650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1464462" y="2291841"/>
            <a:ext cx="502284" cy="282575"/>
          </a:xfrm>
          <a:custGeom>
            <a:avLst/>
            <a:gdLst/>
            <a:ahLst/>
            <a:cxnLst/>
            <a:rect l="l" t="t" r="r" b="b"/>
            <a:pathLst>
              <a:path w="502285" h="282575">
                <a:moveTo>
                  <a:pt x="163677" y="73456"/>
                </a:moveTo>
                <a:lnTo>
                  <a:pt x="158165" y="49161"/>
                </a:lnTo>
                <a:lnTo>
                  <a:pt x="155638" y="46024"/>
                </a:lnTo>
                <a:lnTo>
                  <a:pt x="142836" y="30175"/>
                </a:lnTo>
                <a:lnTo>
                  <a:pt x="125272" y="20853"/>
                </a:lnTo>
                <a:lnTo>
                  <a:pt x="125272" y="73456"/>
                </a:lnTo>
                <a:lnTo>
                  <a:pt x="122720" y="84848"/>
                </a:lnTo>
                <a:lnTo>
                  <a:pt x="115519" y="93268"/>
                </a:lnTo>
                <a:lnTo>
                  <a:pt x="104444" y="98488"/>
                </a:lnTo>
                <a:lnTo>
                  <a:pt x="90220" y="100279"/>
                </a:lnTo>
                <a:lnTo>
                  <a:pt x="76136" y="98488"/>
                </a:lnTo>
                <a:lnTo>
                  <a:pt x="65036" y="93268"/>
                </a:lnTo>
                <a:lnTo>
                  <a:pt x="57772" y="84848"/>
                </a:lnTo>
                <a:lnTo>
                  <a:pt x="55168" y="73456"/>
                </a:lnTo>
                <a:lnTo>
                  <a:pt x="57772" y="61709"/>
                </a:lnTo>
                <a:lnTo>
                  <a:pt x="65036" y="53111"/>
                </a:lnTo>
                <a:lnTo>
                  <a:pt x="76136" y="47828"/>
                </a:lnTo>
                <a:lnTo>
                  <a:pt x="90220" y="46024"/>
                </a:lnTo>
                <a:lnTo>
                  <a:pt x="104444" y="47828"/>
                </a:lnTo>
                <a:lnTo>
                  <a:pt x="115519" y="53111"/>
                </a:lnTo>
                <a:lnTo>
                  <a:pt x="122720" y="61709"/>
                </a:lnTo>
                <a:lnTo>
                  <a:pt x="125272" y="73456"/>
                </a:lnTo>
                <a:lnTo>
                  <a:pt x="125272" y="20853"/>
                </a:lnTo>
                <a:lnTo>
                  <a:pt x="119570" y="17818"/>
                </a:lnTo>
                <a:lnTo>
                  <a:pt x="90220" y="13411"/>
                </a:lnTo>
                <a:lnTo>
                  <a:pt x="60820" y="17818"/>
                </a:lnTo>
                <a:lnTo>
                  <a:pt x="37452" y="30175"/>
                </a:lnTo>
                <a:lnTo>
                  <a:pt x="22034" y="49161"/>
                </a:lnTo>
                <a:lnTo>
                  <a:pt x="16459" y="73456"/>
                </a:lnTo>
                <a:lnTo>
                  <a:pt x="22034" y="97447"/>
                </a:lnTo>
                <a:lnTo>
                  <a:pt x="37452" y="116357"/>
                </a:lnTo>
                <a:lnTo>
                  <a:pt x="60820" y="128752"/>
                </a:lnTo>
                <a:lnTo>
                  <a:pt x="90220" y="133197"/>
                </a:lnTo>
                <a:lnTo>
                  <a:pt x="119570" y="128752"/>
                </a:lnTo>
                <a:lnTo>
                  <a:pt x="142836" y="116357"/>
                </a:lnTo>
                <a:lnTo>
                  <a:pt x="155867" y="100279"/>
                </a:lnTo>
                <a:lnTo>
                  <a:pt x="158165" y="97447"/>
                </a:lnTo>
                <a:lnTo>
                  <a:pt x="163677" y="73456"/>
                </a:lnTo>
                <a:close/>
              </a:path>
              <a:path w="502285" h="282575">
                <a:moveTo>
                  <a:pt x="180441" y="169468"/>
                </a:moveTo>
                <a:lnTo>
                  <a:pt x="178003" y="140208"/>
                </a:lnTo>
                <a:lnTo>
                  <a:pt x="132016" y="145415"/>
                </a:lnTo>
                <a:lnTo>
                  <a:pt x="85115" y="148247"/>
                </a:lnTo>
                <a:lnTo>
                  <a:pt x="40157" y="149428"/>
                </a:lnTo>
                <a:lnTo>
                  <a:pt x="0" y="149656"/>
                </a:lnTo>
                <a:lnTo>
                  <a:pt x="4572" y="182511"/>
                </a:lnTo>
                <a:lnTo>
                  <a:pt x="19977" y="182511"/>
                </a:lnTo>
                <a:lnTo>
                  <a:pt x="53530" y="181927"/>
                </a:lnTo>
                <a:lnTo>
                  <a:pt x="71323" y="181356"/>
                </a:lnTo>
                <a:lnTo>
                  <a:pt x="71323" y="274320"/>
                </a:lnTo>
                <a:lnTo>
                  <a:pt x="111556" y="274320"/>
                </a:lnTo>
                <a:lnTo>
                  <a:pt x="111556" y="181356"/>
                </a:lnTo>
                <a:lnTo>
                  <a:pt x="111556" y="178917"/>
                </a:lnTo>
                <a:lnTo>
                  <a:pt x="128790" y="177317"/>
                </a:lnTo>
                <a:lnTo>
                  <a:pt x="146113" y="175221"/>
                </a:lnTo>
                <a:lnTo>
                  <a:pt x="163385" y="172618"/>
                </a:lnTo>
                <a:lnTo>
                  <a:pt x="180441" y="169468"/>
                </a:lnTo>
                <a:close/>
              </a:path>
              <a:path w="502285" h="282575">
                <a:moveTo>
                  <a:pt x="234086" y="2133"/>
                </a:moveTo>
                <a:lnTo>
                  <a:pt x="193852" y="2133"/>
                </a:lnTo>
                <a:lnTo>
                  <a:pt x="193852" y="282549"/>
                </a:lnTo>
                <a:lnTo>
                  <a:pt x="234086" y="282549"/>
                </a:lnTo>
                <a:lnTo>
                  <a:pt x="234086" y="2133"/>
                </a:lnTo>
                <a:close/>
              </a:path>
              <a:path w="502285" h="282575">
                <a:moveTo>
                  <a:pt x="417576" y="117957"/>
                </a:moveTo>
                <a:lnTo>
                  <a:pt x="412584" y="97497"/>
                </a:lnTo>
                <a:lnTo>
                  <a:pt x="412343" y="97231"/>
                </a:lnTo>
                <a:lnTo>
                  <a:pt x="398640" y="81610"/>
                </a:lnTo>
                <a:lnTo>
                  <a:pt x="379171" y="72212"/>
                </a:lnTo>
                <a:lnTo>
                  <a:pt x="379171" y="117957"/>
                </a:lnTo>
                <a:lnTo>
                  <a:pt x="377050" y="127025"/>
                </a:lnTo>
                <a:lnTo>
                  <a:pt x="371094" y="133616"/>
                </a:lnTo>
                <a:lnTo>
                  <a:pt x="361950" y="137629"/>
                </a:lnTo>
                <a:lnTo>
                  <a:pt x="350215" y="138988"/>
                </a:lnTo>
                <a:lnTo>
                  <a:pt x="338493" y="137629"/>
                </a:lnTo>
                <a:lnTo>
                  <a:pt x="329336" y="133616"/>
                </a:lnTo>
                <a:lnTo>
                  <a:pt x="323392" y="127025"/>
                </a:lnTo>
                <a:lnTo>
                  <a:pt x="321259" y="117957"/>
                </a:lnTo>
                <a:lnTo>
                  <a:pt x="323392" y="109067"/>
                </a:lnTo>
                <a:lnTo>
                  <a:pt x="329336" y="102565"/>
                </a:lnTo>
                <a:lnTo>
                  <a:pt x="338493" y="98590"/>
                </a:lnTo>
                <a:lnTo>
                  <a:pt x="350215" y="97231"/>
                </a:lnTo>
                <a:lnTo>
                  <a:pt x="361950" y="98590"/>
                </a:lnTo>
                <a:lnTo>
                  <a:pt x="371094" y="102565"/>
                </a:lnTo>
                <a:lnTo>
                  <a:pt x="377050" y="109067"/>
                </a:lnTo>
                <a:lnTo>
                  <a:pt x="379171" y="117957"/>
                </a:lnTo>
                <a:lnTo>
                  <a:pt x="379171" y="72212"/>
                </a:lnTo>
                <a:lnTo>
                  <a:pt x="377329" y="71323"/>
                </a:lnTo>
                <a:lnTo>
                  <a:pt x="350215" y="67665"/>
                </a:lnTo>
                <a:lnTo>
                  <a:pt x="323100" y="71323"/>
                </a:lnTo>
                <a:lnTo>
                  <a:pt x="301790" y="81610"/>
                </a:lnTo>
                <a:lnTo>
                  <a:pt x="287858" y="97497"/>
                </a:lnTo>
                <a:lnTo>
                  <a:pt x="282854" y="117957"/>
                </a:lnTo>
                <a:lnTo>
                  <a:pt x="287858" y="138468"/>
                </a:lnTo>
                <a:lnTo>
                  <a:pt x="301790" y="154457"/>
                </a:lnTo>
                <a:lnTo>
                  <a:pt x="323100" y="164846"/>
                </a:lnTo>
                <a:lnTo>
                  <a:pt x="350215" y="168554"/>
                </a:lnTo>
                <a:lnTo>
                  <a:pt x="377329" y="164846"/>
                </a:lnTo>
                <a:lnTo>
                  <a:pt x="398640" y="154457"/>
                </a:lnTo>
                <a:lnTo>
                  <a:pt x="412127" y="138988"/>
                </a:lnTo>
                <a:lnTo>
                  <a:pt x="412584" y="138468"/>
                </a:lnTo>
                <a:lnTo>
                  <a:pt x="417576" y="117957"/>
                </a:lnTo>
                <a:close/>
              </a:path>
              <a:path w="502285" h="282575">
                <a:moveTo>
                  <a:pt x="432206" y="26822"/>
                </a:moveTo>
                <a:lnTo>
                  <a:pt x="370027" y="26822"/>
                </a:lnTo>
                <a:lnTo>
                  <a:pt x="370027" y="0"/>
                </a:lnTo>
                <a:lnTo>
                  <a:pt x="329793" y="0"/>
                </a:lnTo>
                <a:lnTo>
                  <a:pt x="329793" y="26822"/>
                </a:lnTo>
                <a:lnTo>
                  <a:pt x="267919" y="26822"/>
                </a:lnTo>
                <a:lnTo>
                  <a:pt x="267919" y="58216"/>
                </a:lnTo>
                <a:lnTo>
                  <a:pt x="432206" y="58216"/>
                </a:lnTo>
                <a:lnTo>
                  <a:pt x="432206" y="26822"/>
                </a:lnTo>
                <a:close/>
              </a:path>
              <a:path w="502285" h="282575">
                <a:moveTo>
                  <a:pt x="502005" y="183489"/>
                </a:moveTo>
                <a:lnTo>
                  <a:pt x="462686" y="183489"/>
                </a:lnTo>
                <a:lnTo>
                  <a:pt x="462686" y="215188"/>
                </a:lnTo>
                <a:lnTo>
                  <a:pt x="462686" y="248107"/>
                </a:lnTo>
                <a:lnTo>
                  <a:pt x="354787" y="248107"/>
                </a:lnTo>
                <a:lnTo>
                  <a:pt x="354787" y="215188"/>
                </a:lnTo>
                <a:lnTo>
                  <a:pt x="462686" y="215188"/>
                </a:lnTo>
                <a:lnTo>
                  <a:pt x="462686" y="183489"/>
                </a:lnTo>
                <a:lnTo>
                  <a:pt x="315163" y="183489"/>
                </a:lnTo>
                <a:lnTo>
                  <a:pt x="315163" y="279501"/>
                </a:lnTo>
                <a:lnTo>
                  <a:pt x="502005" y="279501"/>
                </a:lnTo>
                <a:lnTo>
                  <a:pt x="502005" y="248107"/>
                </a:lnTo>
                <a:lnTo>
                  <a:pt x="502005" y="215188"/>
                </a:lnTo>
                <a:lnTo>
                  <a:pt x="502005" y="183489"/>
                </a:lnTo>
                <a:close/>
              </a:path>
              <a:path w="502285" h="282575">
                <a:moveTo>
                  <a:pt x="502005" y="2133"/>
                </a:moveTo>
                <a:lnTo>
                  <a:pt x="461772" y="2133"/>
                </a:lnTo>
                <a:lnTo>
                  <a:pt x="461772" y="84124"/>
                </a:lnTo>
                <a:lnTo>
                  <a:pt x="426720" y="84124"/>
                </a:lnTo>
                <a:lnTo>
                  <a:pt x="426720" y="116738"/>
                </a:lnTo>
                <a:lnTo>
                  <a:pt x="461772" y="116738"/>
                </a:lnTo>
                <a:lnTo>
                  <a:pt x="461772" y="171602"/>
                </a:lnTo>
                <a:lnTo>
                  <a:pt x="502005" y="171602"/>
                </a:lnTo>
                <a:lnTo>
                  <a:pt x="502005" y="2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052663" y="2291841"/>
            <a:ext cx="530860" cy="283845"/>
          </a:xfrm>
          <a:custGeom>
            <a:avLst/>
            <a:gdLst/>
            <a:ahLst/>
            <a:cxnLst/>
            <a:rect l="l" t="t" r="r" b="b"/>
            <a:pathLst>
              <a:path w="530860" h="283844">
                <a:moveTo>
                  <a:pt x="169773" y="126492"/>
                </a:moveTo>
                <a:lnTo>
                  <a:pt x="141274" y="112890"/>
                </a:lnTo>
                <a:lnTo>
                  <a:pt x="133324" y="105156"/>
                </a:lnTo>
                <a:lnTo>
                  <a:pt x="121653" y="93802"/>
                </a:lnTo>
                <a:lnTo>
                  <a:pt x="110324" y="70942"/>
                </a:lnTo>
                <a:lnTo>
                  <a:pt x="110299" y="70802"/>
                </a:lnTo>
                <a:lnTo>
                  <a:pt x="106680" y="46024"/>
                </a:lnTo>
                <a:lnTo>
                  <a:pt x="106680" y="17373"/>
                </a:lnTo>
                <a:lnTo>
                  <a:pt x="65836" y="17373"/>
                </a:lnTo>
                <a:lnTo>
                  <a:pt x="65836" y="42672"/>
                </a:lnTo>
                <a:lnTo>
                  <a:pt x="62153" y="70802"/>
                </a:lnTo>
                <a:lnTo>
                  <a:pt x="62090" y="70942"/>
                </a:lnTo>
                <a:lnTo>
                  <a:pt x="50520" y="96697"/>
                </a:lnTo>
                <a:lnTo>
                  <a:pt x="30086" y="118364"/>
                </a:lnTo>
                <a:lnTo>
                  <a:pt x="0" y="133807"/>
                </a:lnTo>
                <a:lnTo>
                  <a:pt x="21031" y="165506"/>
                </a:lnTo>
                <a:lnTo>
                  <a:pt x="43103" y="155346"/>
                </a:lnTo>
                <a:lnTo>
                  <a:pt x="61379" y="141617"/>
                </a:lnTo>
                <a:lnTo>
                  <a:pt x="75933" y="124739"/>
                </a:lnTo>
                <a:lnTo>
                  <a:pt x="86868" y="105156"/>
                </a:lnTo>
                <a:lnTo>
                  <a:pt x="97396" y="122008"/>
                </a:lnTo>
                <a:lnTo>
                  <a:pt x="111175" y="136626"/>
                </a:lnTo>
                <a:lnTo>
                  <a:pt x="128270" y="148615"/>
                </a:lnTo>
                <a:lnTo>
                  <a:pt x="148742" y="157581"/>
                </a:lnTo>
                <a:lnTo>
                  <a:pt x="169773" y="126492"/>
                </a:lnTo>
                <a:close/>
              </a:path>
              <a:path w="530860" h="283844">
                <a:moveTo>
                  <a:pt x="228295" y="228600"/>
                </a:moveTo>
                <a:lnTo>
                  <a:pt x="221665" y="205892"/>
                </a:lnTo>
                <a:lnTo>
                  <a:pt x="221500" y="205740"/>
                </a:lnTo>
                <a:lnTo>
                  <a:pt x="202730" y="188937"/>
                </a:lnTo>
                <a:lnTo>
                  <a:pt x="188366" y="183832"/>
                </a:lnTo>
                <a:lnTo>
                  <a:pt x="188366" y="228600"/>
                </a:lnTo>
                <a:lnTo>
                  <a:pt x="184810" y="238912"/>
                </a:lnTo>
                <a:lnTo>
                  <a:pt x="174307" y="246126"/>
                </a:lnTo>
                <a:lnTo>
                  <a:pt x="157124" y="250380"/>
                </a:lnTo>
                <a:lnTo>
                  <a:pt x="133502" y="251764"/>
                </a:lnTo>
                <a:lnTo>
                  <a:pt x="109715" y="250380"/>
                </a:lnTo>
                <a:lnTo>
                  <a:pt x="92430" y="246126"/>
                </a:lnTo>
                <a:lnTo>
                  <a:pt x="81902" y="238912"/>
                </a:lnTo>
                <a:lnTo>
                  <a:pt x="78333" y="228600"/>
                </a:lnTo>
                <a:lnTo>
                  <a:pt x="81902" y="218465"/>
                </a:lnTo>
                <a:lnTo>
                  <a:pt x="92430" y="211340"/>
                </a:lnTo>
                <a:lnTo>
                  <a:pt x="109715" y="207124"/>
                </a:lnTo>
                <a:lnTo>
                  <a:pt x="133502" y="205740"/>
                </a:lnTo>
                <a:lnTo>
                  <a:pt x="157124" y="207124"/>
                </a:lnTo>
                <a:lnTo>
                  <a:pt x="174307" y="211340"/>
                </a:lnTo>
                <a:lnTo>
                  <a:pt x="184810" y="218465"/>
                </a:lnTo>
                <a:lnTo>
                  <a:pt x="188366" y="228600"/>
                </a:lnTo>
                <a:lnTo>
                  <a:pt x="188366" y="183832"/>
                </a:lnTo>
                <a:lnTo>
                  <a:pt x="172872" y="178320"/>
                </a:lnTo>
                <a:lnTo>
                  <a:pt x="133502" y="174650"/>
                </a:lnTo>
                <a:lnTo>
                  <a:pt x="93954" y="178320"/>
                </a:lnTo>
                <a:lnTo>
                  <a:pt x="64008" y="188937"/>
                </a:lnTo>
                <a:lnTo>
                  <a:pt x="45034" y="205892"/>
                </a:lnTo>
                <a:lnTo>
                  <a:pt x="38404" y="228600"/>
                </a:lnTo>
                <a:lnTo>
                  <a:pt x="45034" y="251485"/>
                </a:lnTo>
                <a:lnTo>
                  <a:pt x="64008" y="268528"/>
                </a:lnTo>
                <a:lnTo>
                  <a:pt x="93954" y="279184"/>
                </a:lnTo>
                <a:lnTo>
                  <a:pt x="133502" y="282854"/>
                </a:lnTo>
                <a:lnTo>
                  <a:pt x="172872" y="279184"/>
                </a:lnTo>
                <a:lnTo>
                  <a:pt x="202730" y="268528"/>
                </a:lnTo>
                <a:lnTo>
                  <a:pt x="221348" y="251764"/>
                </a:lnTo>
                <a:lnTo>
                  <a:pt x="221665" y="251485"/>
                </a:lnTo>
                <a:lnTo>
                  <a:pt x="228295" y="228600"/>
                </a:lnTo>
                <a:close/>
              </a:path>
              <a:path w="530860" h="283844">
                <a:moveTo>
                  <a:pt x="262432" y="67360"/>
                </a:moveTo>
                <a:lnTo>
                  <a:pt x="225247" y="67360"/>
                </a:lnTo>
                <a:lnTo>
                  <a:pt x="225247" y="2438"/>
                </a:lnTo>
                <a:lnTo>
                  <a:pt x="185013" y="2438"/>
                </a:lnTo>
                <a:lnTo>
                  <a:pt x="185013" y="168249"/>
                </a:lnTo>
                <a:lnTo>
                  <a:pt x="225247" y="168249"/>
                </a:lnTo>
                <a:lnTo>
                  <a:pt x="225247" y="100584"/>
                </a:lnTo>
                <a:lnTo>
                  <a:pt x="262432" y="100584"/>
                </a:lnTo>
                <a:lnTo>
                  <a:pt x="262432" y="67360"/>
                </a:lnTo>
                <a:close/>
              </a:path>
              <a:path w="530860" h="283844">
                <a:moveTo>
                  <a:pt x="435559" y="22250"/>
                </a:moveTo>
                <a:lnTo>
                  <a:pt x="376123" y="22250"/>
                </a:lnTo>
                <a:lnTo>
                  <a:pt x="376123" y="0"/>
                </a:lnTo>
                <a:lnTo>
                  <a:pt x="335889" y="0"/>
                </a:lnTo>
                <a:lnTo>
                  <a:pt x="335889" y="22250"/>
                </a:lnTo>
                <a:lnTo>
                  <a:pt x="276148" y="22250"/>
                </a:lnTo>
                <a:lnTo>
                  <a:pt x="276148" y="51206"/>
                </a:lnTo>
                <a:lnTo>
                  <a:pt x="435559" y="51206"/>
                </a:lnTo>
                <a:lnTo>
                  <a:pt x="435559" y="22250"/>
                </a:lnTo>
                <a:close/>
              </a:path>
              <a:path w="530860" h="283844">
                <a:moveTo>
                  <a:pt x="445312" y="173126"/>
                </a:moveTo>
                <a:lnTo>
                  <a:pt x="443128" y="151790"/>
                </a:lnTo>
                <a:lnTo>
                  <a:pt x="443026" y="150799"/>
                </a:lnTo>
                <a:lnTo>
                  <a:pt x="442912" y="149618"/>
                </a:lnTo>
                <a:lnTo>
                  <a:pt x="442569" y="146304"/>
                </a:lnTo>
                <a:lnTo>
                  <a:pt x="426402" y="148145"/>
                </a:lnTo>
                <a:lnTo>
                  <a:pt x="409917" y="149618"/>
                </a:lnTo>
                <a:lnTo>
                  <a:pt x="393153" y="150799"/>
                </a:lnTo>
                <a:lnTo>
                  <a:pt x="376123" y="151790"/>
                </a:lnTo>
                <a:lnTo>
                  <a:pt x="376123" y="137160"/>
                </a:lnTo>
                <a:lnTo>
                  <a:pt x="396252" y="132181"/>
                </a:lnTo>
                <a:lnTo>
                  <a:pt x="411403" y="123863"/>
                </a:lnTo>
                <a:lnTo>
                  <a:pt x="420992" y="112471"/>
                </a:lnTo>
                <a:lnTo>
                  <a:pt x="424281" y="98450"/>
                </a:lnTo>
                <a:lnTo>
                  <a:pt x="420192" y="84124"/>
                </a:lnTo>
                <a:lnTo>
                  <a:pt x="419442" y="81495"/>
                </a:lnTo>
                <a:lnTo>
                  <a:pt x="405688" y="68846"/>
                </a:lnTo>
                <a:lnTo>
                  <a:pt x="386181" y="61696"/>
                </a:lnTo>
                <a:lnTo>
                  <a:pt x="386181" y="98450"/>
                </a:lnTo>
                <a:lnTo>
                  <a:pt x="384162" y="104622"/>
                </a:lnTo>
                <a:lnTo>
                  <a:pt x="378294" y="109004"/>
                </a:lnTo>
                <a:lnTo>
                  <a:pt x="368820" y="111607"/>
                </a:lnTo>
                <a:lnTo>
                  <a:pt x="356006" y="112471"/>
                </a:lnTo>
                <a:lnTo>
                  <a:pt x="343141" y="111607"/>
                </a:lnTo>
                <a:lnTo>
                  <a:pt x="333565" y="109004"/>
                </a:lnTo>
                <a:lnTo>
                  <a:pt x="327583" y="104622"/>
                </a:lnTo>
                <a:lnTo>
                  <a:pt x="325526" y="98450"/>
                </a:lnTo>
                <a:lnTo>
                  <a:pt x="327583" y="92227"/>
                </a:lnTo>
                <a:lnTo>
                  <a:pt x="333565" y="87744"/>
                </a:lnTo>
                <a:lnTo>
                  <a:pt x="343141" y="85039"/>
                </a:lnTo>
                <a:lnTo>
                  <a:pt x="356006" y="84124"/>
                </a:lnTo>
                <a:lnTo>
                  <a:pt x="368820" y="85039"/>
                </a:lnTo>
                <a:lnTo>
                  <a:pt x="378294" y="87744"/>
                </a:lnTo>
                <a:lnTo>
                  <a:pt x="384162" y="92227"/>
                </a:lnTo>
                <a:lnTo>
                  <a:pt x="386181" y="98450"/>
                </a:lnTo>
                <a:lnTo>
                  <a:pt x="386181" y="61696"/>
                </a:lnTo>
                <a:lnTo>
                  <a:pt x="384162" y="60947"/>
                </a:lnTo>
                <a:lnTo>
                  <a:pt x="356006" y="58216"/>
                </a:lnTo>
                <a:lnTo>
                  <a:pt x="327672" y="60947"/>
                </a:lnTo>
                <a:lnTo>
                  <a:pt x="306057" y="68846"/>
                </a:lnTo>
                <a:lnTo>
                  <a:pt x="292265" y="81495"/>
                </a:lnTo>
                <a:lnTo>
                  <a:pt x="287426" y="98450"/>
                </a:lnTo>
                <a:lnTo>
                  <a:pt x="290753" y="112649"/>
                </a:lnTo>
                <a:lnTo>
                  <a:pt x="300342" y="124015"/>
                </a:lnTo>
                <a:lnTo>
                  <a:pt x="315582" y="132359"/>
                </a:lnTo>
                <a:lnTo>
                  <a:pt x="335889" y="137464"/>
                </a:lnTo>
                <a:lnTo>
                  <a:pt x="335889" y="153314"/>
                </a:lnTo>
                <a:lnTo>
                  <a:pt x="301028" y="153847"/>
                </a:lnTo>
                <a:lnTo>
                  <a:pt x="269125" y="153847"/>
                </a:lnTo>
                <a:lnTo>
                  <a:pt x="273405" y="184404"/>
                </a:lnTo>
                <a:lnTo>
                  <a:pt x="312737" y="184137"/>
                </a:lnTo>
                <a:lnTo>
                  <a:pt x="355815" y="182765"/>
                </a:lnTo>
                <a:lnTo>
                  <a:pt x="400659" y="179387"/>
                </a:lnTo>
                <a:lnTo>
                  <a:pt x="445312" y="173126"/>
                </a:lnTo>
                <a:close/>
              </a:path>
              <a:path w="530860" h="283844">
                <a:moveTo>
                  <a:pt x="496824" y="238963"/>
                </a:moveTo>
                <a:lnTo>
                  <a:pt x="491578" y="223418"/>
                </a:lnTo>
                <a:lnTo>
                  <a:pt x="490359" y="219798"/>
                </a:lnTo>
                <a:lnTo>
                  <a:pt x="471601" y="205854"/>
                </a:lnTo>
                <a:lnTo>
                  <a:pt x="456285" y="201523"/>
                </a:lnTo>
                <a:lnTo>
                  <a:pt x="456285" y="238963"/>
                </a:lnTo>
                <a:lnTo>
                  <a:pt x="453021" y="245846"/>
                </a:lnTo>
                <a:lnTo>
                  <a:pt x="442950" y="250583"/>
                </a:lnTo>
                <a:lnTo>
                  <a:pt x="425678" y="253326"/>
                </a:lnTo>
                <a:lnTo>
                  <a:pt x="400812" y="254203"/>
                </a:lnTo>
                <a:lnTo>
                  <a:pt x="376301" y="253326"/>
                </a:lnTo>
                <a:lnTo>
                  <a:pt x="359206" y="250583"/>
                </a:lnTo>
                <a:lnTo>
                  <a:pt x="349211" y="245846"/>
                </a:lnTo>
                <a:lnTo>
                  <a:pt x="345948" y="238963"/>
                </a:lnTo>
                <a:lnTo>
                  <a:pt x="349211" y="232029"/>
                </a:lnTo>
                <a:lnTo>
                  <a:pt x="359244" y="227190"/>
                </a:lnTo>
                <a:lnTo>
                  <a:pt x="376428" y="224345"/>
                </a:lnTo>
                <a:lnTo>
                  <a:pt x="401116" y="223418"/>
                </a:lnTo>
                <a:lnTo>
                  <a:pt x="425805" y="224345"/>
                </a:lnTo>
                <a:lnTo>
                  <a:pt x="442988" y="227190"/>
                </a:lnTo>
                <a:lnTo>
                  <a:pt x="453021" y="232029"/>
                </a:lnTo>
                <a:lnTo>
                  <a:pt x="456285" y="238963"/>
                </a:lnTo>
                <a:lnTo>
                  <a:pt x="456285" y="201523"/>
                </a:lnTo>
                <a:lnTo>
                  <a:pt x="441528" y="197345"/>
                </a:lnTo>
                <a:lnTo>
                  <a:pt x="401116" y="194462"/>
                </a:lnTo>
                <a:lnTo>
                  <a:pt x="360705" y="197345"/>
                </a:lnTo>
                <a:lnTo>
                  <a:pt x="330631" y="205854"/>
                </a:lnTo>
                <a:lnTo>
                  <a:pt x="311873" y="219798"/>
                </a:lnTo>
                <a:lnTo>
                  <a:pt x="305409" y="238963"/>
                </a:lnTo>
                <a:lnTo>
                  <a:pt x="311873" y="258127"/>
                </a:lnTo>
                <a:lnTo>
                  <a:pt x="330631" y="272072"/>
                </a:lnTo>
                <a:lnTo>
                  <a:pt x="360705" y="280581"/>
                </a:lnTo>
                <a:lnTo>
                  <a:pt x="401116" y="283464"/>
                </a:lnTo>
                <a:lnTo>
                  <a:pt x="441528" y="280581"/>
                </a:lnTo>
                <a:lnTo>
                  <a:pt x="471601" y="272072"/>
                </a:lnTo>
                <a:lnTo>
                  <a:pt x="490359" y="258127"/>
                </a:lnTo>
                <a:lnTo>
                  <a:pt x="491680" y="254203"/>
                </a:lnTo>
                <a:lnTo>
                  <a:pt x="496824" y="238963"/>
                </a:lnTo>
                <a:close/>
              </a:path>
              <a:path w="530860" h="283844">
                <a:moveTo>
                  <a:pt x="530352" y="81686"/>
                </a:moveTo>
                <a:lnTo>
                  <a:pt x="494995" y="81686"/>
                </a:lnTo>
                <a:lnTo>
                  <a:pt x="494995" y="2133"/>
                </a:lnTo>
                <a:lnTo>
                  <a:pt x="454761" y="2133"/>
                </a:lnTo>
                <a:lnTo>
                  <a:pt x="454761" y="191414"/>
                </a:lnTo>
                <a:lnTo>
                  <a:pt x="494995" y="191414"/>
                </a:lnTo>
                <a:lnTo>
                  <a:pt x="494995" y="114909"/>
                </a:lnTo>
                <a:lnTo>
                  <a:pt x="530352" y="114909"/>
                </a:lnTo>
                <a:lnTo>
                  <a:pt x="530352" y="81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2652525" y="2293969"/>
            <a:ext cx="520700" cy="279400"/>
            <a:chOff x="2652525" y="2293969"/>
            <a:chExt cx="520700" cy="279400"/>
          </a:xfrm>
        </p:grpSpPr>
        <p:sp>
          <p:nvSpPr>
            <p:cNvPr id="26" name="object 26" descr=""/>
            <p:cNvSpPr/>
            <p:nvPr/>
          </p:nvSpPr>
          <p:spPr>
            <a:xfrm>
              <a:off x="2652525" y="2293969"/>
              <a:ext cx="234950" cy="279400"/>
            </a:xfrm>
            <a:custGeom>
              <a:avLst/>
              <a:gdLst/>
              <a:ahLst/>
              <a:cxnLst/>
              <a:rect l="l" t="t" r="r" b="b"/>
              <a:pathLst>
                <a:path w="234950" h="279400">
                  <a:moveTo>
                    <a:pt x="232562" y="44500"/>
                  </a:moveTo>
                  <a:lnTo>
                    <a:pt x="192328" y="44500"/>
                  </a:lnTo>
                  <a:lnTo>
                    <a:pt x="192328" y="0"/>
                  </a:lnTo>
                  <a:lnTo>
                    <a:pt x="232562" y="0"/>
                  </a:lnTo>
                  <a:lnTo>
                    <a:pt x="232562" y="44500"/>
                  </a:lnTo>
                  <a:close/>
                </a:path>
                <a:path w="234950" h="279400">
                  <a:moveTo>
                    <a:pt x="15544" y="168249"/>
                  </a:moveTo>
                  <a:lnTo>
                    <a:pt x="0" y="136550"/>
                  </a:lnTo>
                  <a:lnTo>
                    <a:pt x="41895" y="121372"/>
                  </a:lnTo>
                  <a:lnTo>
                    <a:pt x="72047" y="101765"/>
                  </a:lnTo>
                  <a:lnTo>
                    <a:pt x="91168" y="78214"/>
                  </a:lnTo>
                  <a:lnTo>
                    <a:pt x="99974" y="51206"/>
                  </a:lnTo>
                  <a:lnTo>
                    <a:pt x="15240" y="51206"/>
                  </a:lnTo>
                  <a:lnTo>
                    <a:pt x="15240" y="18897"/>
                  </a:lnTo>
                  <a:lnTo>
                    <a:pt x="143865" y="18897"/>
                  </a:lnTo>
                  <a:lnTo>
                    <a:pt x="143751" y="25469"/>
                  </a:lnTo>
                  <a:lnTo>
                    <a:pt x="143408" y="31927"/>
                  </a:lnTo>
                  <a:lnTo>
                    <a:pt x="142836" y="38271"/>
                  </a:lnTo>
                  <a:lnTo>
                    <a:pt x="142036" y="44500"/>
                  </a:lnTo>
                  <a:lnTo>
                    <a:pt x="232562" y="44500"/>
                  </a:lnTo>
                  <a:lnTo>
                    <a:pt x="232562" y="76504"/>
                  </a:lnTo>
                  <a:lnTo>
                    <a:pt x="134112" y="76504"/>
                  </a:lnTo>
                  <a:lnTo>
                    <a:pt x="116957" y="107041"/>
                  </a:lnTo>
                  <a:lnTo>
                    <a:pt x="91516" y="132435"/>
                  </a:lnTo>
                  <a:lnTo>
                    <a:pt x="57731" y="152800"/>
                  </a:lnTo>
                  <a:lnTo>
                    <a:pt x="15544" y="168249"/>
                  </a:lnTo>
                  <a:close/>
                </a:path>
                <a:path w="234950" h="279400">
                  <a:moveTo>
                    <a:pt x="232562" y="161544"/>
                  </a:moveTo>
                  <a:lnTo>
                    <a:pt x="192328" y="161544"/>
                  </a:lnTo>
                  <a:lnTo>
                    <a:pt x="192328" y="134721"/>
                  </a:lnTo>
                  <a:lnTo>
                    <a:pt x="130454" y="134721"/>
                  </a:lnTo>
                  <a:lnTo>
                    <a:pt x="130454" y="102412"/>
                  </a:lnTo>
                  <a:lnTo>
                    <a:pt x="192328" y="102412"/>
                  </a:lnTo>
                  <a:lnTo>
                    <a:pt x="192328" y="76504"/>
                  </a:lnTo>
                  <a:lnTo>
                    <a:pt x="232562" y="76504"/>
                  </a:lnTo>
                  <a:lnTo>
                    <a:pt x="232562" y="161544"/>
                  </a:lnTo>
                  <a:close/>
                </a:path>
                <a:path w="234950" h="279400">
                  <a:moveTo>
                    <a:pt x="139903" y="279196"/>
                  </a:moveTo>
                  <a:lnTo>
                    <a:pt x="100917" y="275220"/>
                  </a:lnTo>
                  <a:lnTo>
                    <a:pt x="71018" y="263842"/>
                  </a:lnTo>
                  <a:lnTo>
                    <a:pt x="51863" y="245892"/>
                  </a:lnTo>
                  <a:lnTo>
                    <a:pt x="45110" y="222199"/>
                  </a:lnTo>
                  <a:lnTo>
                    <a:pt x="51863" y="198505"/>
                  </a:lnTo>
                  <a:lnTo>
                    <a:pt x="71018" y="180555"/>
                  </a:lnTo>
                  <a:lnTo>
                    <a:pt x="100917" y="169178"/>
                  </a:lnTo>
                  <a:lnTo>
                    <a:pt x="139903" y="165201"/>
                  </a:lnTo>
                  <a:lnTo>
                    <a:pt x="178712" y="169178"/>
                  </a:lnTo>
                  <a:lnTo>
                    <a:pt x="208521" y="180555"/>
                  </a:lnTo>
                  <a:lnTo>
                    <a:pt x="225283" y="196291"/>
                  </a:lnTo>
                  <a:lnTo>
                    <a:pt x="139903" y="196291"/>
                  </a:lnTo>
                  <a:lnTo>
                    <a:pt x="116624" y="197939"/>
                  </a:lnTo>
                  <a:lnTo>
                    <a:pt x="99288" y="202844"/>
                  </a:lnTo>
                  <a:lnTo>
                    <a:pt x="88468" y="210950"/>
                  </a:lnTo>
                  <a:lnTo>
                    <a:pt x="84734" y="222199"/>
                  </a:lnTo>
                  <a:lnTo>
                    <a:pt x="88468" y="233448"/>
                  </a:lnTo>
                  <a:lnTo>
                    <a:pt x="99288" y="241554"/>
                  </a:lnTo>
                  <a:lnTo>
                    <a:pt x="116624" y="246459"/>
                  </a:lnTo>
                  <a:lnTo>
                    <a:pt x="139903" y="248107"/>
                  </a:lnTo>
                  <a:lnTo>
                    <a:pt x="225283" y="248107"/>
                  </a:lnTo>
                  <a:lnTo>
                    <a:pt x="208521" y="263842"/>
                  </a:lnTo>
                  <a:lnTo>
                    <a:pt x="178712" y="275220"/>
                  </a:lnTo>
                  <a:lnTo>
                    <a:pt x="139903" y="279196"/>
                  </a:lnTo>
                  <a:close/>
                </a:path>
                <a:path w="234950" h="279400">
                  <a:moveTo>
                    <a:pt x="225283" y="248107"/>
                  </a:moveTo>
                  <a:lnTo>
                    <a:pt x="139903" y="248107"/>
                  </a:lnTo>
                  <a:lnTo>
                    <a:pt x="163006" y="246459"/>
                  </a:lnTo>
                  <a:lnTo>
                    <a:pt x="180251" y="241554"/>
                  </a:lnTo>
                  <a:lnTo>
                    <a:pt x="191038" y="233448"/>
                  </a:lnTo>
                  <a:lnTo>
                    <a:pt x="194767" y="222199"/>
                  </a:lnTo>
                  <a:lnTo>
                    <a:pt x="191038" y="210950"/>
                  </a:lnTo>
                  <a:lnTo>
                    <a:pt x="180251" y="202844"/>
                  </a:lnTo>
                  <a:lnTo>
                    <a:pt x="163006" y="197939"/>
                  </a:lnTo>
                  <a:lnTo>
                    <a:pt x="139903" y="196291"/>
                  </a:lnTo>
                  <a:lnTo>
                    <a:pt x="225283" y="196291"/>
                  </a:lnTo>
                  <a:lnTo>
                    <a:pt x="227642" y="198505"/>
                  </a:lnTo>
                  <a:lnTo>
                    <a:pt x="234391" y="222199"/>
                  </a:lnTo>
                  <a:lnTo>
                    <a:pt x="227642" y="245892"/>
                  </a:lnTo>
                  <a:lnTo>
                    <a:pt x="225283" y="248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8920" y="2318048"/>
              <a:ext cx="253898" cy="222808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3245967" y="2293975"/>
            <a:ext cx="598805" cy="277495"/>
          </a:xfrm>
          <a:custGeom>
            <a:avLst/>
            <a:gdLst/>
            <a:ahLst/>
            <a:cxnLst/>
            <a:rect l="l" t="t" r="r" b="b"/>
            <a:pathLst>
              <a:path w="598804" h="277494">
                <a:moveTo>
                  <a:pt x="149352" y="71628"/>
                </a:moveTo>
                <a:lnTo>
                  <a:pt x="143725" y="46113"/>
                </a:lnTo>
                <a:lnTo>
                  <a:pt x="139179" y="40233"/>
                </a:lnTo>
                <a:lnTo>
                  <a:pt x="128130" y="25946"/>
                </a:lnTo>
                <a:lnTo>
                  <a:pt x="110642" y="16154"/>
                </a:lnTo>
                <a:lnTo>
                  <a:pt x="110642" y="71628"/>
                </a:lnTo>
                <a:lnTo>
                  <a:pt x="107975" y="84937"/>
                </a:lnTo>
                <a:lnTo>
                  <a:pt x="100545" y="94907"/>
                </a:lnTo>
                <a:lnTo>
                  <a:pt x="89166" y="101155"/>
                </a:lnTo>
                <a:lnTo>
                  <a:pt x="74676" y="103327"/>
                </a:lnTo>
                <a:lnTo>
                  <a:pt x="60185" y="101155"/>
                </a:lnTo>
                <a:lnTo>
                  <a:pt x="48806" y="94907"/>
                </a:lnTo>
                <a:lnTo>
                  <a:pt x="41363" y="84937"/>
                </a:lnTo>
                <a:lnTo>
                  <a:pt x="38709" y="71628"/>
                </a:lnTo>
                <a:lnTo>
                  <a:pt x="41363" y="58496"/>
                </a:lnTo>
                <a:lnTo>
                  <a:pt x="48806" y="48615"/>
                </a:lnTo>
                <a:lnTo>
                  <a:pt x="60185" y="42392"/>
                </a:lnTo>
                <a:lnTo>
                  <a:pt x="74676" y="40233"/>
                </a:lnTo>
                <a:lnTo>
                  <a:pt x="89166" y="42392"/>
                </a:lnTo>
                <a:lnTo>
                  <a:pt x="100545" y="48615"/>
                </a:lnTo>
                <a:lnTo>
                  <a:pt x="107975" y="58496"/>
                </a:lnTo>
                <a:lnTo>
                  <a:pt x="110642" y="71628"/>
                </a:lnTo>
                <a:lnTo>
                  <a:pt x="110642" y="16154"/>
                </a:lnTo>
                <a:lnTo>
                  <a:pt x="104470" y="12687"/>
                </a:lnTo>
                <a:lnTo>
                  <a:pt x="74676" y="7924"/>
                </a:lnTo>
                <a:lnTo>
                  <a:pt x="45008" y="12687"/>
                </a:lnTo>
                <a:lnTo>
                  <a:pt x="21336" y="25946"/>
                </a:lnTo>
                <a:lnTo>
                  <a:pt x="5664" y="46113"/>
                </a:lnTo>
                <a:lnTo>
                  <a:pt x="0" y="71628"/>
                </a:lnTo>
                <a:lnTo>
                  <a:pt x="5664" y="97447"/>
                </a:lnTo>
                <a:lnTo>
                  <a:pt x="21336" y="117690"/>
                </a:lnTo>
                <a:lnTo>
                  <a:pt x="45008" y="130911"/>
                </a:lnTo>
                <a:lnTo>
                  <a:pt x="74676" y="135636"/>
                </a:lnTo>
                <a:lnTo>
                  <a:pt x="104470" y="130911"/>
                </a:lnTo>
                <a:lnTo>
                  <a:pt x="128130" y="117690"/>
                </a:lnTo>
                <a:lnTo>
                  <a:pt x="139192" y="103327"/>
                </a:lnTo>
                <a:lnTo>
                  <a:pt x="143725" y="97447"/>
                </a:lnTo>
                <a:lnTo>
                  <a:pt x="149352" y="71628"/>
                </a:lnTo>
                <a:close/>
              </a:path>
              <a:path w="598804" h="277494">
                <a:moveTo>
                  <a:pt x="226771" y="246278"/>
                </a:moveTo>
                <a:lnTo>
                  <a:pt x="73761" y="246278"/>
                </a:lnTo>
                <a:lnTo>
                  <a:pt x="73761" y="227990"/>
                </a:lnTo>
                <a:lnTo>
                  <a:pt x="218846" y="227990"/>
                </a:lnTo>
                <a:lnTo>
                  <a:pt x="218846" y="151180"/>
                </a:lnTo>
                <a:lnTo>
                  <a:pt x="33528" y="151180"/>
                </a:lnTo>
                <a:lnTo>
                  <a:pt x="33528" y="182270"/>
                </a:lnTo>
                <a:lnTo>
                  <a:pt x="179222" y="182270"/>
                </a:lnTo>
                <a:lnTo>
                  <a:pt x="179222" y="199034"/>
                </a:lnTo>
                <a:lnTo>
                  <a:pt x="33832" y="199034"/>
                </a:lnTo>
                <a:lnTo>
                  <a:pt x="33832" y="277368"/>
                </a:lnTo>
                <a:lnTo>
                  <a:pt x="226771" y="277368"/>
                </a:lnTo>
                <a:lnTo>
                  <a:pt x="226771" y="246278"/>
                </a:lnTo>
                <a:close/>
              </a:path>
              <a:path w="598804" h="277494">
                <a:moveTo>
                  <a:pt x="255727" y="53949"/>
                </a:moveTo>
                <a:lnTo>
                  <a:pt x="218846" y="53949"/>
                </a:lnTo>
                <a:lnTo>
                  <a:pt x="218846" y="0"/>
                </a:lnTo>
                <a:lnTo>
                  <a:pt x="178612" y="0"/>
                </a:lnTo>
                <a:lnTo>
                  <a:pt x="178612" y="140208"/>
                </a:lnTo>
                <a:lnTo>
                  <a:pt x="218846" y="140208"/>
                </a:lnTo>
                <a:lnTo>
                  <a:pt x="218846" y="86868"/>
                </a:lnTo>
                <a:lnTo>
                  <a:pt x="255727" y="86868"/>
                </a:lnTo>
                <a:lnTo>
                  <a:pt x="255727" y="53949"/>
                </a:lnTo>
                <a:close/>
              </a:path>
              <a:path w="598804" h="277494">
                <a:moveTo>
                  <a:pt x="440131" y="149352"/>
                </a:moveTo>
                <a:lnTo>
                  <a:pt x="436638" y="124968"/>
                </a:lnTo>
                <a:lnTo>
                  <a:pt x="436575" y="124460"/>
                </a:lnTo>
                <a:lnTo>
                  <a:pt x="435559" y="117348"/>
                </a:lnTo>
                <a:lnTo>
                  <a:pt x="408597" y="120942"/>
                </a:lnTo>
                <a:lnTo>
                  <a:pt x="381457" y="123215"/>
                </a:lnTo>
                <a:lnTo>
                  <a:pt x="352488" y="124460"/>
                </a:lnTo>
                <a:lnTo>
                  <a:pt x="320040" y="124968"/>
                </a:lnTo>
                <a:lnTo>
                  <a:pt x="320040" y="100584"/>
                </a:lnTo>
                <a:lnTo>
                  <a:pt x="409346" y="100584"/>
                </a:lnTo>
                <a:lnTo>
                  <a:pt x="409346" y="15849"/>
                </a:lnTo>
                <a:lnTo>
                  <a:pt x="280111" y="15849"/>
                </a:lnTo>
                <a:lnTo>
                  <a:pt x="280111" y="48158"/>
                </a:lnTo>
                <a:lnTo>
                  <a:pt x="369722" y="48158"/>
                </a:lnTo>
                <a:lnTo>
                  <a:pt x="369722" y="70713"/>
                </a:lnTo>
                <a:lnTo>
                  <a:pt x="280416" y="70713"/>
                </a:lnTo>
                <a:lnTo>
                  <a:pt x="280416" y="157276"/>
                </a:lnTo>
                <a:lnTo>
                  <a:pt x="305104" y="157276"/>
                </a:lnTo>
                <a:lnTo>
                  <a:pt x="343865" y="156984"/>
                </a:lnTo>
                <a:lnTo>
                  <a:pt x="377875" y="155829"/>
                </a:lnTo>
                <a:lnTo>
                  <a:pt x="409257" y="153416"/>
                </a:lnTo>
                <a:lnTo>
                  <a:pt x="440131" y="149352"/>
                </a:lnTo>
                <a:close/>
              </a:path>
              <a:path w="598804" h="277494">
                <a:moveTo>
                  <a:pt x="499262" y="178917"/>
                </a:moveTo>
                <a:lnTo>
                  <a:pt x="459943" y="178917"/>
                </a:lnTo>
                <a:lnTo>
                  <a:pt x="459943" y="210616"/>
                </a:lnTo>
                <a:lnTo>
                  <a:pt x="459943" y="245973"/>
                </a:lnTo>
                <a:lnTo>
                  <a:pt x="352044" y="245973"/>
                </a:lnTo>
                <a:lnTo>
                  <a:pt x="352044" y="210616"/>
                </a:lnTo>
                <a:lnTo>
                  <a:pt x="459943" y="210616"/>
                </a:lnTo>
                <a:lnTo>
                  <a:pt x="459943" y="178917"/>
                </a:lnTo>
                <a:lnTo>
                  <a:pt x="312420" y="178917"/>
                </a:lnTo>
                <a:lnTo>
                  <a:pt x="312420" y="277368"/>
                </a:lnTo>
                <a:lnTo>
                  <a:pt x="499262" y="277368"/>
                </a:lnTo>
                <a:lnTo>
                  <a:pt x="499262" y="245973"/>
                </a:lnTo>
                <a:lnTo>
                  <a:pt x="499262" y="210616"/>
                </a:lnTo>
                <a:lnTo>
                  <a:pt x="499262" y="178917"/>
                </a:lnTo>
                <a:close/>
              </a:path>
              <a:path w="598804" h="277494">
                <a:moveTo>
                  <a:pt x="499262" y="304"/>
                </a:moveTo>
                <a:lnTo>
                  <a:pt x="458724" y="304"/>
                </a:lnTo>
                <a:lnTo>
                  <a:pt x="458724" y="166420"/>
                </a:lnTo>
                <a:lnTo>
                  <a:pt x="499262" y="166420"/>
                </a:lnTo>
                <a:lnTo>
                  <a:pt x="499262" y="304"/>
                </a:lnTo>
                <a:close/>
              </a:path>
              <a:path w="598804" h="277494">
                <a:moveTo>
                  <a:pt x="598627" y="229514"/>
                </a:moveTo>
                <a:lnTo>
                  <a:pt x="596519" y="217995"/>
                </a:lnTo>
                <a:lnTo>
                  <a:pt x="590664" y="208711"/>
                </a:lnTo>
                <a:lnTo>
                  <a:pt x="581774" y="202514"/>
                </a:lnTo>
                <a:lnTo>
                  <a:pt x="570585" y="200253"/>
                </a:lnTo>
                <a:lnTo>
                  <a:pt x="559562" y="202514"/>
                </a:lnTo>
                <a:lnTo>
                  <a:pt x="550773" y="208711"/>
                </a:lnTo>
                <a:lnTo>
                  <a:pt x="544957" y="217995"/>
                </a:lnTo>
                <a:lnTo>
                  <a:pt x="542848" y="229514"/>
                </a:lnTo>
                <a:lnTo>
                  <a:pt x="544957" y="241033"/>
                </a:lnTo>
                <a:lnTo>
                  <a:pt x="550773" y="250317"/>
                </a:lnTo>
                <a:lnTo>
                  <a:pt x="559562" y="256514"/>
                </a:lnTo>
                <a:lnTo>
                  <a:pt x="570585" y="258775"/>
                </a:lnTo>
                <a:lnTo>
                  <a:pt x="581774" y="256514"/>
                </a:lnTo>
                <a:lnTo>
                  <a:pt x="590664" y="250317"/>
                </a:lnTo>
                <a:lnTo>
                  <a:pt x="596519" y="241033"/>
                </a:lnTo>
                <a:lnTo>
                  <a:pt x="598627" y="229514"/>
                </a:lnTo>
                <a:close/>
              </a:path>
              <a:path w="598804" h="277494">
                <a:moveTo>
                  <a:pt x="598627" y="113995"/>
                </a:moveTo>
                <a:lnTo>
                  <a:pt x="596519" y="102349"/>
                </a:lnTo>
                <a:lnTo>
                  <a:pt x="590664" y="93078"/>
                </a:lnTo>
                <a:lnTo>
                  <a:pt x="581774" y="86944"/>
                </a:lnTo>
                <a:lnTo>
                  <a:pt x="570585" y="84734"/>
                </a:lnTo>
                <a:lnTo>
                  <a:pt x="559562" y="86944"/>
                </a:lnTo>
                <a:lnTo>
                  <a:pt x="550773" y="93078"/>
                </a:lnTo>
                <a:lnTo>
                  <a:pt x="544957" y="102349"/>
                </a:lnTo>
                <a:lnTo>
                  <a:pt x="542848" y="113995"/>
                </a:lnTo>
                <a:lnTo>
                  <a:pt x="544957" y="125463"/>
                </a:lnTo>
                <a:lnTo>
                  <a:pt x="550773" y="134645"/>
                </a:lnTo>
                <a:lnTo>
                  <a:pt x="559562" y="140741"/>
                </a:lnTo>
                <a:lnTo>
                  <a:pt x="570585" y="142951"/>
                </a:lnTo>
                <a:lnTo>
                  <a:pt x="581774" y="140741"/>
                </a:lnTo>
                <a:lnTo>
                  <a:pt x="590664" y="134645"/>
                </a:lnTo>
                <a:lnTo>
                  <a:pt x="596519" y="125463"/>
                </a:lnTo>
                <a:lnTo>
                  <a:pt x="598627" y="113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955593" y="2300541"/>
            <a:ext cx="195580" cy="121920"/>
          </a:xfrm>
          <a:custGeom>
            <a:avLst/>
            <a:gdLst/>
            <a:ahLst/>
            <a:cxnLst/>
            <a:rect l="l" t="t" r="r" b="b"/>
            <a:pathLst>
              <a:path w="195579" h="121919">
                <a:moveTo>
                  <a:pt x="195376" y="91440"/>
                </a:moveTo>
                <a:lnTo>
                  <a:pt x="39928" y="91440"/>
                </a:lnTo>
                <a:lnTo>
                  <a:pt x="39928" y="74930"/>
                </a:lnTo>
                <a:lnTo>
                  <a:pt x="186537" y="74930"/>
                </a:lnTo>
                <a:lnTo>
                  <a:pt x="186537" y="45720"/>
                </a:lnTo>
                <a:lnTo>
                  <a:pt x="39928" y="45720"/>
                </a:lnTo>
                <a:lnTo>
                  <a:pt x="39928" y="30480"/>
                </a:lnTo>
                <a:lnTo>
                  <a:pt x="193243" y="30480"/>
                </a:lnTo>
                <a:lnTo>
                  <a:pt x="193243" y="0"/>
                </a:lnTo>
                <a:lnTo>
                  <a:pt x="0" y="0"/>
                </a:lnTo>
                <a:lnTo>
                  <a:pt x="0" y="30480"/>
                </a:lnTo>
                <a:lnTo>
                  <a:pt x="0" y="45720"/>
                </a:lnTo>
                <a:lnTo>
                  <a:pt x="0" y="74930"/>
                </a:lnTo>
                <a:lnTo>
                  <a:pt x="0" y="91440"/>
                </a:lnTo>
                <a:lnTo>
                  <a:pt x="0" y="121920"/>
                </a:lnTo>
                <a:lnTo>
                  <a:pt x="195376" y="121920"/>
                </a:lnTo>
                <a:lnTo>
                  <a:pt x="195376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923893" y="2293975"/>
            <a:ext cx="504825" cy="281305"/>
          </a:xfrm>
          <a:custGeom>
            <a:avLst/>
            <a:gdLst/>
            <a:ahLst/>
            <a:cxnLst/>
            <a:rect l="l" t="t" r="r" b="b"/>
            <a:pathLst>
              <a:path w="504825" h="281305">
                <a:moveTo>
                  <a:pt x="222808" y="195795"/>
                </a:moveTo>
                <a:lnTo>
                  <a:pt x="28346" y="195795"/>
                </a:lnTo>
                <a:lnTo>
                  <a:pt x="28346" y="227545"/>
                </a:lnTo>
                <a:lnTo>
                  <a:pt x="182575" y="227545"/>
                </a:lnTo>
                <a:lnTo>
                  <a:pt x="182575" y="280885"/>
                </a:lnTo>
                <a:lnTo>
                  <a:pt x="222808" y="280885"/>
                </a:lnTo>
                <a:lnTo>
                  <a:pt x="222808" y="227545"/>
                </a:lnTo>
                <a:lnTo>
                  <a:pt x="222808" y="195795"/>
                </a:lnTo>
                <a:close/>
              </a:path>
              <a:path w="504825" h="281305">
                <a:moveTo>
                  <a:pt x="253898" y="145694"/>
                </a:moveTo>
                <a:lnTo>
                  <a:pt x="0" y="145694"/>
                </a:lnTo>
                <a:lnTo>
                  <a:pt x="0" y="177698"/>
                </a:lnTo>
                <a:lnTo>
                  <a:pt x="253898" y="177698"/>
                </a:lnTo>
                <a:lnTo>
                  <a:pt x="253898" y="145694"/>
                </a:lnTo>
                <a:close/>
              </a:path>
              <a:path w="504825" h="281305">
                <a:moveTo>
                  <a:pt x="437692" y="128016"/>
                </a:moveTo>
                <a:lnTo>
                  <a:pt x="400278" y="104851"/>
                </a:lnTo>
                <a:lnTo>
                  <a:pt x="378714" y="72936"/>
                </a:lnTo>
                <a:lnTo>
                  <a:pt x="374294" y="49072"/>
                </a:lnTo>
                <a:lnTo>
                  <a:pt x="428853" y="49072"/>
                </a:lnTo>
                <a:lnTo>
                  <a:pt x="428853" y="16764"/>
                </a:lnTo>
                <a:lnTo>
                  <a:pt x="277977" y="16764"/>
                </a:lnTo>
                <a:lnTo>
                  <a:pt x="277977" y="49072"/>
                </a:lnTo>
                <a:lnTo>
                  <a:pt x="333146" y="49072"/>
                </a:lnTo>
                <a:lnTo>
                  <a:pt x="328561" y="75158"/>
                </a:lnTo>
                <a:lnTo>
                  <a:pt x="316306" y="99517"/>
                </a:lnTo>
                <a:lnTo>
                  <a:pt x="295948" y="120230"/>
                </a:lnTo>
                <a:lnTo>
                  <a:pt x="267004" y="135331"/>
                </a:lnTo>
                <a:lnTo>
                  <a:pt x="287426" y="167030"/>
                </a:lnTo>
                <a:lnTo>
                  <a:pt x="309956" y="156667"/>
                </a:lnTo>
                <a:lnTo>
                  <a:pt x="328612" y="142455"/>
                </a:lnTo>
                <a:lnTo>
                  <a:pt x="343446" y="124980"/>
                </a:lnTo>
                <a:lnTo>
                  <a:pt x="354482" y="104851"/>
                </a:lnTo>
                <a:lnTo>
                  <a:pt x="365302" y="122377"/>
                </a:lnTo>
                <a:lnTo>
                  <a:pt x="379476" y="137617"/>
                </a:lnTo>
                <a:lnTo>
                  <a:pt x="397090" y="150114"/>
                </a:lnTo>
                <a:lnTo>
                  <a:pt x="418185" y="159410"/>
                </a:lnTo>
                <a:lnTo>
                  <a:pt x="437692" y="128016"/>
                </a:lnTo>
                <a:close/>
              </a:path>
              <a:path w="504825" h="281305">
                <a:moveTo>
                  <a:pt x="503224" y="0"/>
                </a:moveTo>
                <a:lnTo>
                  <a:pt x="462991" y="0"/>
                </a:lnTo>
                <a:lnTo>
                  <a:pt x="462991" y="67665"/>
                </a:lnTo>
                <a:lnTo>
                  <a:pt x="420928" y="67665"/>
                </a:lnTo>
                <a:lnTo>
                  <a:pt x="420928" y="100279"/>
                </a:lnTo>
                <a:lnTo>
                  <a:pt x="462991" y="100279"/>
                </a:lnTo>
                <a:lnTo>
                  <a:pt x="462991" y="167030"/>
                </a:lnTo>
                <a:lnTo>
                  <a:pt x="503224" y="167030"/>
                </a:lnTo>
                <a:lnTo>
                  <a:pt x="503224" y="0"/>
                </a:lnTo>
                <a:close/>
              </a:path>
              <a:path w="504825" h="281305">
                <a:moveTo>
                  <a:pt x="504444" y="227076"/>
                </a:moveTo>
                <a:lnTo>
                  <a:pt x="497801" y="204241"/>
                </a:lnTo>
                <a:lnTo>
                  <a:pt x="497090" y="203606"/>
                </a:lnTo>
                <a:lnTo>
                  <a:pt x="478726" y="187299"/>
                </a:lnTo>
                <a:lnTo>
                  <a:pt x="464210" y="182245"/>
                </a:lnTo>
                <a:lnTo>
                  <a:pt x="464210" y="227076"/>
                </a:lnTo>
                <a:lnTo>
                  <a:pt x="460641" y="237426"/>
                </a:lnTo>
                <a:lnTo>
                  <a:pt x="450037" y="244754"/>
                </a:lnTo>
                <a:lnTo>
                  <a:pt x="432587" y="249110"/>
                </a:lnTo>
                <a:lnTo>
                  <a:pt x="408432" y="250545"/>
                </a:lnTo>
                <a:lnTo>
                  <a:pt x="384111" y="249110"/>
                </a:lnTo>
                <a:lnTo>
                  <a:pt x="366560" y="244754"/>
                </a:lnTo>
                <a:lnTo>
                  <a:pt x="355930" y="237426"/>
                </a:lnTo>
                <a:lnTo>
                  <a:pt x="352348" y="227076"/>
                </a:lnTo>
                <a:lnTo>
                  <a:pt x="355930" y="216725"/>
                </a:lnTo>
                <a:lnTo>
                  <a:pt x="366560" y="209397"/>
                </a:lnTo>
                <a:lnTo>
                  <a:pt x="384111" y="205041"/>
                </a:lnTo>
                <a:lnTo>
                  <a:pt x="408432" y="203606"/>
                </a:lnTo>
                <a:lnTo>
                  <a:pt x="432587" y="205041"/>
                </a:lnTo>
                <a:lnTo>
                  <a:pt x="450037" y="209397"/>
                </a:lnTo>
                <a:lnTo>
                  <a:pt x="460641" y="216725"/>
                </a:lnTo>
                <a:lnTo>
                  <a:pt x="464210" y="227076"/>
                </a:lnTo>
                <a:lnTo>
                  <a:pt x="464210" y="182245"/>
                </a:lnTo>
                <a:lnTo>
                  <a:pt x="448513" y="176758"/>
                </a:lnTo>
                <a:lnTo>
                  <a:pt x="408432" y="173126"/>
                </a:lnTo>
                <a:lnTo>
                  <a:pt x="368185" y="176758"/>
                </a:lnTo>
                <a:lnTo>
                  <a:pt x="337870" y="187299"/>
                </a:lnTo>
                <a:lnTo>
                  <a:pt x="318770" y="204241"/>
                </a:lnTo>
                <a:lnTo>
                  <a:pt x="312115" y="227076"/>
                </a:lnTo>
                <a:lnTo>
                  <a:pt x="318770" y="249910"/>
                </a:lnTo>
                <a:lnTo>
                  <a:pt x="337870" y="266852"/>
                </a:lnTo>
                <a:lnTo>
                  <a:pt x="368185" y="277393"/>
                </a:lnTo>
                <a:lnTo>
                  <a:pt x="408432" y="281025"/>
                </a:lnTo>
                <a:lnTo>
                  <a:pt x="448513" y="277393"/>
                </a:lnTo>
                <a:lnTo>
                  <a:pt x="478726" y="266852"/>
                </a:lnTo>
                <a:lnTo>
                  <a:pt x="497090" y="250545"/>
                </a:lnTo>
                <a:lnTo>
                  <a:pt x="497801" y="249910"/>
                </a:lnTo>
                <a:lnTo>
                  <a:pt x="504444" y="227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4519720" y="2293969"/>
            <a:ext cx="788035" cy="279400"/>
            <a:chOff x="4519720" y="2293969"/>
            <a:chExt cx="788035" cy="279400"/>
          </a:xfrm>
        </p:grpSpPr>
        <p:sp>
          <p:nvSpPr>
            <p:cNvPr id="32" name="object 32" descr=""/>
            <p:cNvSpPr/>
            <p:nvPr/>
          </p:nvSpPr>
          <p:spPr>
            <a:xfrm>
              <a:off x="4519720" y="2293969"/>
              <a:ext cx="234950" cy="279400"/>
            </a:xfrm>
            <a:custGeom>
              <a:avLst/>
              <a:gdLst/>
              <a:ahLst/>
              <a:cxnLst/>
              <a:rect l="l" t="t" r="r" b="b"/>
              <a:pathLst>
                <a:path w="234950" h="279400">
                  <a:moveTo>
                    <a:pt x="232562" y="44500"/>
                  </a:moveTo>
                  <a:lnTo>
                    <a:pt x="192328" y="44500"/>
                  </a:lnTo>
                  <a:lnTo>
                    <a:pt x="192328" y="0"/>
                  </a:lnTo>
                  <a:lnTo>
                    <a:pt x="232562" y="0"/>
                  </a:lnTo>
                  <a:lnTo>
                    <a:pt x="232562" y="44500"/>
                  </a:lnTo>
                  <a:close/>
                </a:path>
                <a:path w="234950" h="279400">
                  <a:moveTo>
                    <a:pt x="15544" y="168249"/>
                  </a:moveTo>
                  <a:lnTo>
                    <a:pt x="0" y="136550"/>
                  </a:lnTo>
                  <a:lnTo>
                    <a:pt x="41895" y="121372"/>
                  </a:lnTo>
                  <a:lnTo>
                    <a:pt x="72047" y="101765"/>
                  </a:lnTo>
                  <a:lnTo>
                    <a:pt x="91168" y="78214"/>
                  </a:lnTo>
                  <a:lnTo>
                    <a:pt x="99974" y="51206"/>
                  </a:lnTo>
                  <a:lnTo>
                    <a:pt x="15240" y="51206"/>
                  </a:lnTo>
                  <a:lnTo>
                    <a:pt x="15240" y="18897"/>
                  </a:lnTo>
                  <a:lnTo>
                    <a:pt x="143865" y="18897"/>
                  </a:lnTo>
                  <a:lnTo>
                    <a:pt x="143751" y="25469"/>
                  </a:lnTo>
                  <a:lnTo>
                    <a:pt x="143408" y="31927"/>
                  </a:lnTo>
                  <a:lnTo>
                    <a:pt x="142836" y="38271"/>
                  </a:lnTo>
                  <a:lnTo>
                    <a:pt x="142036" y="44500"/>
                  </a:lnTo>
                  <a:lnTo>
                    <a:pt x="232562" y="44500"/>
                  </a:lnTo>
                  <a:lnTo>
                    <a:pt x="232562" y="76504"/>
                  </a:lnTo>
                  <a:lnTo>
                    <a:pt x="134112" y="76504"/>
                  </a:lnTo>
                  <a:lnTo>
                    <a:pt x="116957" y="107041"/>
                  </a:lnTo>
                  <a:lnTo>
                    <a:pt x="91516" y="132435"/>
                  </a:lnTo>
                  <a:lnTo>
                    <a:pt x="57731" y="152800"/>
                  </a:lnTo>
                  <a:lnTo>
                    <a:pt x="15544" y="168249"/>
                  </a:lnTo>
                  <a:close/>
                </a:path>
                <a:path w="234950" h="279400">
                  <a:moveTo>
                    <a:pt x="232562" y="161544"/>
                  </a:moveTo>
                  <a:lnTo>
                    <a:pt x="192328" y="161544"/>
                  </a:lnTo>
                  <a:lnTo>
                    <a:pt x="192328" y="134721"/>
                  </a:lnTo>
                  <a:lnTo>
                    <a:pt x="130454" y="134721"/>
                  </a:lnTo>
                  <a:lnTo>
                    <a:pt x="130454" y="102412"/>
                  </a:lnTo>
                  <a:lnTo>
                    <a:pt x="192328" y="102412"/>
                  </a:lnTo>
                  <a:lnTo>
                    <a:pt x="192328" y="76504"/>
                  </a:lnTo>
                  <a:lnTo>
                    <a:pt x="232562" y="76504"/>
                  </a:lnTo>
                  <a:lnTo>
                    <a:pt x="232562" y="161544"/>
                  </a:lnTo>
                  <a:close/>
                </a:path>
                <a:path w="234950" h="279400">
                  <a:moveTo>
                    <a:pt x="139903" y="279196"/>
                  </a:moveTo>
                  <a:lnTo>
                    <a:pt x="100917" y="275220"/>
                  </a:lnTo>
                  <a:lnTo>
                    <a:pt x="71018" y="263842"/>
                  </a:lnTo>
                  <a:lnTo>
                    <a:pt x="51863" y="245892"/>
                  </a:lnTo>
                  <a:lnTo>
                    <a:pt x="45110" y="222199"/>
                  </a:lnTo>
                  <a:lnTo>
                    <a:pt x="51863" y="198505"/>
                  </a:lnTo>
                  <a:lnTo>
                    <a:pt x="71018" y="180555"/>
                  </a:lnTo>
                  <a:lnTo>
                    <a:pt x="100917" y="169178"/>
                  </a:lnTo>
                  <a:lnTo>
                    <a:pt x="139903" y="165201"/>
                  </a:lnTo>
                  <a:lnTo>
                    <a:pt x="178712" y="169178"/>
                  </a:lnTo>
                  <a:lnTo>
                    <a:pt x="208521" y="180555"/>
                  </a:lnTo>
                  <a:lnTo>
                    <a:pt x="225283" y="196291"/>
                  </a:lnTo>
                  <a:lnTo>
                    <a:pt x="139903" y="196291"/>
                  </a:lnTo>
                  <a:lnTo>
                    <a:pt x="116624" y="197939"/>
                  </a:lnTo>
                  <a:lnTo>
                    <a:pt x="99288" y="202844"/>
                  </a:lnTo>
                  <a:lnTo>
                    <a:pt x="88468" y="210950"/>
                  </a:lnTo>
                  <a:lnTo>
                    <a:pt x="84734" y="222199"/>
                  </a:lnTo>
                  <a:lnTo>
                    <a:pt x="88468" y="233448"/>
                  </a:lnTo>
                  <a:lnTo>
                    <a:pt x="99288" y="241554"/>
                  </a:lnTo>
                  <a:lnTo>
                    <a:pt x="116624" y="246459"/>
                  </a:lnTo>
                  <a:lnTo>
                    <a:pt x="139903" y="248107"/>
                  </a:lnTo>
                  <a:lnTo>
                    <a:pt x="225283" y="248107"/>
                  </a:lnTo>
                  <a:lnTo>
                    <a:pt x="208521" y="263842"/>
                  </a:lnTo>
                  <a:lnTo>
                    <a:pt x="178712" y="275220"/>
                  </a:lnTo>
                  <a:lnTo>
                    <a:pt x="139903" y="279196"/>
                  </a:lnTo>
                  <a:close/>
                </a:path>
                <a:path w="234950" h="279400">
                  <a:moveTo>
                    <a:pt x="225283" y="248107"/>
                  </a:moveTo>
                  <a:lnTo>
                    <a:pt x="139903" y="248107"/>
                  </a:lnTo>
                  <a:lnTo>
                    <a:pt x="163006" y="246459"/>
                  </a:lnTo>
                  <a:lnTo>
                    <a:pt x="180251" y="241554"/>
                  </a:lnTo>
                  <a:lnTo>
                    <a:pt x="191038" y="233448"/>
                  </a:lnTo>
                  <a:lnTo>
                    <a:pt x="194767" y="222199"/>
                  </a:lnTo>
                  <a:lnTo>
                    <a:pt x="191038" y="210950"/>
                  </a:lnTo>
                  <a:lnTo>
                    <a:pt x="180251" y="202844"/>
                  </a:lnTo>
                  <a:lnTo>
                    <a:pt x="163006" y="197939"/>
                  </a:lnTo>
                  <a:lnTo>
                    <a:pt x="139903" y="196291"/>
                  </a:lnTo>
                  <a:lnTo>
                    <a:pt x="225283" y="196291"/>
                  </a:lnTo>
                  <a:lnTo>
                    <a:pt x="227642" y="198505"/>
                  </a:lnTo>
                  <a:lnTo>
                    <a:pt x="234391" y="222199"/>
                  </a:lnTo>
                  <a:lnTo>
                    <a:pt x="227642" y="245892"/>
                  </a:lnTo>
                  <a:lnTo>
                    <a:pt x="225283" y="248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6115" y="2318048"/>
              <a:ext cx="253898" cy="22280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054035" y="2299456"/>
              <a:ext cx="254000" cy="272415"/>
            </a:xfrm>
            <a:custGeom>
              <a:avLst/>
              <a:gdLst/>
              <a:ahLst/>
              <a:cxnLst/>
              <a:rect l="l" t="t" r="r" b="b"/>
              <a:pathLst>
                <a:path w="254000" h="272414">
                  <a:moveTo>
                    <a:pt x="126796" y="109118"/>
                  </a:moveTo>
                  <a:lnTo>
                    <a:pt x="84834" y="105394"/>
                  </a:lnTo>
                  <a:lnTo>
                    <a:pt x="52844" y="94640"/>
                  </a:lnTo>
                  <a:lnTo>
                    <a:pt x="32456" y="77485"/>
                  </a:lnTo>
                  <a:lnTo>
                    <a:pt x="25298" y="54559"/>
                  </a:lnTo>
                  <a:lnTo>
                    <a:pt x="32456" y="31761"/>
                  </a:lnTo>
                  <a:lnTo>
                    <a:pt x="52844" y="14592"/>
                  </a:lnTo>
                  <a:lnTo>
                    <a:pt x="84834" y="3767"/>
                  </a:lnTo>
                  <a:lnTo>
                    <a:pt x="126796" y="0"/>
                  </a:lnTo>
                  <a:lnTo>
                    <a:pt x="168806" y="3767"/>
                  </a:lnTo>
                  <a:lnTo>
                    <a:pt x="200901" y="14592"/>
                  </a:lnTo>
                  <a:lnTo>
                    <a:pt x="220228" y="30784"/>
                  </a:lnTo>
                  <a:lnTo>
                    <a:pt x="126796" y="30784"/>
                  </a:lnTo>
                  <a:lnTo>
                    <a:pt x="101341" y="32270"/>
                  </a:lnTo>
                  <a:lnTo>
                    <a:pt x="82486" y="36728"/>
                  </a:lnTo>
                  <a:lnTo>
                    <a:pt x="70775" y="44157"/>
                  </a:lnTo>
                  <a:lnTo>
                    <a:pt x="66751" y="54559"/>
                  </a:lnTo>
                  <a:lnTo>
                    <a:pt x="70775" y="64960"/>
                  </a:lnTo>
                  <a:lnTo>
                    <a:pt x="82486" y="72390"/>
                  </a:lnTo>
                  <a:lnTo>
                    <a:pt x="101341" y="76847"/>
                  </a:lnTo>
                  <a:lnTo>
                    <a:pt x="126796" y="78333"/>
                  </a:lnTo>
                  <a:lnTo>
                    <a:pt x="220381" y="78333"/>
                  </a:lnTo>
                  <a:lnTo>
                    <a:pt x="200901" y="94640"/>
                  </a:lnTo>
                  <a:lnTo>
                    <a:pt x="168806" y="105394"/>
                  </a:lnTo>
                  <a:lnTo>
                    <a:pt x="126796" y="109118"/>
                  </a:lnTo>
                  <a:close/>
                </a:path>
                <a:path w="254000" h="272414">
                  <a:moveTo>
                    <a:pt x="220381" y="78333"/>
                  </a:moveTo>
                  <a:lnTo>
                    <a:pt x="126796" y="78333"/>
                  </a:lnTo>
                  <a:lnTo>
                    <a:pt x="152428" y="76847"/>
                  </a:lnTo>
                  <a:lnTo>
                    <a:pt x="171373" y="72390"/>
                  </a:lnTo>
                  <a:lnTo>
                    <a:pt x="183118" y="64960"/>
                  </a:lnTo>
                  <a:lnTo>
                    <a:pt x="187147" y="54559"/>
                  </a:lnTo>
                  <a:lnTo>
                    <a:pt x="183118" y="44157"/>
                  </a:lnTo>
                  <a:lnTo>
                    <a:pt x="171373" y="36728"/>
                  </a:lnTo>
                  <a:lnTo>
                    <a:pt x="152428" y="32270"/>
                  </a:lnTo>
                  <a:lnTo>
                    <a:pt x="126796" y="30784"/>
                  </a:lnTo>
                  <a:lnTo>
                    <a:pt x="220228" y="30784"/>
                  </a:lnTo>
                  <a:lnTo>
                    <a:pt x="221394" y="31761"/>
                  </a:lnTo>
                  <a:lnTo>
                    <a:pt x="228600" y="54559"/>
                  </a:lnTo>
                  <a:lnTo>
                    <a:pt x="221394" y="77485"/>
                  </a:lnTo>
                  <a:lnTo>
                    <a:pt x="220381" y="78333"/>
                  </a:lnTo>
                  <a:close/>
                </a:path>
                <a:path w="254000" h="272414">
                  <a:moveTo>
                    <a:pt x="223418" y="271881"/>
                  </a:moveTo>
                  <a:lnTo>
                    <a:pt x="29565" y="271881"/>
                  </a:lnTo>
                  <a:lnTo>
                    <a:pt x="29565" y="176784"/>
                  </a:lnTo>
                  <a:lnTo>
                    <a:pt x="223418" y="176784"/>
                  </a:lnTo>
                  <a:lnTo>
                    <a:pt x="223418" y="208178"/>
                  </a:lnTo>
                  <a:lnTo>
                    <a:pt x="68884" y="208178"/>
                  </a:lnTo>
                  <a:lnTo>
                    <a:pt x="68884" y="240487"/>
                  </a:lnTo>
                  <a:lnTo>
                    <a:pt x="223418" y="240487"/>
                  </a:lnTo>
                  <a:lnTo>
                    <a:pt x="223418" y="271881"/>
                  </a:lnTo>
                  <a:close/>
                </a:path>
                <a:path w="254000" h="272414">
                  <a:moveTo>
                    <a:pt x="223418" y="240487"/>
                  </a:moveTo>
                  <a:lnTo>
                    <a:pt x="183794" y="240487"/>
                  </a:lnTo>
                  <a:lnTo>
                    <a:pt x="183794" y="208178"/>
                  </a:lnTo>
                  <a:lnTo>
                    <a:pt x="223418" y="208178"/>
                  </a:lnTo>
                  <a:lnTo>
                    <a:pt x="223418" y="240487"/>
                  </a:lnTo>
                  <a:close/>
                </a:path>
                <a:path w="254000" h="272414">
                  <a:moveTo>
                    <a:pt x="253593" y="156972"/>
                  </a:moveTo>
                  <a:lnTo>
                    <a:pt x="0" y="156972"/>
                  </a:lnTo>
                  <a:lnTo>
                    <a:pt x="0" y="125272"/>
                  </a:lnTo>
                  <a:lnTo>
                    <a:pt x="253593" y="125272"/>
                  </a:lnTo>
                  <a:lnTo>
                    <a:pt x="253593" y="156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/>
          <p:nvPr/>
        </p:nvSpPr>
        <p:spPr>
          <a:xfrm>
            <a:off x="5383263" y="2293975"/>
            <a:ext cx="497840" cy="281305"/>
          </a:xfrm>
          <a:custGeom>
            <a:avLst/>
            <a:gdLst/>
            <a:ahLst/>
            <a:cxnLst/>
            <a:rect l="l" t="t" r="r" b="b"/>
            <a:pathLst>
              <a:path w="497839" h="281305">
                <a:moveTo>
                  <a:pt x="152704" y="89306"/>
                </a:moveTo>
                <a:lnTo>
                  <a:pt x="146837" y="60680"/>
                </a:lnTo>
                <a:lnTo>
                  <a:pt x="141160" y="52730"/>
                </a:lnTo>
                <a:lnTo>
                  <a:pt x="130721" y="38100"/>
                </a:lnTo>
                <a:lnTo>
                  <a:pt x="113385" y="27495"/>
                </a:lnTo>
                <a:lnTo>
                  <a:pt x="113385" y="89306"/>
                </a:lnTo>
                <a:lnTo>
                  <a:pt x="110578" y="104495"/>
                </a:lnTo>
                <a:lnTo>
                  <a:pt x="102831" y="115900"/>
                </a:lnTo>
                <a:lnTo>
                  <a:pt x="91135" y="123088"/>
                </a:lnTo>
                <a:lnTo>
                  <a:pt x="76504" y="125577"/>
                </a:lnTo>
                <a:lnTo>
                  <a:pt x="61950" y="123088"/>
                </a:lnTo>
                <a:lnTo>
                  <a:pt x="50139" y="115900"/>
                </a:lnTo>
                <a:lnTo>
                  <a:pt x="42214" y="104495"/>
                </a:lnTo>
                <a:lnTo>
                  <a:pt x="39319" y="89306"/>
                </a:lnTo>
                <a:lnTo>
                  <a:pt x="42214" y="73825"/>
                </a:lnTo>
                <a:lnTo>
                  <a:pt x="50139" y="62331"/>
                </a:lnTo>
                <a:lnTo>
                  <a:pt x="61950" y="55194"/>
                </a:lnTo>
                <a:lnTo>
                  <a:pt x="76504" y="52730"/>
                </a:lnTo>
                <a:lnTo>
                  <a:pt x="91135" y="55194"/>
                </a:lnTo>
                <a:lnTo>
                  <a:pt x="102831" y="62331"/>
                </a:lnTo>
                <a:lnTo>
                  <a:pt x="110578" y="73825"/>
                </a:lnTo>
                <a:lnTo>
                  <a:pt x="113385" y="89306"/>
                </a:lnTo>
                <a:lnTo>
                  <a:pt x="113385" y="27495"/>
                </a:lnTo>
                <a:lnTo>
                  <a:pt x="106540" y="23304"/>
                </a:lnTo>
                <a:lnTo>
                  <a:pt x="76504" y="17983"/>
                </a:lnTo>
                <a:lnTo>
                  <a:pt x="46418" y="23304"/>
                </a:lnTo>
                <a:lnTo>
                  <a:pt x="22136" y="38100"/>
                </a:lnTo>
                <a:lnTo>
                  <a:pt x="5905" y="60680"/>
                </a:lnTo>
                <a:lnTo>
                  <a:pt x="0" y="89306"/>
                </a:lnTo>
                <a:lnTo>
                  <a:pt x="5905" y="117640"/>
                </a:lnTo>
                <a:lnTo>
                  <a:pt x="22136" y="140131"/>
                </a:lnTo>
                <a:lnTo>
                  <a:pt x="46418" y="154978"/>
                </a:lnTo>
                <a:lnTo>
                  <a:pt x="76504" y="160324"/>
                </a:lnTo>
                <a:lnTo>
                  <a:pt x="106540" y="154978"/>
                </a:lnTo>
                <a:lnTo>
                  <a:pt x="130721" y="140131"/>
                </a:lnTo>
                <a:lnTo>
                  <a:pt x="141147" y="125577"/>
                </a:lnTo>
                <a:lnTo>
                  <a:pt x="146837" y="117640"/>
                </a:lnTo>
                <a:lnTo>
                  <a:pt x="152704" y="89306"/>
                </a:lnTo>
                <a:close/>
              </a:path>
              <a:path w="497839" h="281305">
                <a:moveTo>
                  <a:pt x="229209" y="304"/>
                </a:moveTo>
                <a:lnTo>
                  <a:pt x="188671" y="304"/>
                </a:lnTo>
                <a:lnTo>
                  <a:pt x="188671" y="201777"/>
                </a:lnTo>
                <a:lnTo>
                  <a:pt x="229209" y="201777"/>
                </a:lnTo>
                <a:lnTo>
                  <a:pt x="229209" y="304"/>
                </a:lnTo>
                <a:close/>
              </a:path>
              <a:path w="497839" h="281305">
                <a:moveTo>
                  <a:pt x="236220" y="243840"/>
                </a:moveTo>
                <a:lnTo>
                  <a:pt x="82600" y="243840"/>
                </a:lnTo>
                <a:lnTo>
                  <a:pt x="82600" y="181965"/>
                </a:lnTo>
                <a:lnTo>
                  <a:pt x="42367" y="181965"/>
                </a:lnTo>
                <a:lnTo>
                  <a:pt x="42367" y="275844"/>
                </a:lnTo>
                <a:lnTo>
                  <a:pt x="236220" y="275844"/>
                </a:lnTo>
                <a:lnTo>
                  <a:pt x="236220" y="243840"/>
                </a:lnTo>
                <a:close/>
              </a:path>
              <a:path w="497839" h="281305">
                <a:moveTo>
                  <a:pt x="436168" y="122224"/>
                </a:moveTo>
                <a:lnTo>
                  <a:pt x="396862" y="98755"/>
                </a:lnTo>
                <a:lnTo>
                  <a:pt x="374738" y="65341"/>
                </a:lnTo>
                <a:lnTo>
                  <a:pt x="370941" y="39624"/>
                </a:lnTo>
                <a:lnTo>
                  <a:pt x="370941" y="12801"/>
                </a:lnTo>
                <a:lnTo>
                  <a:pt x="330098" y="12801"/>
                </a:lnTo>
                <a:lnTo>
                  <a:pt x="330098" y="39624"/>
                </a:lnTo>
                <a:lnTo>
                  <a:pt x="326224" y="66192"/>
                </a:lnTo>
                <a:lnTo>
                  <a:pt x="314172" y="90982"/>
                </a:lnTo>
                <a:lnTo>
                  <a:pt x="293319" y="111887"/>
                </a:lnTo>
                <a:lnTo>
                  <a:pt x="263042" y="126796"/>
                </a:lnTo>
                <a:lnTo>
                  <a:pt x="282854" y="158496"/>
                </a:lnTo>
                <a:lnTo>
                  <a:pt x="305612" y="148475"/>
                </a:lnTo>
                <a:lnTo>
                  <a:pt x="324535" y="134797"/>
                </a:lnTo>
                <a:lnTo>
                  <a:pt x="339686" y="118033"/>
                </a:lnTo>
                <a:lnTo>
                  <a:pt x="351129" y="98755"/>
                </a:lnTo>
                <a:lnTo>
                  <a:pt x="362229" y="116636"/>
                </a:lnTo>
                <a:lnTo>
                  <a:pt x="376809" y="132054"/>
                </a:lnTo>
                <a:lnTo>
                  <a:pt x="394931" y="144614"/>
                </a:lnTo>
                <a:lnTo>
                  <a:pt x="416661" y="153924"/>
                </a:lnTo>
                <a:lnTo>
                  <a:pt x="436168" y="122224"/>
                </a:lnTo>
                <a:close/>
              </a:path>
              <a:path w="497839" h="281305">
                <a:moveTo>
                  <a:pt x="497433" y="179527"/>
                </a:moveTo>
                <a:lnTo>
                  <a:pt x="306019" y="179527"/>
                </a:lnTo>
                <a:lnTo>
                  <a:pt x="306019" y="211836"/>
                </a:lnTo>
                <a:lnTo>
                  <a:pt x="456895" y="211836"/>
                </a:lnTo>
                <a:lnTo>
                  <a:pt x="456895" y="281025"/>
                </a:lnTo>
                <a:lnTo>
                  <a:pt x="497433" y="281025"/>
                </a:lnTo>
                <a:lnTo>
                  <a:pt x="497433" y="179527"/>
                </a:lnTo>
                <a:close/>
              </a:path>
              <a:path w="497839" h="281305">
                <a:moveTo>
                  <a:pt x="497433" y="0"/>
                </a:moveTo>
                <a:lnTo>
                  <a:pt x="456895" y="0"/>
                </a:lnTo>
                <a:lnTo>
                  <a:pt x="456895" y="167335"/>
                </a:lnTo>
                <a:lnTo>
                  <a:pt x="497433" y="167335"/>
                </a:lnTo>
                <a:lnTo>
                  <a:pt x="497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4622015" y="8222638"/>
            <a:ext cx="949960" cy="204470"/>
            <a:chOff x="4622015" y="8222638"/>
            <a:chExt cx="949960" cy="204470"/>
          </a:xfrm>
        </p:grpSpPr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8133" y="8235084"/>
              <a:ext cx="143765" cy="18796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2015" y="8231528"/>
              <a:ext cx="146051" cy="19507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68221" y="8235084"/>
              <a:ext cx="143765" cy="18796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6117" y="8222638"/>
              <a:ext cx="435361" cy="196433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43758" y="8209684"/>
            <a:ext cx="434853" cy="235460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6148659" y="8210700"/>
            <a:ext cx="422275" cy="234950"/>
            <a:chOff x="6148659" y="8210700"/>
            <a:chExt cx="422275" cy="234950"/>
          </a:xfrm>
        </p:grpSpPr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48659" y="8210700"/>
              <a:ext cx="196852" cy="23469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73198" y="8210954"/>
              <a:ext cx="197614" cy="233682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6598996" y="8220964"/>
            <a:ext cx="212090" cy="219710"/>
          </a:xfrm>
          <a:custGeom>
            <a:avLst/>
            <a:gdLst/>
            <a:ahLst/>
            <a:cxnLst/>
            <a:rect l="l" t="t" r="r" b="b"/>
            <a:pathLst>
              <a:path w="212090" h="219709">
                <a:moveTo>
                  <a:pt x="188226" y="62230"/>
                </a:moveTo>
                <a:lnTo>
                  <a:pt x="58928" y="62230"/>
                </a:lnTo>
                <a:lnTo>
                  <a:pt x="58928" y="26670"/>
                </a:lnTo>
                <a:lnTo>
                  <a:pt x="186448" y="26670"/>
                </a:lnTo>
                <a:lnTo>
                  <a:pt x="186448" y="0"/>
                </a:lnTo>
                <a:lnTo>
                  <a:pt x="25654" y="0"/>
                </a:lnTo>
                <a:lnTo>
                  <a:pt x="25654" y="26670"/>
                </a:lnTo>
                <a:lnTo>
                  <a:pt x="25654" y="62230"/>
                </a:lnTo>
                <a:lnTo>
                  <a:pt x="25654" y="88900"/>
                </a:lnTo>
                <a:lnTo>
                  <a:pt x="188226" y="88900"/>
                </a:lnTo>
                <a:lnTo>
                  <a:pt x="188226" y="62230"/>
                </a:lnTo>
                <a:close/>
              </a:path>
              <a:path w="212090" h="219709">
                <a:moveTo>
                  <a:pt x="189750" y="193040"/>
                </a:moveTo>
                <a:lnTo>
                  <a:pt x="58166" y="193040"/>
                </a:lnTo>
                <a:lnTo>
                  <a:pt x="58166" y="152400"/>
                </a:lnTo>
                <a:lnTo>
                  <a:pt x="24638" y="152400"/>
                </a:lnTo>
                <a:lnTo>
                  <a:pt x="24638" y="193040"/>
                </a:lnTo>
                <a:lnTo>
                  <a:pt x="24638" y="219710"/>
                </a:lnTo>
                <a:lnTo>
                  <a:pt x="189750" y="219710"/>
                </a:lnTo>
                <a:lnTo>
                  <a:pt x="189750" y="193040"/>
                </a:lnTo>
                <a:close/>
              </a:path>
              <a:path w="212090" h="219709">
                <a:moveTo>
                  <a:pt x="211848" y="105562"/>
                </a:moveTo>
                <a:lnTo>
                  <a:pt x="0" y="105562"/>
                </a:lnTo>
                <a:lnTo>
                  <a:pt x="0" y="132486"/>
                </a:lnTo>
                <a:lnTo>
                  <a:pt x="92456" y="132486"/>
                </a:lnTo>
                <a:lnTo>
                  <a:pt x="92456" y="170853"/>
                </a:lnTo>
                <a:lnTo>
                  <a:pt x="126250" y="170853"/>
                </a:lnTo>
                <a:lnTo>
                  <a:pt x="126250" y="132486"/>
                </a:lnTo>
                <a:lnTo>
                  <a:pt x="211848" y="132486"/>
                </a:lnTo>
                <a:lnTo>
                  <a:pt x="211848" y="105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82640" y="8210954"/>
            <a:ext cx="420375" cy="234787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7392621" y="8210700"/>
            <a:ext cx="862965" cy="234950"/>
            <a:chOff x="7392621" y="8210700"/>
            <a:chExt cx="862965" cy="234950"/>
          </a:xfrm>
        </p:grpSpPr>
        <p:pic>
          <p:nvPicPr>
            <p:cNvPr id="48" name="object 4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2621" y="8210954"/>
              <a:ext cx="195328" cy="23266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7614615" y="8210702"/>
              <a:ext cx="640715" cy="234950"/>
            </a:xfrm>
            <a:custGeom>
              <a:avLst/>
              <a:gdLst/>
              <a:ahLst/>
              <a:cxnLst/>
              <a:rect l="l" t="t" r="r" b="b"/>
              <a:pathLst>
                <a:path w="640715" h="234950">
                  <a:moveTo>
                    <a:pt x="191262" y="20320"/>
                  </a:moveTo>
                  <a:lnTo>
                    <a:pt x="21336" y="20320"/>
                  </a:lnTo>
                  <a:lnTo>
                    <a:pt x="21336" y="46990"/>
                  </a:lnTo>
                  <a:lnTo>
                    <a:pt x="157734" y="46990"/>
                  </a:lnTo>
                  <a:lnTo>
                    <a:pt x="157518" y="68478"/>
                  </a:lnTo>
                  <a:lnTo>
                    <a:pt x="156375" y="92557"/>
                  </a:lnTo>
                  <a:lnTo>
                    <a:pt x="153555" y="119824"/>
                  </a:lnTo>
                  <a:lnTo>
                    <a:pt x="153479" y="120294"/>
                  </a:lnTo>
                  <a:lnTo>
                    <a:pt x="148336" y="150876"/>
                  </a:lnTo>
                  <a:lnTo>
                    <a:pt x="181864" y="154686"/>
                  </a:lnTo>
                  <a:lnTo>
                    <a:pt x="187299" y="120294"/>
                  </a:lnTo>
                  <a:lnTo>
                    <a:pt x="187337" y="119824"/>
                  </a:lnTo>
                  <a:lnTo>
                    <a:pt x="190093" y="90970"/>
                  </a:lnTo>
                  <a:lnTo>
                    <a:pt x="191122" y="65506"/>
                  </a:lnTo>
                  <a:lnTo>
                    <a:pt x="191236" y="46990"/>
                  </a:lnTo>
                  <a:lnTo>
                    <a:pt x="191262" y="20320"/>
                  </a:lnTo>
                  <a:close/>
                </a:path>
                <a:path w="640715" h="234950">
                  <a:moveTo>
                    <a:pt x="211582" y="179082"/>
                  </a:moveTo>
                  <a:lnTo>
                    <a:pt x="108204" y="179082"/>
                  </a:lnTo>
                  <a:lnTo>
                    <a:pt x="108204" y="98552"/>
                  </a:lnTo>
                  <a:lnTo>
                    <a:pt x="74676" y="98552"/>
                  </a:lnTo>
                  <a:lnTo>
                    <a:pt x="74676" y="179082"/>
                  </a:lnTo>
                  <a:lnTo>
                    <a:pt x="0" y="179082"/>
                  </a:lnTo>
                  <a:lnTo>
                    <a:pt x="0" y="206006"/>
                  </a:lnTo>
                  <a:lnTo>
                    <a:pt x="211582" y="206006"/>
                  </a:lnTo>
                  <a:lnTo>
                    <a:pt x="211582" y="179082"/>
                  </a:lnTo>
                  <a:close/>
                </a:path>
                <a:path w="640715" h="234950">
                  <a:moveTo>
                    <a:pt x="409448" y="152146"/>
                  </a:moveTo>
                  <a:lnTo>
                    <a:pt x="376428" y="152146"/>
                  </a:lnTo>
                  <a:lnTo>
                    <a:pt x="376428" y="178320"/>
                  </a:lnTo>
                  <a:lnTo>
                    <a:pt x="376428" y="205244"/>
                  </a:lnTo>
                  <a:lnTo>
                    <a:pt x="280670" y="205244"/>
                  </a:lnTo>
                  <a:lnTo>
                    <a:pt x="280670" y="178320"/>
                  </a:lnTo>
                  <a:lnTo>
                    <a:pt x="376428" y="178320"/>
                  </a:lnTo>
                  <a:lnTo>
                    <a:pt x="376428" y="152146"/>
                  </a:lnTo>
                  <a:lnTo>
                    <a:pt x="247904" y="152146"/>
                  </a:lnTo>
                  <a:lnTo>
                    <a:pt x="247904" y="231406"/>
                  </a:lnTo>
                  <a:lnTo>
                    <a:pt x="409448" y="231406"/>
                  </a:lnTo>
                  <a:lnTo>
                    <a:pt x="409448" y="205244"/>
                  </a:lnTo>
                  <a:lnTo>
                    <a:pt x="409448" y="178320"/>
                  </a:lnTo>
                  <a:lnTo>
                    <a:pt x="409448" y="152146"/>
                  </a:lnTo>
                  <a:close/>
                </a:path>
                <a:path w="640715" h="234950">
                  <a:moveTo>
                    <a:pt x="413766" y="50292"/>
                  </a:moveTo>
                  <a:lnTo>
                    <a:pt x="407771" y="31292"/>
                  </a:lnTo>
                  <a:lnTo>
                    <a:pt x="406793" y="30480"/>
                  </a:lnTo>
                  <a:lnTo>
                    <a:pt x="390690" y="16992"/>
                  </a:lnTo>
                  <a:lnTo>
                    <a:pt x="379222" y="13131"/>
                  </a:lnTo>
                  <a:lnTo>
                    <a:pt x="379222" y="50292"/>
                  </a:lnTo>
                  <a:lnTo>
                    <a:pt x="375869" y="58966"/>
                  </a:lnTo>
                  <a:lnTo>
                    <a:pt x="366077" y="65151"/>
                  </a:lnTo>
                  <a:lnTo>
                    <a:pt x="350291" y="68872"/>
                  </a:lnTo>
                  <a:lnTo>
                    <a:pt x="328930" y="70104"/>
                  </a:lnTo>
                  <a:lnTo>
                    <a:pt x="307721" y="68872"/>
                  </a:lnTo>
                  <a:lnTo>
                    <a:pt x="292011" y="65151"/>
                  </a:lnTo>
                  <a:lnTo>
                    <a:pt x="282244" y="58966"/>
                  </a:lnTo>
                  <a:lnTo>
                    <a:pt x="278892" y="50292"/>
                  </a:lnTo>
                  <a:lnTo>
                    <a:pt x="282244" y="41630"/>
                  </a:lnTo>
                  <a:lnTo>
                    <a:pt x="292011" y="35433"/>
                  </a:lnTo>
                  <a:lnTo>
                    <a:pt x="307721" y="31724"/>
                  </a:lnTo>
                  <a:lnTo>
                    <a:pt x="328930" y="30480"/>
                  </a:lnTo>
                  <a:lnTo>
                    <a:pt x="350291" y="31724"/>
                  </a:lnTo>
                  <a:lnTo>
                    <a:pt x="366077" y="35433"/>
                  </a:lnTo>
                  <a:lnTo>
                    <a:pt x="375869" y="41630"/>
                  </a:lnTo>
                  <a:lnTo>
                    <a:pt x="379222" y="50292"/>
                  </a:lnTo>
                  <a:lnTo>
                    <a:pt x="379222" y="13131"/>
                  </a:lnTo>
                  <a:lnTo>
                    <a:pt x="363943" y="7975"/>
                  </a:lnTo>
                  <a:lnTo>
                    <a:pt x="328930" y="4826"/>
                  </a:lnTo>
                  <a:lnTo>
                    <a:pt x="293966" y="7975"/>
                  </a:lnTo>
                  <a:lnTo>
                    <a:pt x="267309" y="16992"/>
                  </a:lnTo>
                  <a:lnTo>
                    <a:pt x="250317" y="31292"/>
                  </a:lnTo>
                  <a:lnTo>
                    <a:pt x="244348" y="50292"/>
                  </a:lnTo>
                  <a:lnTo>
                    <a:pt x="250317" y="69405"/>
                  </a:lnTo>
                  <a:lnTo>
                    <a:pt x="267309" y="83693"/>
                  </a:lnTo>
                  <a:lnTo>
                    <a:pt x="293966" y="92659"/>
                  </a:lnTo>
                  <a:lnTo>
                    <a:pt x="328930" y="95758"/>
                  </a:lnTo>
                  <a:lnTo>
                    <a:pt x="363943" y="92659"/>
                  </a:lnTo>
                  <a:lnTo>
                    <a:pt x="390690" y="83693"/>
                  </a:lnTo>
                  <a:lnTo>
                    <a:pt x="406920" y="70104"/>
                  </a:lnTo>
                  <a:lnTo>
                    <a:pt x="407771" y="69405"/>
                  </a:lnTo>
                  <a:lnTo>
                    <a:pt x="413766" y="50292"/>
                  </a:lnTo>
                  <a:close/>
                </a:path>
                <a:path w="640715" h="234950">
                  <a:moveTo>
                    <a:pt x="434594" y="109220"/>
                  </a:moveTo>
                  <a:lnTo>
                    <a:pt x="223266" y="109220"/>
                  </a:lnTo>
                  <a:lnTo>
                    <a:pt x="223266" y="135636"/>
                  </a:lnTo>
                  <a:lnTo>
                    <a:pt x="434594" y="135636"/>
                  </a:lnTo>
                  <a:lnTo>
                    <a:pt x="434594" y="109220"/>
                  </a:lnTo>
                  <a:close/>
                </a:path>
                <a:path w="640715" h="234950">
                  <a:moveTo>
                    <a:pt x="576338" y="99822"/>
                  </a:moveTo>
                  <a:lnTo>
                    <a:pt x="571690" y="65163"/>
                  </a:lnTo>
                  <a:lnTo>
                    <a:pt x="562660" y="46736"/>
                  </a:lnTo>
                  <a:lnTo>
                    <a:pt x="558838" y="38925"/>
                  </a:lnTo>
                  <a:lnTo>
                    <a:pt x="544068" y="26327"/>
                  </a:lnTo>
                  <a:lnTo>
                    <a:pt x="544068" y="99822"/>
                  </a:lnTo>
                  <a:lnTo>
                    <a:pt x="541934" y="122847"/>
                  </a:lnTo>
                  <a:lnTo>
                    <a:pt x="535940" y="139547"/>
                  </a:lnTo>
                  <a:lnTo>
                    <a:pt x="526719" y="149733"/>
                  </a:lnTo>
                  <a:lnTo>
                    <a:pt x="514858" y="153162"/>
                  </a:lnTo>
                  <a:lnTo>
                    <a:pt x="503008" y="149733"/>
                  </a:lnTo>
                  <a:lnTo>
                    <a:pt x="493776" y="139547"/>
                  </a:lnTo>
                  <a:lnTo>
                    <a:pt x="487794" y="122847"/>
                  </a:lnTo>
                  <a:lnTo>
                    <a:pt x="485648" y="99822"/>
                  </a:lnTo>
                  <a:lnTo>
                    <a:pt x="487794" y="76962"/>
                  </a:lnTo>
                  <a:lnTo>
                    <a:pt x="493776" y="60325"/>
                  </a:lnTo>
                  <a:lnTo>
                    <a:pt x="503008" y="50177"/>
                  </a:lnTo>
                  <a:lnTo>
                    <a:pt x="514858" y="46736"/>
                  </a:lnTo>
                  <a:lnTo>
                    <a:pt x="526719" y="50177"/>
                  </a:lnTo>
                  <a:lnTo>
                    <a:pt x="535940" y="60325"/>
                  </a:lnTo>
                  <a:lnTo>
                    <a:pt x="541934" y="76962"/>
                  </a:lnTo>
                  <a:lnTo>
                    <a:pt x="544068" y="99822"/>
                  </a:lnTo>
                  <a:lnTo>
                    <a:pt x="544068" y="26327"/>
                  </a:lnTo>
                  <a:lnTo>
                    <a:pt x="539369" y="22313"/>
                  </a:lnTo>
                  <a:lnTo>
                    <a:pt x="514858" y="16510"/>
                  </a:lnTo>
                  <a:lnTo>
                    <a:pt x="490359" y="22313"/>
                  </a:lnTo>
                  <a:lnTo>
                    <a:pt x="470890" y="38925"/>
                  </a:lnTo>
                  <a:lnTo>
                    <a:pt x="458038" y="65163"/>
                  </a:lnTo>
                  <a:lnTo>
                    <a:pt x="453390" y="99822"/>
                  </a:lnTo>
                  <a:lnTo>
                    <a:pt x="458038" y="134683"/>
                  </a:lnTo>
                  <a:lnTo>
                    <a:pt x="470890" y="161074"/>
                  </a:lnTo>
                  <a:lnTo>
                    <a:pt x="490359" y="177800"/>
                  </a:lnTo>
                  <a:lnTo>
                    <a:pt x="514858" y="183654"/>
                  </a:lnTo>
                  <a:lnTo>
                    <a:pt x="539369" y="177800"/>
                  </a:lnTo>
                  <a:lnTo>
                    <a:pt x="558838" y="161074"/>
                  </a:lnTo>
                  <a:lnTo>
                    <a:pt x="562686" y="153162"/>
                  </a:lnTo>
                  <a:lnTo>
                    <a:pt x="571690" y="134683"/>
                  </a:lnTo>
                  <a:lnTo>
                    <a:pt x="576338" y="99822"/>
                  </a:lnTo>
                  <a:close/>
                </a:path>
                <a:path w="640715" h="234950">
                  <a:moveTo>
                    <a:pt x="640600" y="0"/>
                  </a:moveTo>
                  <a:lnTo>
                    <a:pt x="607072" y="0"/>
                  </a:lnTo>
                  <a:lnTo>
                    <a:pt x="607072" y="234708"/>
                  </a:lnTo>
                  <a:lnTo>
                    <a:pt x="640600" y="234708"/>
                  </a:lnTo>
                  <a:lnTo>
                    <a:pt x="64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8348884" y="8210954"/>
            <a:ext cx="639445" cy="234950"/>
            <a:chOff x="8348884" y="8210954"/>
            <a:chExt cx="639445" cy="234950"/>
          </a:xfrm>
        </p:grpSpPr>
        <p:pic>
          <p:nvPicPr>
            <p:cNvPr id="51" name="object 5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48884" y="8211208"/>
              <a:ext cx="196852" cy="22961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68088" y="8210954"/>
              <a:ext cx="195328" cy="234190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93634" y="8210954"/>
              <a:ext cx="194067" cy="234444"/>
            </a:xfrm>
            <a:prstGeom prst="rect">
              <a:avLst/>
            </a:prstGeom>
          </p:spPr>
        </p:pic>
      </p:grpSp>
      <p:sp>
        <p:nvSpPr>
          <p:cNvPr id="54" name="object 54" descr=""/>
          <p:cNvSpPr/>
          <p:nvPr/>
        </p:nvSpPr>
        <p:spPr>
          <a:xfrm>
            <a:off x="9025801" y="8210956"/>
            <a:ext cx="191135" cy="229870"/>
          </a:xfrm>
          <a:custGeom>
            <a:avLst/>
            <a:gdLst/>
            <a:ahLst/>
            <a:cxnLst/>
            <a:rect l="l" t="t" r="r" b="b"/>
            <a:pathLst>
              <a:path w="191134" h="229870">
                <a:moveTo>
                  <a:pt x="185928" y="63500"/>
                </a:moveTo>
                <a:lnTo>
                  <a:pt x="152400" y="63500"/>
                </a:lnTo>
                <a:lnTo>
                  <a:pt x="152400" y="87122"/>
                </a:lnTo>
                <a:lnTo>
                  <a:pt x="185928" y="87122"/>
                </a:lnTo>
                <a:lnTo>
                  <a:pt x="185928" y="63500"/>
                </a:lnTo>
                <a:close/>
              </a:path>
              <a:path w="191134" h="229870">
                <a:moveTo>
                  <a:pt x="185928" y="0"/>
                </a:moveTo>
                <a:lnTo>
                  <a:pt x="152400" y="0"/>
                </a:lnTo>
                <a:lnTo>
                  <a:pt x="152400" y="36677"/>
                </a:lnTo>
                <a:lnTo>
                  <a:pt x="110236" y="36677"/>
                </a:lnTo>
                <a:lnTo>
                  <a:pt x="110236" y="18897"/>
                </a:lnTo>
                <a:lnTo>
                  <a:pt x="77470" y="18897"/>
                </a:lnTo>
                <a:lnTo>
                  <a:pt x="77470" y="45567"/>
                </a:lnTo>
                <a:lnTo>
                  <a:pt x="77470" y="63347"/>
                </a:lnTo>
                <a:lnTo>
                  <a:pt x="77470" y="87477"/>
                </a:lnTo>
                <a:lnTo>
                  <a:pt x="77470" y="106527"/>
                </a:lnTo>
                <a:lnTo>
                  <a:pt x="33020" y="106527"/>
                </a:lnTo>
                <a:lnTo>
                  <a:pt x="33020" y="45567"/>
                </a:lnTo>
                <a:lnTo>
                  <a:pt x="77470" y="45567"/>
                </a:lnTo>
                <a:lnTo>
                  <a:pt x="77470" y="18897"/>
                </a:lnTo>
                <a:lnTo>
                  <a:pt x="0" y="18897"/>
                </a:lnTo>
                <a:lnTo>
                  <a:pt x="0" y="36677"/>
                </a:lnTo>
                <a:lnTo>
                  <a:pt x="0" y="45567"/>
                </a:lnTo>
                <a:lnTo>
                  <a:pt x="0" y="106527"/>
                </a:lnTo>
                <a:lnTo>
                  <a:pt x="0" y="114147"/>
                </a:lnTo>
                <a:lnTo>
                  <a:pt x="0" y="133197"/>
                </a:lnTo>
                <a:lnTo>
                  <a:pt x="110236" y="133197"/>
                </a:lnTo>
                <a:lnTo>
                  <a:pt x="110236" y="114147"/>
                </a:lnTo>
                <a:lnTo>
                  <a:pt x="152400" y="114147"/>
                </a:lnTo>
                <a:lnTo>
                  <a:pt x="152400" y="170434"/>
                </a:lnTo>
                <a:lnTo>
                  <a:pt x="185928" y="170434"/>
                </a:lnTo>
                <a:lnTo>
                  <a:pt x="185928" y="114147"/>
                </a:lnTo>
                <a:lnTo>
                  <a:pt x="185928" y="113792"/>
                </a:lnTo>
                <a:lnTo>
                  <a:pt x="185928" y="106527"/>
                </a:lnTo>
                <a:lnTo>
                  <a:pt x="185928" y="87477"/>
                </a:lnTo>
                <a:lnTo>
                  <a:pt x="110236" y="87477"/>
                </a:lnTo>
                <a:lnTo>
                  <a:pt x="110236" y="63347"/>
                </a:lnTo>
                <a:lnTo>
                  <a:pt x="185928" y="63347"/>
                </a:lnTo>
                <a:lnTo>
                  <a:pt x="185928" y="45567"/>
                </a:lnTo>
                <a:lnTo>
                  <a:pt x="185928" y="36830"/>
                </a:lnTo>
                <a:lnTo>
                  <a:pt x="185928" y="36677"/>
                </a:lnTo>
                <a:lnTo>
                  <a:pt x="185928" y="0"/>
                </a:lnTo>
                <a:close/>
              </a:path>
              <a:path w="191134" h="229870">
                <a:moveTo>
                  <a:pt x="191008" y="203047"/>
                </a:moveTo>
                <a:lnTo>
                  <a:pt x="65024" y="203047"/>
                </a:lnTo>
                <a:lnTo>
                  <a:pt x="65024" y="154787"/>
                </a:lnTo>
                <a:lnTo>
                  <a:pt x="31496" y="154787"/>
                </a:lnTo>
                <a:lnTo>
                  <a:pt x="31496" y="203047"/>
                </a:lnTo>
                <a:lnTo>
                  <a:pt x="31496" y="229717"/>
                </a:lnTo>
                <a:lnTo>
                  <a:pt x="191008" y="229717"/>
                </a:lnTo>
                <a:lnTo>
                  <a:pt x="191008" y="203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9302241" y="8210954"/>
            <a:ext cx="433705" cy="233045"/>
            <a:chOff x="9302241" y="8210954"/>
            <a:chExt cx="433705" cy="233045"/>
          </a:xfrm>
        </p:grpSpPr>
        <p:pic>
          <p:nvPicPr>
            <p:cNvPr id="56" name="object 5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02241" y="8210954"/>
              <a:ext cx="195328" cy="232666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24240" y="8231020"/>
              <a:ext cx="211584" cy="185676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9810038" y="8210954"/>
            <a:ext cx="657225" cy="232410"/>
            <a:chOff x="9810038" y="8210954"/>
            <a:chExt cx="657225" cy="232410"/>
          </a:xfrm>
        </p:grpSpPr>
        <p:pic>
          <p:nvPicPr>
            <p:cNvPr id="59" name="object 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10038" y="8210954"/>
              <a:ext cx="213108" cy="23114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43467" y="8211208"/>
              <a:ext cx="182628" cy="230888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255306" y="8214256"/>
              <a:ext cx="211330" cy="228856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10540624" y="8210954"/>
            <a:ext cx="434340" cy="234315"/>
            <a:chOff x="10540624" y="8210954"/>
            <a:chExt cx="434340" cy="234315"/>
          </a:xfrm>
        </p:grpSpPr>
        <p:pic>
          <p:nvPicPr>
            <p:cNvPr id="63" name="object 6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40624" y="8210954"/>
              <a:ext cx="199138" cy="22987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763385" y="8220860"/>
              <a:ext cx="211584" cy="224284"/>
            </a:xfrm>
            <a:prstGeom prst="rect">
              <a:avLst/>
            </a:prstGeom>
          </p:spPr>
        </p:pic>
      </p:grpSp>
      <p:pic>
        <p:nvPicPr>
          <p:cNvPr id="65" name="object 6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059090" y="8211208"/>
            <a:ext cx="194820" cy="232920"/>
          </a:xfrm>
          <a:prstGeom prst="rect">
            <a:avLst/>
          </a:prstGeom>
        </p:spPr>
      </p:pic>
      <p:grpSp>
        <p:nvGrpSpPr>
          <p:cNvPr id="66" name="object 66" descr=""/>
          <p:cNvGrpSpPr/>
          <p:nvPr/>
        </p:nvGrpSpPr>
        <p:grpSpPr>
          <a:xfrm>
            <a:off x="11328765" y="8210700"/>
            <a:ext cx="874394" cy="234950"/>
            <a:chOff x="11328765" y="8210700"/>
            <a:chExt cx="874394" cy="234950"/>
          </a:xfrm>
        </p:grpSpPr>
        <p:pic>
          <p:nvPicPr>
            <p:cNvPr id="67" name="object 6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28765" y="8210700"/>
              <a:ext cx="196852" cy="234698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552541" y="8210954"/>
              <a:ext cx="421899" cy="23419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05683" y="8211208"/>
              <a:ext cx="196852" cy="229618"/>
            </a:xfrm>
            <a:prstGeom prst="rect">
              <a:avLst/>
            </a:prstGeom>
          </p:spPr>
        </p:pic>
      </p:grpSp>
      <p:sp>
        <p:nvSpPr>
          <p:cNvPr id="70" name="object 70" descr=""/>
          <p:cNvSpPr/>
          <p:nvPr/>
        </p:nvSpPr>
        <p:spPr>
          <a:xfrm>
            <a:off x="12286691" y="8222386"/>
            <a:ext cx="659130" cy="196850"/>
          </a:xfrm>
          <a:custGeom>
            <a:avLst/>
            <a:gdLst/>
            <a:ahLst/>
            <a:cxnLst/>
            <a:rect l="l" t="t" r="r" b="b"/>
            <a:pathLst>
              <a:path w="659129" h="196850">
                <a:moveTo>
                  <a:pt x="211836" y="168160"/>
                </a:moveTo>
                <a:lnTo>
                  <a:pt x="164846" y="168160"/>
                </a:lnTo>
                <a:lnTo>
                  <a:pt x="164846" y="123444"/>
                </a:lnTo>
                <a:lnTo>
                  <a:pt x="164846" y="110998"/>
                </a:lnTo>
                <a:lnTo>
                  <a:pt x="191096" y="77533"/>
                </a:lnTo>
                <a:lnTo>
                  <a:pt x="193040" y="62992"/>
                </a:lnTo>
                <a:lnTo>
                  <a:pt x="186499" y="36969"/>
                </a:lnTo>
                <a:lnTo>
                  <a:pt x="176822" y="26416"/>
                </a:lnTo>
                <a:lnTo>
                  <a:pt x="168300" y="17119"/>
                </a:lnTo>
                <a:lnTo>
                  <a:pt x="160020" y="13335"/>
                </a:lnTo>
                <a:lnTo>
                  <a:pt x="160020" y="62992"/>
                </a:lnTo>
                <a:lnTo>
                  <a:pt x="156095" y="78460"/>
                </a:lnTo>
                <a:lnTo>
                  <a:pt x="145034" y="89954"/>
                </a:lnTo>
                <a:lnTo>
                  <a:pt x="131572" y="95567"/>
                </a:lnTo>
                <a:lnTo>
                  <a:pt x="131572" y="123444"/>
                </a:lnTo>
                <a:lnTo>
                  <a:pt x="131572" y="168160"/>
                </a:lnTo>
                <a:lnTo>
                  <a:pt x="80010" y="168160"/>
                </a:lnTo>
                <a:lnTo>
                  <a:pt x="80010" y="123444"/>
                </a:lnTo>
                <a:lnTo>
                  <a:pt x="86156" y="124447"/>
                </a:lnTo>
                <a:lnTo>
                  <a:pt x="92456" y="125158"/>
                </a:lnTo>
                <a:lnTo>
                  <a:pt x="98933" y="125590"/>
                </a:lnTo>
                <a:lnTo>
                  <a:pt x="105664" y="125730"/>
                </a:lnTo>
                <a:lnTo>
                  <a:pt x="112420" y="125590"/>
                </a:lnTo>
                <a:lnTo>
                  <a:pt x="118999" y="125158"/>
                </a:lnTo>
                <a:lnTo>
                  <a:pt x="125374" y="124447"/>
                </a:lnTo>
                <a:lnTo>
                  <a:pt x="131572" y="123444"/>
                </a:lnTo>
                <a:lnTo>
                  <a:pt x="131572" y="95567"/>
                </a:lnTo>
                <a:lnTo>
                  <a:pt x="127876" y="97104"/>
                </a:lnTo>
                <a:lnTo>
                  <a:pt x="105664" y="99568"/>
                </a:lnTo>
                <a:lnTo>
                  <a:pt x="83489" y="97104"/>
                </a:lnTo>
                <a:lnTo>
                  <a:pt x="66421" y="89954"/>
                </a:lnTo>
                <a:lnTo>
                  <a:pt x="55435" y="78460"/>
                </a:lnTo>
                <a:lnTo>
                  <a:pt x="51562" y="62992"/>
                </a:lnTo>
                <a:lnTo>
                  <a:pt x="55435" y="47421"/>
                </a:lnTo>
                <a:lnTo>
                  <a:pt x="66421" y="35941"/>
                </a:lnTo>
                <a:lnTo>
                  <a:pt x="83489" y="28854"/>
                </a:lnTo>
                <a:lnTo>
                  <a:pt x="105664" y="26416"/>
                </a:lnTo>
                <a:lnTo>
                  <a:pt x="127876" y="28854"/>
                </a:lnTo>
                <a:lnTo>
                  <a:pt x="145034" y="35941"/>
                </a:lnTo>
                <a:lnTo>
                  <a:pt x="156095" y="47421"/>
                </a:lnTo>
                <a:lnTo>
                  <a:pt x="160020" y="62992"/>
                </a:lnTo>
                <a:lnTo>
                  <a:pt x="160020" y="13335"/>
                </a:lnTo>
                <a:lnTo>
                  <a:pt x="140639" y="4457"/>
                </a:lnTo>
                <a:lnTo>
                  <a:pt x="105664" y="0"/>
                </a:lnTo>
                <a:lnTo>
                  <a:pt x="70827" y="4457"/>
                </a:lnTo>
                <a:lnTo>
                  <a:pt x="43243" y="17119"/>
                </a:lnTo>
                <a:lnTo>
                  <a:pt x="25082" y="36969"/>
                </a:lnTo>
                <a:lnTo>
                  <a:pt x="18542" y="62992"/>
                </a:lnTo>
                <a:lnTo>
                  <a:pt x="20332" y="77533"/>
                </a:lnTo>
                <a:lnTo>
                  <a:pt x="25869" y="90525"/>
                </a:lnTo>
                <a:lnTo>
                  <a:pt x="34785" y="101752"/>
                </a:lnTo>
                <a:lnTo>
                  <a:pt x="46736" y="110998"/>
                </a:lnTo>
                <a:lnTo>
                  <a:pt x="46736" y="168160"/>
                </a:lnTo>
                <a:lnTo>
                  <a:pt x="0" y="168160"/>
                </a:lnTo>
                <a:lnTo>
                  <a:pt x="0" y="195338"/>
                </a:lnTo>
                <a:lnTo>
                  <a:pt x="211836" y="195338"/>
                </a:lnTo>
                <a:lnTo>
                  <a:pt x="211836" y="168160"/>
                </a:lnTo>
                <a:close/>
              </a:path>
              <a:path w="659129" h="196850">
                <a:moveTo>
                  <a:pt x="428244" y="95250"/>
                </a:moveTo>
                <a:lnTo>
                  <a:pt x="392582" y="84162"/>
                </a:lnTo>
                <a:lnTo>
                  <a:pt x="392772" y="84162"/>
                </a:lnTo>
                <a:lnTo>
                  <a:pt x="367220" y="66014"/>
                </a:lnTo>
                <a:lnTo>
                  <a:pt x="366369" y="64770"/>
                </a:lnTo>
                <a:lnTo>
                  <a:pt x="351523" y="43141"/>
                </a:lnTo>
                <a:lnTo>
                  <a:pt x="351447" y="42824"/>
                </a:lnTo>
                <a:lnTo>
                  <a:pt x="346202" y="18288"/>
                </a:lnTo>
                <a:lnTo>
                  <a:pt x="346202" y="1524"/>
                </a:lnTo>
                <a:lnTo>
                  <a:pt x="310388" y="1524"/>
                </a:lnTo>
                <a:lnTo>
                  <a:pt x="310388" y="18288"/>
                </a:lnTo>
                <a:lnTo>
                  <a:pt x="305041" y="42824"/>
                </a:lnTo>
                <a:lnTo>
                  <a:pt x="289306" y="65722"/>
                </a:lnTo>
                <a:lnTo>
                  <a:pt x="263664" y="84162"/>
                </a:lnTo>
                <a:lnTo>
                  <a:pt x="228600" y="95250"/>
                </a:lnTo>
                <a:lnTo>
                  <a:pt x="242316" y="122936"/>
                </a:lnTo>
                <a:lnTo>
                  <a:pt x="270840" y="114782"/>
                </a:lnTo>
                <a:lnTo>
                  <a:pt x="294868" y="101854"/>
                </a:lnTo>
                <a:lnTo>
                  <a:pt x="314071" y="84937"/>
                </a:lnTo>
                <a:lnTo>
                  <a:pt x="328168" y="64770"/>
                </a:lnTo>
                <a:lnTo>
                  <a:pt x="342226" y="84937"/>
                </a:lnTo>
                <a:lnTo>
                  <a:pt x="361530" y="101854"/>
                </a:lnTo>
                <a:lnTo>
                  <a:pt x="385749" y="114782"/>
                </a:lnTo>
                <a:lnTo>
                  <a:pt x="414528" y="122936"/>
                </a:lnTo>
                <a:lnTo>
                  <a:pt x="428244" y="95250"/>
                </a:lnTo>
                <a:close/>
              </a:path>
              <a:path w="659129" h="196850">
                <a:moveTo>
                  <a:pt x="435356" y="167906"/>
                </a:moveTo>
                <a:lnTo>
                  <a:pt x="345186" y="167906"/>
                </a:lnTo>
                <a:lnTo>
                  <a:pt x="345186" y="115570"/>
                </a:lnTo>
                <a:lnTo>
                  <a:pt x="311658" y="115570"/>
                </a:lnTo>
                <a:lnTo>
                  <a:pt x="311658" y="167906"/>
                </a:lnTo>
                <a:lnTo>
                  <a:pt x="223520" y="167906"/>
                </a:lnTo>
                <a:lnTo>
                  <a:pt x="223520" y="194830"/>
                </a:lnTo>
                <a:lnTo>
                  <a:pt x="435356" y="194830"/>
                </a:lnTo>
                <a:lnTo>
                  <a:pt x="435356" y="167906"/>
                </a:lnTo>
                <a:close/>
              </a:path>
              <a:path w="659129" h="196850">
                <a:moveTo>
                  <a:pt x="658876" y="170027"/>
                </a:moveTo>
                <a:lnTo>
                  <a:pt x="569468" y="170027"/>
                </a:lnTo>
                <a:lnTo>
                  <a:pt x="569468" y="134467"/>
                </a:lnTo>
                <a:lnTo>
                  <a:pt x="640334" y="134467"/>
                </a:lnTo>
                <a:lnTo>
                  <a:pt x="640334" y="107797"/>
                </a:lnTo>
                <a:lnTo>
                  <a:pt x="504698" y="107797"/>
                </a:lnTo>
                <a:lnTo>
                  <a:pt x="504698" y="81127"/>
                </a:lnTo>
                <a:lnTo>
                  <a:pt x="635000" y="81127"/>
                </a:lnTo>
                <a:lnTo>
                  <a:pt x="635000" y="55727"/>
                </a:lnTo>
                <a:lnTo>
                  <a:pt x="635000" y="30327"/>
                </a:lnTo>
                <a:lnTo>
                  <a:pt x="635000" y="3657"/>
                </a:lnTo>
                <a:lnTo>
                  <a:pt x="471170" y="3657"/>
                </a:lnTo>
                <a:lnTo>
                  <a:pt x="471170" y="30327"/>
                </a:lnTo>
                <a:lnTo>
                  <a:pt x="601980" y="30327"/>
                </a:lnTo>
                <a:lnTo>
                  <a:pt x="601980" y="55727"/>
                </a:lnTo>
                <a:lnTo>
                  <a:pt x="471424" y="55727"/>
                </a:lnTo>
                <a:lnTo>
                  <a:pt x="471424" y="81127"/>
                </a:lnTo>
                <a:lnTo>
                  <a:pt x="471424" y="107797"/>
                </a:lnTo>
                <a:lnTo>
                  <a:pt x="471424" y="134467"/>
                </a:lnTo>
                <a:lnTo>
                  <a:pt x="535940" y="134467"/>
                </a:lnTo>
                <a:lnTo>
                  <a:pt x="535940" y="170027"/>
                </a:lnTo>
                <a:lnTo>
                  <a:pt x="447040" y="170027"/>
                </a:lnTo>
                <a:lnTo>
                  <a:pt x="447040" y="196697"/>
                </a:lnTo>
                <a:lnTo>
                  <a:pt x="658876" y="196697"/>
                </a:lnTo>
                <a:lnTo>
                  <a:pt x="658876" y="170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" name="object 71" descr=""/>
          <p:cNvGrpSpPr/>
          <p:nvPr/>
        </p:nvGrpSpPr>
        <p:grpSpPr>
          <a:xfrm>
            <a:off x="13019820" y="8210700"/>
            <a:ext cx="657225" cy="234950"/>
            <a:chOff x="13019820" y="8210700"/>
            <a:chExt cx="657225" cy="234950"/>
          </a:xfrm>
        </p:grpSpPr>
        <p:pic>
          <p:nvPicPr>
            <p:cNvPr id="72" name="object 7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019820" y="8210700"/>
              <a:ext cx="417581" cy="234698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465088" y="8219082"/>
              <a:ext cx="211330" cy="2232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40637" y="1436560"/>
            <a:ext cx="756285" cy="409575"/>
          </a:xfrm>
          <a:custGeom>
            <a:avLst/>
            <a:gdLst/>
            <a:ahLst/>
            <a:cxnLst/>
            <a:rect l="l" t="t" r="r" b="b"/>
            <a:pathLst>
              <a:path w="756285" h="409575">
                <a:moveTo>
                  <a:pt x="336931" y="0"/>
                </a:moveTo>
                <a:lnTo>
                  <a:pt x="278257" y="0"/>
                </a:lnTo>
                <a:lnTo>
                  <a:pt x="278257" y="56896"/>
                </a:lnTo>
                <a:lnTo>
                  <a:pt x="278257" y="103568"/>
                </a:lnTo>
                <a:lnTo>
                  <a:pt x="278257" y="156464"/>
                </a:lnTo>
                <a:lnTo>
                  <a:pt x="212471" y="156464"/>
                </a:lnTo>
                <a:lnTo>
                  <a:pt x="213893" y="150241"/>
                </a:lnTo>
                <a:lnTo>
                  <a:pt x="214858" y="143687"/>
                </a:lnTo>
                <a:lnTo>
                  <a:pt x="215404" y="136969"/>
                </a:lnTo>
                <a:lnTo>
                  <a:pt x="215582" y="130238"/>
                </a:lnTo>
                <a:lnTo>
                  <a:pt x="215353" y="123329"/>
                </a:lnTo>
                <a:lnTo>
                  <a:pt x="214693" y="116573"/>
                </a:lnTo>
                <a:lnTo>
                  <a:pt x="213702" y="109994"/>
                </a:lnTo>
                <a:lnTo>
                  <a:pt x="212471" y="103568"/>
                </a:lnTo>
                <a:lnTo>
                  <a:pt x="278257" y="103568"/>
                </a:lnTo>
                <a:lnTo>
                  <a:pt x="278257" y="56896"/>
                </a:lnTo>
                <a:lnTo>
                  <a:pt x="187134" y="56896"/>
                </a:lnTo>
                <a:lnTo>
                  <a:pt x="170764" y="43205"/>
                </a:lnTo>
                <a:lnTo>
                  <a:pt x="160020" y="37414"/>
                </a:lnTo>
                <a:lnTo>
                  <a:pt x="160020" y="130238"/>
                </a:lnTo>
                <a:lnTo>
                  <a:pt x="156070" y="153289"/>
                </a:lnTo>
                <a:lnTo>
                  <a:pt x="145135" y="170637"/>
                </a:lnTo>
                <a:lnTo>
                  <a:pt x="128511" y="181559"/>
                </a:lnTo>
                <a:lnTo>
                  <a:pt x="107569" y="185356"/>
                </a:lnTo>
                <a:lnTo>
                  <a:pt x="86880" y="181559"/>
                </a:lnTo>
                <a:lnTo>
                  <a:pt x="70396" y="170637"/>
                </a:lnTo>
                <a:lnTo>
                  <a:pt x="59499" y="153289"/>
                </a:lnTo>
                <a:lnTo>
                  <a:pt x="55562" y="130238"/>
                </a:lnTo>
                <a:lnTo>
                  <a:pt x="59499" y="107442"/>
                </a:lnTo>
                <a:lnTo>
                  <a:pt x="70396" y="90233"/>
                </a:lnTo>
                <a:lnTo>
                  <a:pt x="86880" y="79362"/>
                </a:lnTo>
                <a:lnTo>
                  <a:pt x="107569" y="75565"/>
                </a:lnTo>
                <a:lnTo>
                  <a:pt x="128511" y="79362"/>
                </a:lnTo>
                <a:lnTo>
                  <a:pt x="145135" y="90233"/>
                </a:lnTo>
                <a:lnTo>
                  <a:pt x="156070" y="107442"/>
                </a:lnTo>
                <a:lnTo>
                  <a:pt x="160020" y="130238"/>
                </a:lnTo>
                <a:lnTo>
                  <a:pt x="160020" y="37414"/>
                </a:lnTo>
                <a:lnTo>
                  <a:pt x="151853" y="33007"/>
                </a:lnTo>
                <a:lnTo>
                  <a:pt x="130695" y="26644"/>
                </a:lnTo>
                <a:lnTo>
                  <a:pt x="107569" y="24447"/>
                </a:lnTo>
                <a:lnTo>
                  <a:pt x="65252" y="32410"/>
                </a:lnTo>
                <a:lnTo>
                  <a:pt x="31115" y="54508"/>
                </a:lnTo>
                <a:lnTo>
                  <a:pt x="8305" y="88023"/>
                </a:lnTo>
                <a:lnTo>
                  <a:pt x="0" y="130238"/>
                </a:lnTo>
                <a:lnTo>
                  <a:pt x="8305" y="172720"/>
                </a:lnTo>
                <a:lnTo>
                  <a:pt x="31115" y="206362"/>
                </a:lnTo>
                <a:lnTo>
                  <a:pt x="65252" y="228498"/>
                </a:lnTo>
                <a:lnTo>
                  <a:pt x="107569" y="236474"/>
                </a:lnTo>
                <a:lnTo>
                  <a:pt x="130835" y="234200"/>
                </a:lnTo>
                <a:lnTo>
                  <a:pt x="152298" y="227647"/>
                </a:lnTo>
                <a:lnTo>
                  <a:pt x="171513" y="217157"/>
                </a:lnTo>
                <a:lnTo>
                  <a:pt x="188023" y="203136"/>
                </a:lnTo>
                <a:lnTo>
                  <a:pt x="278257" y="203136"/>
                </a:lnTo>
                <a:lnTo>
                  <a:pt x="278257" y="299593"/>
                </a:lnTo>
                <a:lnTo>
                  <a:pt x="336931" y="299593"/>
                </a:lnTo>
                <a:lnTo>
                  <a:pt x="336931" y="203136"/>
                </a:lnTo>
                <a:lnTo>
                  <a:pt x="336931" y="185356"/>
                </a:lnTo>
                <a:lnTo>
                  <a:pt x="336931" y="156464"/>
                </a:lnTo>
                <a:lnTo>
                  <a:pt x="336931" y="103568"/>
                </a:lnTo>
                <a:lnTo>
                  <a:pt x="336931" y="75565"/>
                </a:lnTo>
                <a:lnTo>
                  <a:pt x="336931" y="56896"/>
                </a:lnTo>
                <a:lnTo>
                  <a:pt x="336931" y="0"/>
                </a:lnTo>
                <a:close/>
              </a:path>
              <a:path w="756285" h="409575">
                <a:moveTo>
                  <a:pt x="346265" y="355600"/>
                </a:moveTo>
                <a:lnTo>
                  <a:pt x="125793" y="355600"/>
                </a:lnTo>
                <a:lnTo>
                  <a:pt x="125793" y="270256"/>
                </a:lnTo>
                <a:lnTo>
                  <a:pt x="67119" y="270256"/>
                </a:lnTo>
                <a:lnTo>
                  <a:pt x="67119" y="402272"/>
                </a:lnTo>
                <a:lnTo>
                  <a:pt x="346265" y="402272"/>
                </a:lnTo>
                <a:lnTo>
                  <a:pt x="346265" y="355600"/>
                </a:lnTo>
                <a:close/>
              </a:path>
              <a:path w="756285" h="409575">
                <a:moveTo>
                  <a:pt x="756094" y="197802"/>
                </a:moveTo>
                <a:lnTo>
                  <a:pt x="702310" y="197802"/>
                </a:lnTo>
                <a:lnTo>
                  <a:pt x="708228" y="157530"/>
                </a:lnTo>
                <a:lnTo>
                  <a:pt x="711263" y="121958"/>
                </a:lnTo>
                <a:lnTo>
                  <a:pt x="712381" y="89979"/>
                </a:lnTo>
                <a:lnTo>
                  <a:pt x="712533" y="23558"/>
                </a:lnTo>
                <a:lnTo>
                  <a:pt x="428498" y="23558"/>
                </a:lnTo>
                <a:lnTo>
                  <a:pt x="428498" y="70675"/>
                </a:lnTo>
                <a:lnTo>
                  <a:pt x="655193" y="70675"/>
                </a:lnTo>
                <a:lnTo>
                  <a:pt x="654900" y="98044"/>
                </a:lnTo>
                <a:lnTo>
                  <a:pt x="653478" y="127901"/>
                </a:lnTo>
                <a:lnTo>
                  <a:pt x="650138" y="160934"/>
                </a:lnTo>
                <a:lnTo>
                  <a:pt x="644080" y="197802"/>
                </a:lnTo>
                <a:lnTo>
                  <a:pt x="386270" y="197802"/>
                </a:lnTo>
                <a:lnTo>
                  <a:pt x="386270" y="244919"/>
                </a:lnTo>
                <a:lnTo>
                  <a:pt x="539178" y="244919"/>
                </a:lnTo>
                <a:lnTo>
                  <a:pt x="539178" y="409384"/>
                </a:lnTo>
                <a:lnTo>
                  <a:pt x="598741" y="409384"/>
                </a:lnTo>
                <a:lnTo>
                  <a:pt x="598741" y="244919"/>
                </a:lnTo>
                <a:lnTo>
                  <a:pt x="756094" y="244919"/>
                </a:lnTo>
                <a:lnTo>
                  <a:pt x="756094" y="197802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95341" y="1436556"/>
            <a:ext cx="356235" cy="409575"/>
          </a:xfrm>
          <a:custGeom>
            <a:avLst/>
            <a:gdLst/>
            <a:ahLst/>
            <a:cxnLst/>
            <a:rect l="l" t="t" r="r" b="b"/>
            <a:pathLst>
              <a:path w="356235" h="409575">
                <a:moveTo>
                  <a:pt x="34226" y="325820"/>
                </a:moveTo>
                <a:lnTo>
                  <a:pt x="0" y="284926"/>
                </a:lnTo>
                <a:lnTo>
                  <a:pt x="43796" y="254707"/>
                </a:lnTo>
                <a:lnTo>
                  <a:pt x="77158" y="221330"/>
                </a:lnTo>
                <a:lnTo>
                  <a:pt x="101069" y="184305"/>
                </a:lnTo>
                <a:lnTo>
                  <a:pt x="116509" y="143140"/>
                </a:lnTo>
                <a:lnTo>
                  <a:pt x="124460" y="97346"/>
                </a:lnTo>
                <a:lnTo>
                  <a:pt x="20891" y="97346"/>
                </a:lnTo>
                <a:lnTo>
                  <a:pt x="20891" y="50673"/>
                </a:lnTo>
                <a:lnTo>
                  <a:pt x="182246" y="50673"/>
                </a:lnTo>
                <a:lnTo>
                  <a:pt x="180096" y="97346"/>
                </a:lnTo>
                <a:lnTo>
                  <a:pt x="180041" y="98525"/>
                </a:lnTo>
                <a:lnTo>
                  <a:pt x="172974" y="143140"/>
                </a:lnTo>
                <a:lnTo>
                  <a:pt x="172884" y="143710"/>
                </a:lnTo>
                <a:lnTo>
                  <a:pt x="159957" y="186119"/>
                </a:lnTo>
                <a:lnTo>
                  <a:pt x="140444" y="225644"/>
                </a:lnTo>
                <a:lnTo>
                  <a:pt x="113529" y="262175"/>
                </a:lnTo>
                <a:lnTo>
                  <a:pt x="78395" y="295603"/>
                </a:lnTo>
                <a:lnTo>
                  <a:pt x="34226" y="325820"/>
                </a:lnTo>
                <a:close/>
              </a:path>
              <a:path w="356235" h="409575">
                <a:moveTo>
                  <a:pt x="356047" y="154242"/>
                </a:moveTo>
                <a:lnTo>
                  <a:pt x="300039" y="154242"/>
                </a:lnTo>
                <a:lnTo>
                  <a:pt x="300039" y="0"/>
                </a:lnTo>
                <a:lnTo>
                  <a:pt x="356047" y="0"/>
                </a:lnTo>
                <a:lnTo>
                  <a:pt x="356047" y="154242"/>
                </a:lnTo>
                <a:close/>
              </a:path>
              <a:path w="356235" h="409575">
                <a:moveTo>
                  <a:pt x="263590" y="392051"/>
                </a:moveTo>
                <a:lnTo>
                  <a:pt x="208916" y="392051"/>
                </a:lnTo>
                <a:lnTo>
                  <a:pt x="208916" y="10668"/>
                </a:lnTo>
                <a:lnTo>
                  <a:pt x="263590" y="10668"/>
                </a:lnTo>
                <a:lnTo>
                  <a:pt x="263590" y="154242"/>
                </a:lnTo>
                <a:lnTo>
                  <a:pt x="356047" y="154242"/>
                </a:lnTo>
                <a:lnTo>
                  <a:pt x="356047" y="201359"/>
                </a:lnTo>
                <a:lnTo>
                  <a:pt x="263590" y="201359"/>
                </a:lnTo>
                <a:lnTo>
                  <a:pt x="263590" y="392051"/>
                </a:lnTo>
                <a:close/>
              </a:path>
              <a:path w="356235" h="409575">
                <a:moveTo>
                  <a:pt x="356047" y="409387"/>
                </a:moveTo>
                <a:lnTo>
                  <a:pt x="300039" y="409387"/>
                </a:lnTo>
                <a:lnTo>
                  <a:pt x="300039" y="201359"/>
                </a:lnTo>
                <a:lnTo>
                  <a:pt x="356047" y="201359"/>
                </a:lnTo>
                <a:lnTo>
                  <a:pt x="356047" y="40938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03830" y="1436877"/>
            <a:ext cx="364490" cy="406400"/>
          </a:xfrm>
          <a:custGeom>
            <a:avLst/>
            <a:gdLst/>
            <a:ahLst/>
            <a:cxnLst/>
            <a:rect l="l" t="t" r="r" b="b"/>
            <a:pathLst>
              <a:path w="364489" h="406400">
                <a:moveTo>
                  <a:pt x="196024" y="17462"/>
                </a:moveTo>
                <a:lnTo>
                  <a:pt x="138239" y="17462"/>
                </a:lnTo>
                <a:lnTo>
                  <a:pt x="138239" y="66040"/>
                </a:lnTo>
                <a:lnTo>
                  <a:pt x="138239" y="110490"/>
                </a:lnTo>
                <a:lnTo>
                  <a:pt x="138239" y="151130"/>
                </a:lnTo>
                <a:lnTo>
                  <a:pt x="57785" y="151130"/>
                </a:lnTo>
                <a:lnTo>
                  <a:pt x="57785" y="110490"/>
                </a:lnTo>
                <a:lnTo>
                  <a:pt x="138239" y="110490"/>
                </a:lnTo>
                <a:lnTo>
                  <a:pt x="138239" y="66040"/>
                </a:lnTo>
                <a:lnTo>
                  <a:pt x="57785" y="66040"/>
                </a:lnTo>
                <a:lnTo>
                  <a:pt x="57785" y="17780"/>
                </a:lnTo>
                <a:lnTo>
                  <a:pt x="0" y="17780"/>
                </a:lnTo>
                <a:lnTo>
                  <a:pt x="0" y="66040"/>
                </a:lnTo>
                <a:lnTo>
                  <a:pt x="0" y="110490"/>
                </a:lnTo>
                <a:lnTo>
                  <a:pt x="0" y="151130"/>
                </a:lnTo>
                <a:lnTo>
                  <a:pt x="0" y="196850"/>
                </a:lnTo>
                <a:lnTo>
                  <a:pt x="196024" y="196850"/>
                </a:lnTo>
                <a:lnTo>
                  <a:pt x="196024" y="66040"/>
                </a:lnTo>
                <a:lnTo>
                  <a:pt x="196024" y="17462"/>
                </a:lnTo>
                <a:close/>
              </a:path>
              <a:path w="364489" h="406400">
                <a:moveTo>
                  <a:pt x="321818" y="360680"/>
                </a:moveTo>
                <a:lnTo>
                  <a:pt x="98679" y="360680"/>
                </a:lnTo>
                <a:lnTo>
                  <a:pt x="98679" y="335280"/>
                </a:lnTo>
                <a:lnTo>
                  <a:pt x="310261" y="335280"/>
                </a:lnTo>
                <a:lnTo>
                  <a:pt x="310261" y="293370"/>
                </a:lnTo>
                <a:lnTo>
                  <a:pt x="310261" y="267970"/>
                </a:lnTo>
                <a:lnTo>
                  <a:pt x="310261" y="223520"/>
                </a:lnTo>
                <a:lnTo>
                  <a:pt x="40005" y="223520"/>
                </a:lnTo>
                <a:lnTo>
                  <a:pt x="40005" y="267970"/>
                </a:lnTo>
                <a:lnTo>
                  <a:pt x="252476" y="267970"/>
                </a:lnTo>
                <a:lnTo>
                  <a:pt x="252476" y="293370"/>
                </a:lnTo>
                <a:lnTo>
                  <a:pt x="40449" y="293370"/>
                </a:lnTo>
                <a:lnTo>
                  <a:pt x="40449" y="335280"/>
                </a:lnTo>
                <a:lnTo>
                  <a:pt x="40449" y="360680"/>
                </a:lnTo>
                <a:lnTo>
                  <a:pt x="40449" y="406400"/>
                </a:lnTo>
                <a:lnTo>
                  <a:pt x="321818" y="406400"/>
                </a:lnTo>
                <a:lnTo>
                  <a:pt x="321818" y="360680"/>
                </a:lnTo>
                <a:close/>
              </a:path>
              <a:path w="364489" h="406400">
                <a:moveTo>
                  <a:pt x="364045" y="78740"/>
                </a:moveTo>
                <a:lnTo>
                  <a:pt x="310261" y="78740"/>
                </a:lnTo>
                <a:lnTo>
                  <a:pt x="310261" y="0"/>
                </a:lnTo>
                <a:lnTo>
                  <a:pt x="251587" y="0"/>
                </a:lnTo>
                <a:lnTo>
                  <a:pt x="251587" y="78740"/>
                </a:lnTo>
                <a:lnTo>
                  <a:pt x="251587" y="125730"/>
                </a:lnTo>
                <a:lnTo>
                  <a:pt x="251587" y="208280"/>
                </a:lnTo>
                <a:lnTo>
                  <a:pt x="310261" y="208280"/>
                </a:lnTo>
                <a:lnTo>
                  <a:pt x="310261" y="125730"/>
                </a:lnTo>
                <a:lnTo>
                  <a:pt x="364045" y="125730"/>
                </a:lnTo>
                <a:lnTo>
                  <a:pt x="364045" y="7874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906992" y="1711197"/>
            <a:ext cx="284480" cy="134620"/>
          </a:xfrm>
          <a:custGeom>
            <a:avLst/>
            <a:gdLst/>
            <a:ahLst/>
            <a:cxnLst/>
            <a:rect l="l" t="t" r="r" b="b"/>
            <a:pathLst>
              <a:path w="284480" h="134619">
                <a:moveTo>
                  <a:pt x="284480" y="0"/>
                </a:moveTo>
                <a:lnTo>
                  <a:pt x="0" y="0"/>
                </a:lnTo>
                <a:lnTo>
                  <a:pt x="0" y="46990"/>
                </a:lnTo>
                <a:lnTo>
                  <a:pt x="225806" y="46990"/>
                </a:lnTo>
                <a:lnTo>
                  <a:pt x="225806" y="134620"/>
                </a:lnTo>
                <a:lnTo>
                  <a:pt x="284480" y="134620"/>
                </a:lnTo>
                <a:lnTo>
                  <a:pt x="284480" y="46990"/>
                </a:lnTo>
                <a:lnTo>
                  <a:pt x="28448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866098" y="1452117"/>
            <a:ext cx="370205" cy="230504"/>
          </a:xfrm>
          <a:custGeom>
            <a:avLst/>
            <a:gdLst/>
            <a:ahLst/>
            <a:cxnLst/>
            <a:rect l="l" t="t" r="r" b="b"/>
            <a:pathLst>
              <a:path w="370205" h="230505">
                <a:moveTo>
                  <a:pt x="323151" y="0"/>
                </a:moveTo>
                <a:lnTo>
                  <a:pt x="45339" y="0"/>
                </a:lnTo>
                <a:lnTo>
                  <a:pt x="45339" y="45720"/>
                </a:lnTo>
                <a:lnTo>
                  <a:pt x="45339" y="99060"/>
                </a:lnTo>
                <a:lnTo>
                  <a:pt x="45339" y="144780"/>
                </a:lnTo>
                <a:lnTo>
                  <a:pt x="323151" y="144780"/>
                </a:lnTo>
                <a:lnTo>
                  <a:pt x="323151" y="99123"/>
                </a:lnTo>
                <a:lnTo>
                  <a:pt x="323151" y="46228"/>
                </a:lnTo>
                <a:lnTo>
                  <a:pt x="265366" y="46228"/>
                </a:lnTo>
                <a:lnTo>
                  <a:pt x="265366" y="99060"/>
                </a:lnTo>
                <a:lnTo>
                  <a:pt x="103124" y="99060"/>
                </a:lnTo>
                <a:lnTo>
                  <a:pt x="103124" y="45720"/>
                </a:lnTo>
                <a:lnTo>
                  <a:pt x="323151" y="45720"/>
                </a:lnTo>
                <a:lnTo>
                  <a:pt x="323151" y="0"/>
                </a:lnTo>
                <a:close/>
              </a:path>
              <a:path w="370205" h="230505">
                <a:moveTo>
                  <a:pt x="369824" y="183578"/>
                </a:moveTo>
                <a:lnTo>
                  <a:pt x="213804" y="183578"/>
                </a:lnTo>
                <a:lnTo>
                  <a:pt x="213804" y="145351"/>
                </a:lnTo>
                <a:lnTo>
                  <a:pt x="155130" y="145351"/>
                </a:lnTo>
                <a:lnTo>
                  <a:pt x="155130" y="183578"/>
                </a:lnTo>
                <a:lnTo>
                  <a:pt x="0" y="183578"/>
                </a:lnTo>
                <a:lnTo>
                  <a:pt x="0" y="230251"/>
                </a:lnTo>
                <a:lnTo>
                  <a:pt x="369824" y="230251"/>
                </a:lnTo>
                <a:lnTo>
                  <a:pt x="369824" y="183578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6813" y="1469008"/>
            <a:ext cx="371475" cy="332105"/>
          </a:xfrm>
          <a:custGeom>
            <a:avLst/>
            <a:gdLst/>
            <a:ahLst/>
            <a:cxnLst/>
            <a:rect l="l" t="t" r="r" b="b"/>
            <a:pathLst>
              <a:path w="371475" h="332105">
                <a:moveTo>
                  <a:pt x="371170" y="284924"/>
                </a:moveTo>
                <a:lnTo>
                  <a:pt x="278714" y="284924"/>
                </a:lnTo>
                <a:lnTo>
                  <a:pt x="278714" y="208026"/>
                </a:lnTo>
                <a:lnTo>
                  <a:pt x="339610" y="208026"/>
                </a:lnTo>
                <a:lnTo>
                  <a:pt x="339610" y="161798"/>
                </a:lnTo>
                <a:lnTo>
                  <a:pt x="284937" y="161798"/>
                </a:lnTo>
                <a:lnTo>
                  <a:pt x="284937" y="46672"/>
                </a:lnTo>
                <a:lnTo>
                  <a:pt x="340499" y="46672"/>
                </a:lnTo>
                <a:lnTo>
                  <a:pt x="340499" y="0"/>
                </a:lnTo>
                <a:lnTo>
                  <a:pt x="226707" y="0"/>
                </a:lnTo>
                <a:lnTo>
                  <a:pt x="226707" y="46672"/>
                </a:lnTo>
                <a:lnTo>
                  <a:pt x="226707" y="161798"/>
                </a:lnTo>
                <a:lnTo>
                  <a:pt x="220484" y="161798"/>
                </a:lnTo>
                <a:lnTo>
                  <a:pt x="220484" y="208026"/>
                </a:lnTo>
                <a:lnTo>
                  <a:pt x="220484" y="284924"/>
                </a:lnTo>
                <a:lnTo>
                  <a:pt x="149809" y="284924"/>
                </a:lnTo>
                <a:lnTo>
                  <a:pt x="149809" y="208026"/>
                </a:lnTo>
                <a:lnTo>
                  <a:pt x="220484" y="208026"/>
                </a:lnTo>
                <a:lnTo>
                  <a:pt x="220484" y="161798"/>
                </a:lnTo>
                <a:lnTo>
                  <a:pt x="143141" y="161798"/>
                </a:lnTo>
                <a:lnTo>
                  <a:pt x="143141" y="46672"/>
                </a:lnTo>
                <a:lnTo>
                  <a:pt x="226707" y="46672"/>
                </a:lnTo>
                <a:lnTo>
                  <a:pt x="226707" y="0"/>
                </a:lnTo>
                <a:lnTo>
                  <a:pt x="29337" y="0"/>
                </a:lnTo>
                <a:lnTo>
                  <a:pt x="29337" y="46672"/>
                </a:lnTo>
                <a:lnTo>
                  <a:pt x="84912" y="46672"/>
                </a:lnTo>
                <a:lnTo>
                  <a:pt x="84912" y="161798"/>
                </a:lnTo>
                <a:lnTo>
                  <a:pt x="31559" y="161798"/>
                </a:lnTo>
                <a:lnTo>
                  <a:pt x="31559" y="208026"/>
                </a:lnTo>
                <a:lnTo>
                  <a:pt x="91579" y="208026"/>
                </a:lnTo>
                <a:lnTo>
                  <a:pt x="91579" y="284924"/>
                </a:lnTo>
                <a:lnTo>
                  <a:pt x="0" y="284924"/>
                </a:lnTo>
                <a:lnTo>
                  <a:pt x="0" y="332041"/>
                </a:lnTo>
                <a:lnTo>
                  <a:pt x="371170" y="332041"/>
                </a:lnTo>
                <a:lnTo>
                  <a:pt x="371170" y="284924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822" y="1056811"/>
            <a:ext cx="260512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8762" y="8077831"/>
            <a:ext cx="7536641" cy="495888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116196" y="2110037"/>
            <a:ext cx="5050790" cy="625475"/>
            <a:chOff x="1116196" y="2110037"/>
            <a:chExt cx="5050790" cy="625475"/>
          </a:xfrm>
        </p:grpSpPr>
        <p:sp>
          <p:nvSpPr>
            <p:cNvPr id="18" name="object 18" descr=""/>
            <p:cNvSpPr/>
            <p:nvPr/>
          </p:nvSpPr>
          <p:spPr>
            <a:xfrm>
              <a:off x="1116196" y="2111285"/>
              <a:ext cx="5050790" cy="624205"/>
            </a:xfrm>
            <a:custGeom>
              <a:avLst/>
              <a:gdLst/>
              <a:ahLst/>
              <a:cxnLst/>
              <a:rect l="l" t="t" r="r" b="b"/>
              <a:pathLst>
                <a:path w="5050790" h="624205">
                  <a:moveTo>
                    <a:pt x="5012485" y="624000"/>
                  </a:moveTo>
                  <a:lnTo>
                    <a:pt x="38132" y="624000"/>
                  </a:lnTo>
                  <a:lnTo>
                    <a:pt x="23295" y="620295"/>
                  </a:lnTo>
                  <a:lnTo>
                    <a:pt x="11174" y="610194"/>
                  </a:lnTo>
                  <a:lnTo>
                    <a:pt x="2998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998" y="28782"/>
                  </a:lnTo>
                  <a:lnTo>
                    <a:pt x="11174" y="13806"/>
                  </a:lnTo>
                  <a:lnTo>
                    <a:pt x="23295" y="3705"/>
                  </a:lnTo>
                  <a:lnTo>
                    <a:pt x="38132" y="0"/>
                  </a:lnTo>
                  <a:lnTo>
                    <a:pt x="5012485" y="0"/>
                  </a:lnTo>
                  <a:lnTo>
                    <a:pt x="5027321" y="3705"/>
                  </a:lnTo>
                  <a:lnTo>
                    <a:pt x="5039442" y="13806"/>
                  </a:lnTo>
                  <a:lnTo>
                    <a:pt x="5047618" y="28782"/>
                  </a:lnTo>
                  <a:lnTo>
                    <a:pt x="5050617" y="47112"/>
                  </a:lnTo>
                  <a:lnTo>
                    <a:pt x="5050617" y="576888"/>
                  </a:lnTo>
                  <a:lnTo>
                    <a:pt x="5047618" y="595218"/>
                  </a:lnTo>
                  <a:lnTo>
                    <a:pt x="5039442" y="610194"/>
                  </a:lnTo>
                  <a:lnTo>
                    <a:pt x="5027321" y="620295"/>
                  </a:lnTo>
                  <a:lnTo>
                    <a:pt x="5012485" y="624000"/>
                  </a:lnTo>
                  <a:close/>
                </a:path>
              </a:pathLst>
            </a:custGeom>
            <a:solidFill>
              <a:srgbClr val="FFCD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6196" y="2110037"/>
              <a:ext cx="135255" cy="624205"/>
            </a:xfrm>
            <a:custGeom>
              <a:avLst/>
              <a:gdLst/>
              <a:ahLst/>
              <a:cxnLst/>
              <a:rect l="l" t="t" r="r" b="b"/>
              <a:pathLst>
                <a:path w="135255" h="624205">
                  <a:moveTo>
                    <a:pt x="96550" y="624000"/>
                  </a:moveTo>
                  <a:lnTo>
                    <a:pt x="38132" y="624000"/>
                  </a:lnTo>
                  <a:lnTo>
                    <a:pt x="23295" y="620295"/>
                  </a:lnTo>
                  <a:lnTo>
                    <a:pt x="11174" y="610194"/>
                  </a:lnTo>
                  <a:lnTo>
                    <a:pt x="2998" y="595218"/>
                  </a:lnTo>
                  <a:lnTo>
                    <a:pt x="0" y="576888"/>
                  </a:lnTo>
                  <a:lnTo>
                    <a:pt x="0" y="47112"/>
                  </a:lnTo>
                  <a:lnTo>
                    <a:pt x="2998" y="28782"/>
                  </a:lnTo>
                  <a:lnTo>
                    <a:pt x="11174" y="13806"/>
                  </a:lnTo>
                  <a:lnTo>
                    <a:pt x="23295" y="3705"/>
                  </a:lnTo>
                  <a:lnTo>
                    <a:pt x="38132" y="0"/>
                  </a:lnTo>
                  <a:lnTo>
                    <a:pt x="96550" y="0"/>
                  </a:lnTo>
                  <a:lnTo>
                    <a:pt x="111387" y="3705"/>
                  </a:lnTo>
                  <a:lnTo>
                    <a:pt x="123508" y="13806"/>
                  </a:lnTo>
                  <a:lnTo>
                    <a:pt x="131684" y="28782"/>
                  </a:lnTo>
                  <a:lnTo>
                    <a:pt x="134683" y="47112"/>
                  </a:lnTo>
                  <a:lnTo>
                    <a:pt x="134683" y="576888"/>
                  </a:lnTo>
                  <a:lnTo>
                    <a:pt x="131684" y="595218"/>
                  </a:lnTo>
                  <a:lnTo>
                    <a:pt x="123508" y="610194"/>
                  </a:lnTo>
                  <a:lnTo>
                    <a:pt x="111387" y="620295"/>
                  </a:lnTo>
                  <a:lnTo>
                    <a:pt x="96550" y="624000"/>
                  </a:lnTo>
                  <a:close/>
                </a:path>
              </a:pathLst>
            </a:custGeom>
            <a:solidFill>
              <a:srgbClr val="FD9F2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02518" y="3109333"/>
            <a:ext cx="12282963" cy="4675203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464462" y="2291841"/>
            <a:ext cx="502284" cy="282575"/>
          </a:xfrm>
          <a:custGeom>
            <a:avLst/>
            <a:gdLst/>
            <a:ahLst/>
            <a:cxnLst/>
            <a:rect l="l" t="t" r="r" b="b"/>
            <a:pathLst>
              <a:path w="502285" h="282575">
                <a:moveTo>
                  <a:pt x="163677" y="73456"/>
                </a:moveTo>
                <a:lnTo>
                  <a:pt x="158165" y="49161"/>
                </a:lnTo>
                <a:lnTo>
                  <a:pt x="155638" y="46024"/>
                </a:lnTo>
                <a:lnTo>
                  <a:pt x="142836" y="30175"/>
                </a:lnTo>
                <a:lnTo>
                  <a:pt x="125272" y="20853"/>
                </a:lnTo>
                <a:lnTo>
                  <a:pt x="125272" y="73456"/>
                </a:lnTo>
                <a:lnTo>
                  <a:pt x="122720" y="84848"/>
                </a:lnTo>
                <a:lnTo>
                  <a:pt x="115519" y="93268"/>
                </a:lnTo>
                <a:lnTo>
                  <a:pt x="104444" y="98488"/>
                </a:lnTo>
                <a:lnTo>
                  <a:pt x="90220" y="100279"/>
                </a:lnTo>
                <a:lnTo>
                  <a:pt x="76136" y="98488"/>
                </a:lnTo>
                <a:lnTo>
                  <a:pt x="65036" y="93268"/>
                </a:lnTo>
                <a:lnTo>
                  <a:pt x="57772" y="84848"/>
                </a:lnTo>
                <a:lnTo>
                  <a:pt x="55168" y="73456"/>
                </a:lnTo>
                <a:lnTo>
                  <a:pt x="57772" y="61709"/>
                </a:lnTo>
                <a:lnTo>
                  <a:pt x="65036" y="53111"/>
                </a:lnTo>
                <a:lnTo>
                  <a:pt x="76136" y="47828"/>
                </a:lnTo>
                <a:lnTo>
                  <a:pt x="90220" y="46024"/>
                </a:lnTo>
                <a:lnTo>
                  <a:pt x="104444" y="47828"/>
                </a:lnTo>
                <a:lnTo>
                  <a:pt x="115519" y="53111"/>
                </a:lnTo>
                <a:lnTo>
                  <a:pt x="122720" y="61709"/>
                </a:lnTo>
                <a:lnTo>
                  <a:pt x="125272" y="73456"/>
                </a:lnTo>
                <a:lnTo>
                  <a:pt x="125272" y="20853"/>
                </a:lnTo>
                <a:lnTo>
                  <a:pt x="119570" y="17818"/>
                </a:lnTo>
                <a:lnTo>
                  <a:pt x="90220" y="13411"/>
                </a:lnTo>
                <a:lnTo>
                  <a:pt x="60820" y="17818"/>
                </a:lnTo>
                <a:lnTo>
                  <a:pt x="37452" y="30175"/>
                </a:lnTo>
                <a:lnTo>
                  <a:pt x="22034" y="49161"/>
                </a:lnTo>
                <a:lnTo>
                  <a:pt x="16459" y="73456"/>
                </a:lnTo>
                <a:lnTo>
                  <a:pt x="22034" y="97447"/>
                </a:lnTo>
                <a:lnTo>
                  <a:pt x="37452" y="116357"/>
                </a:lnTo>
                <a:lnTo>
                  <a:pt x="60820" y="128752"/>
                </a:lnTo>
                <a:lnTo>
                  <a:pt x="90220" y="133197"/>
                </a:lnTo>
                <a:lnTo>
                  <a:pt x="119570" y="128752"/>
                </a:lnTo>
                <a:lnTo>
                  <a:pt x="142836" y="116357"/>
                </a:lnTo>
                <a:lnTo>
                  <a:pt x="155867" y="100279"/>
                </a:lnTo>
                <a:lnTo>
                  <a:pt x="158165" y="97447"/>
                </a:lnTo>
                <a:lnTo>
                  <a:pt x="163677" y="73456"/>
                </a:lnTo>
                <a:close/>
              </a:path>
              <a:path w="502285" h="282575">
                <a:moveTo>
                  <a:pt x="180441" y="169468"/>
                </a:moveTo>
                <a:lnTo>
                  <a:pt x="178003" y="140208"/>
                </a:lnTo>
                <a:lnTo>
                  <a:pt x="132016" y="145415"/>
                </a:lnTo>
                <a:lnTo>
                  <a:pt x="85115" y="148247"/>
                </a:lnTo>
                <a:lnTo>
                  <a:pt x="40157" y="149428"/>
                </a:lnTo>
                <a:lnTo>
                  <a:pt x="0" y="149656"/>
                </a:lnTo>
                <a:lnTo>
                  <a:pt x="4572" y="182511"/>
                </a:lnTo>
                <a:lnTo>
                  <a:pt x="19977" y="182511"/>
                </a:lnTo>
                <a:lnTo>
                  <a:pt x="53530" y="181927"/>
                </a:lnTo>
                <a:lnTo>
                  <a:pt x="71323" y="181356"/>
                </a:lnTo>
                <a:lnTo>
                  <a:pt x="71323" y="274320"/>
                </a:lnTo>
                <a:lnTo>
                  <a:pt x="111556" y="274320"/>
                </a:lnTo>
                <a:lnTo>
                  <a:pt x="111556" y="181356"/>
                </a:lnTo>
                <a:lnTo>
                  <a:pt x="111556" y="178917"/>
                </a:lnTo>
                <a:lnTo>
                  <a:pt x="128790" y="177317"/>
                </a:lnTo>
                <a:lnTo>
                  <a:pt x="146113" y="175221"/>
                </a:lnTo>
                <a:lnTo>
                  <a:pt x="163385" y="172618"/>
                </a:lnTo>
                <a:lnTo>
                  <a:pt x="180441" y="169468"/>
                </a:lnTo>
                <a:close/>
              </a:path>
              <a:path w="502285" h="282575">
                <a:moveTo>
                  <a:pt x="234086" y="2133"/>
                </a:moveTo>
                <a:lnTo>
                  <a:pt x="193852" y="2133"/>
                </a:lnTo>
                <a:lnTo>
                  <a:pt x="193852" y="282549"/>
                </a:lnTo>
                <a:lnTo>
                  <a:pt x="234086" y="282549"/>
                </a:lnTo>
                <a:lnTo>
                  <a:pt x="234086" y="2133"/>
                </a:lnTo>
                <a:close/>
              </a:path>
              <a:path w="502285" h="282575">
                <a:moveTo>
                  <a:pt x="417576" y="117957"/>
                </a:moveTo>
                <a:lnTo>
                  <a:pt x="412584" y="97497"/>
                </a:lnTo>
                <a:lnTo>
                  <a:pt x="412343" y="97231"/>
                </a:lnTo>
                <a:lnTo>
                  <a:pt x="398640" y="81610"/>
                </a:lnTo>
                <a:lnTo>
                  <a:pt x="379171" y="72212"/>
                </a:lnTo>
                <a:lnTo>
                  <a:pt x="379171" y="117957"/>
                </a:lnTo>
                <a:lnTo>
                  <a:pt x="377050" y="127025"/>
                </a:lnTo>
                <a:lnTo>
                  <a:pt x="371094" y="133616"/>
                </a:lnTo>
                <a:lnTo>
                  <a:pt x="361950" y="137629"/>
                </a:lnTo>
                <a:lnTo>
                  <a:pt x="350215" y="138988"/>
                </a:lnTo>
                <a:lnTo>
                  <a:pt x="338493" y="137629"/>
                </a:lnTo>
                <a:lnTo>
                  <a:pt x="329336" y="133616"/>
                </a:lnTo>
                <a:lnTo>
                  <a:pt x="323392" y="127025"/>
                </a:lnTo>
                <a:lnTo>
                  <a:pt x="321259" y="117957"/>
                </a:lnTo>
                <a:lnTo>
                  <a:pt x="323392" y="109067"/>
                </a:lnTo>
                <a:lnTo>
                  <a:pt x="329336" y="102565"/>
                </a:lnTo>
                <a:lnTo>
                  <a:pt x="338493" y="98590"/>
                </a:lnTo>
                <a:lnTo>
                  <a:pt x="350215" y="97231"/>
                </a:lnTo>
                <a:lnTo>
                  <a:pt x="361950" y="98590"/>
                </a:lnTo>
                <a:lnTo>
                  <a:pt x="371094" y="102565"/>
                </a:lnTo>
                <a:lnTo>
                  <a:pt x="377050" y="109067"/>
                </a:lnTo>
                <a:lnTo>
                  <a:pt x="379171" y="117957"/>
                </a:lnTo>
                <a:lnTo>
                  <a:pt x="379171" y="72212"/>
                </a:lnTo>
                <a:lnTo>
                  <a:pt x="377329" y="71323"/>
                </a:lnTo>
                <a:lnTo>
                  <a:pt x="350215" y="67665"/>
                </a:lnTo>
                <a:lnTo>
                  <a:pt x="323100" y="71323"/>
                </a:lnTo>
                <a:lnTo>
                  <a:pt x="301790" y="81610"/>
                </a:lnTo>
                <a:lnTo>
                  <a:pt x="287858" y="97497"/>
                </a:lnTo>
                <a:lnTo>
                  <a:pt x="282854" y="117957"/>
                </a:lnTo>
                <a:lnTo>
                  <a:pt x="287858" y="138468"/>
                </a:lnTo>
                <a:lnTo>
                  <a:pt x="301790" y="154457"/>
                </a:lnTo>
                <a:lnTo>
                  <a:pt x="323100" y="164846"/>
                </a:lnTo>
                <a:lnTo>
                  <a:pt x="350215" y="168554"/>
                </a:lnTo>
                <a:lnTo>
                  <a:pt x="377329" y="164846"/>
                </a:lnTo>
                <a:lnTo>
                  <a:pt x="398640" y="154457"/>
                </a:lnTo>
                <a:lnTo>
                  <a:pt x="412127" y="138988"/>
                </a:lnTo>
                <a:lnTo>
                  <a:pt x="412584" y="138468"/>
                </a:lnTo>
                <a:lnTo>
                  <a:pt x="417576" y="117957"/>
                </a:lnTo>
                <a:close/>
              </a:path>
              <a:path w="502285" h="282575">
                <a:moveTo>
                  <a:pt x="432206" y="26822"/>
                </a:moveTo>
                <a:lnTo>
                  <a:pt x="370027" y="26822"/>
                </a:lnTo>
                <a:lnTo>
                  <a:pt x="370027" y="0"/>
                </a:lnTo>
                <a:lnTo>
                  <a:pt x="329793" y="0"/>
                </a:lnTo>
                <a:lnTo>
                  <a:pt x="329793" y="26822"/>
                </a:lnTo>
                <a:lnTo>
                  <a:pt x="267919" y="26822"/>
                </a:lnTo>
                <a:lnTo>
                  <a:pt x="267919" y="58216"/>
                </a:lnTo>
                <a:lnTo>
                  <a:pt x="432206" y="58216"/>
                </a:lnTo>
                <a:lnTo>
                  <a:pt x="432206" y="26822"/>
                </a:lnTo>
                <a:close/>
              </a:path>
              <a:path w="502285" h="282575">
                <a:moveTo>
                  <a:pt x="502005" y="183489"/>
                </a:moveTo>
                <a:lnTo>
                  <a:pt x="462686" y="183489"/>
                </a:lnTo>
                <a:lnTo>
                  <a:pt x="462686" y="215188"/>
                </a:lnTo>
                <a:lnTo>
                  <a:pt x="462686" y="248107"/>
                </a:lnTo>
                <a:lnTo>
                  <a:pt x="354787" y="248107"/>
                </a:lnTo>
                <a:lnTo>
                  <a:pt x="354787" y="215188"/>
                </a:lnTo>
                <a:lnTo>
                  <a:pt x="462686" y="215188"/>
                </a:lnTo>
                <a:lnTo>
                  <a:pt x="462686" y="183489"/>
                </a:lnTo>
                <a:lnTo>
                  <a:pt x="315163" y="183489"/>
                </a:lnTo>
                <a:lnTo>
                  <a:pt x="315163" y="279501"/>
                </a:lnTo>
                <a:lnTo>
                  <a:pt x="502005" y="279501"/>
                </a:lnTo>
                <a:lnTo>
                  <a:pt x="502005" y="248107"/>
                </a:lnTo>
                <a:lnTo>
                  <a:pt x="502005" y="215188"/>
                </a:lnTo>
                <a:lnTo>
                  <a:pt x="502005" y="183489"/>
                </a:lnTo>
                <a:close/>
              </a:path>
              <a:path w="502285" h="282575">
                <a:moveTo>
                  <a:pt x="502005" y="2133"/>
                </a:moveTo>
                <a:lnTo>
                  <a:pt x="461772" y="2133"/>
                </a:lnTo>
                <a:lnTo>
                  <a:pt x="461772" y="84124"/>
                </a:lnTo>
                <a:lnTo>
                  <a:pt x="426720" y="84124"/>
                </a:lnTo>
                <a:lnTo>
                  <a:pt x="426720" y="116738"/>
                </a:lnTo>
                <a:lnTo>
                  <a:pt x="461772" y="116738"/>
                </a:lnTo>
                <a:lnTo>
                  <a:pt x="461772" y="171602"/>
                </a:lnTo>
                <a:lnTo>
                  <a:pt x="502005" y="171602"/>
                </a:lnTo>
                <a:lnTo>
                  <a:pt x="502005" y="2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052663" y="2291841"/>
            <a:ext cx="530860" cy="283845"/>
          </a:xfrm>
          <a:custGeom>
            <a:avLst/>
            <a:gdLst/>
            <a:ahLst/>
            <a:cxnLst/>
            <a:rect l="l" t="t" r="r" b="b"/>
            <a:pathLst>
              <a:path w="530860" h="283844">
                <a:moveTo>
                  <a:pt x="169773" y="126492"/>
                </a:moveTo>
                <a:lnTo>
                  <a:pt x="141274" y="112890"/>
                </a:lnTo>
                <a:lnTo>
                  <a:pt x="133324" y="105156"/>
                </a:lnTo>
                <a:lnTo>
                  <a:pt x="121653" y="93802"/>
                </a:lnTo>
                <a:lnTo>
                  <a:pt x="110324" y="70942"/>
                </a:lnTo>
                <a:lnTo>
                  <a:pt x="110299" y="70802"/>
                </a:lnTo>
                <a:lnTo>
                  <a:pt x="106680" y="46024"/>
                </a:lnTo>
                <a:lnTo>
                  <a:pt x="106680" y="17373"/>
                </a:lnTo>
                <a:lnTo>
                  <a:pt x="65836" y="17373"/>
                </a:lnTo>
                <a:lnTo>
                  <a:pt x="65836" y="42672"/>
                </a:lnTo>
                <a:lnTo>
                  <a:pt x="62153" y="70802"/>
                </a:lnTo>
                <a:lnTo>
                  <a:pt x="62090" y="70942"/>
                </a:lnTo>
                <a:lnTo>
                  <a:pt x="50520" y="96697"/>
                </a:lnTo>
                <a:lnTo>
                  <a:pt x="30086" y="118364"/>
                </a:lnTo>
                <a:lnTo>
                  <a:pt x="0" y="133807"/>
                </a:lnTo>
                <a:lnTo>
                  <a:pt x="21031" y="165506"/>
                </a:lnTo>
                <a:lnTo>
                  <a:pt x="43103" y="155346"/>
                </a:lnTo>
                <a:lnTo>
                  <a:pt x="61379" y="141617"/>
                </a:lnTo>
                <a:lnTo>
                  <a:pt x="75933" y="124739"/>
                </a:lnTo>
                <a:lnTo>
                  <a:pt x="86868" y="105156"/>
                </a:lnTo>
                <a:lnTo>
                  <a:pt x="97396" y="122008"/>
                </a:lnTo>
                <a:lnTo>
                  <a:pt x="111175" y="136626"/>
                </a:lnTo>
                <a:lnTo>
                  <a:pt x="128270" y="148615"/>
                </a:lnTo>
                <a:lnTo>
                  <a:pt x="148742" y="157581"/>
                </a:lnTo>
                <a:lnTo>
                  <a:pt x="169773" y="126492"/>
                </a:lnTo>
                <a:close/>
              </a:path>
              <a:path w="530860" h="283844">
                <a:moveTo>
                  <a:pt x="228295" y="228600"/>
                </a:moveTo>
                <a:lnTo>
                  <a:pt x="221665" y="205892"/>
                </a:lnTo>
                <a:lnTo>
                  <a:pt x="221500" y="205740"/>
                </a:lnTo>
                <a:lnTo>
                  <a:pt x="202730" y="188937"/>
                </a:lnTo>
                <a:lnTo>
                  <a:pt x="188366" y="183832"/>
                </a:lnTo>
                <a:lnTo>
                  <a:pt x="188366" y="228600"/>
                </a:lnTo>
                <a:lnTo>
                  <a:pt x="184810" y="238912"/>
                </a:lnTo>
                <a:lnTo>
                  <a:pt x="174307" y="246126"/>
                </a:lnTo>
                <a:lnTo>
                  <a:pt x="157124" y="250380"/>
                </a:lnTo>
                <a:lnTo>
                  <a:pt x="133502" y="251764"/>
                </a:lnTo>
                <a:lnTo>
                  <a:pt x="109715" y="250380"/>
                </a:lnTo>
                <a:lnTo>
                  <a:pt x="92430" y="246126"/>
                </a:lnTo>
                <a:lnTo>
                  <a:pt x="81902" y="238912"/>
                </a:lnTo>
                <a:lnTo>
                  <a:pt x="78333" y="228600"/>
                </a:lnTo>
                <a:lnTo>
                  <a:pt x="81902" y="218465"/>
                </a:lnTo>
                <a:lnTo>
                  <a:pt x="92430" y="211340"/>
                </a:lnTo>
                <a:lnTo>
                  <a:pt x="109715" y="207124"/>
                </a:lnTo>
                <a:lnTo>
                  <a:pt x="133502" y="205740"/>
                </a:lnTo>
                <a:lnTo>
                  <a:pt x="157124" y="207124"/>
                </a:lnTo>
                <a:lnTo>
                  <a:pt x="174307" y="211340"/>
                </a:lnTo>
                <a:lnTo>
                  <a:pt x="184810" y="218465"/>
                </a:lnTo>
                <a:lnTo>
                  <a:pt x="188366" y="228600"/>
                </a:lnTo>
                <a:lnTo>
                  <a:pt x="188366" y="183832"/>
                </a:lnTo>
                <a:lnTo>
                  <a:pt x="172872" y="178320"/>
                </a:lnTo>
                <a:lnTo>
                  <a:pt x="133502" y="174650"/>
                </a:lnTo>
                <a:lnTo>
                  <a:pt x="93954" y="178320"/>
                </a:lnTo>
                <a:lnTo>
                  <a:pt x="64008" y="188937"/>
                </a:lnTo>
                <a:lnTo>
                  <a:pt x="45034" y="205892"/>
                </a:lnTo>
                <a:lnTo>
                  <a:pt x="38404" y="228600"/>
                </a:lnTo>
                <a:lnTo>
                  <a:pt x="45034" y="251485"/>
                </a:lnTo>
                <a:lnTo>
                  <a:pt x="64008" y="268528"/>
                </a:lnTo>
                <a:lnTo>
                  <a:pt x="93954" y="279184"/>
                </a:lnTo>
                <a:lnTo>
                  <a:pt x="133502" y="282854"/>
                </a:lnTo>
                <a:lnTo>
                  <a:pt x="172872" y="279184"/>
                </a:lnTo>
                <a:lnTo>
                  <a:pt x="202730" y="268528"/>
                </a:lnTo>
                <a:lnTo>
                  <a:pt x="221348" y="251764"/>
                </a:lnTo>
                <a:lnTo>
                  <a:pt x="221665" y="251485"/>
                </a:lnTo>
                <a:lnTo>
                  <a:pt x="228295" y="228600"/>
                </a:lnTo>
                <a:close/>
              </a:path>
              <a:path w="530860" h="283844">
                <a:moveTo>
                  <a:pt x="262432" y="67360"/>
                </a:moveTo>
                <a:lnTo>
                  <a:pt x="225247" y="67360"/>
                </a:lnTo>
                <a:lnTo>
                  <a:pt x="225247" y="2438"/>
                </a:lnTo>
                <a:lnTo>
                  <a:pt x="185013" y="2438"/>
                </a:lnTo>
                <a:lnTo>
                  <a:pt x="185013" y="168249"/>
                </a:lnTo>
                <a:lnTo>
                  <a:pt x="225247" y="168249"/>
                </a:lnTo>
                <a:lnTo>
                  <a:pt x="225247" y="100584"/>
                </a:lnTo>
                <a:lnTo>
                  <a:pt x="262432" y="100584"/>
                </a:lnTo>
                <a:lnTo>
                  <a:pt x="262432" y="67360"/>
                </a:lnTo>
                <a:close/>
              </a:path>
              <a:path w="530860" h="283844">
                <a:moveTo>
                  <a:pt x="435559" y="22250"/>
                </a:moveTo>
                <a:lnTo>
                  <a:pt x="376123" y="22250"/>
                </a:lnTo>
                <a:lnTo>
                  <a:pt x="376123" y="0"/>
                </a:lnTo>
                <a:lnTo>
                  <a:pt x="335889" y="0"/>
                </a:lnTo>
                <a:lnTo>
                  <a:pt x="335889" y="22250"/>
                </a:lnTo>
                <a:lnTo>
                  <a:pt x="276148" y="22250"/>
                </a:lnTo>
                <a:lnTo>
                  <a:pt x="276148" y="51206"/>
                </a:lnTo>
                <a:lnTo>
                  <a:pt x="435559" y="51206"/>
                </a:lnTo>
                <a:lnTo>
                  <a:pt x="435559" y="22250"/>
                </a:lnTo>
                <a:close/>
              </a:path>
              <a:path w="530860" h="283844">
                <a:moveTo>
                  <a:pt x="445312" y="173126"/>
                </a:moveTo>
                <a:lnTo>
                  <a:pt x="443128" y="151790"/>
                </a:lnTo>
                <a:lnTo>
                  <a:pt x="443026" y="150799"/>
                </a:lnTo>
                <a:lnTo>
                  <a:pt x="442912" y="149618"/>
                </a:lnTo>
                <a:lnTo>
                  <a:pt x="442569" y="146304"/>
                </a:lnTo>
                <a:lnTo>
                  <a:pt x="426402" y="148145"/>
                </a:lnTo>
                <a:lnTo>
                  <a:pt x="409917" y="149618"/>
                </a:lnTo>
                <a:lnTo>
                  <a:pt x="393153" y="150799"/>
                </a:lnTo>
                <a:lnTo>
                  <a:pt x="376123" y="151790"/>
                </a:lnTo>
                <a:lnTo>
                  <a:pt x="376123" y="137160"/>
                </a:lnTo>
                <a:lnTo>
                  <a:pt x="396252" y="132181"/>
                </a:lnTo>
                <a:lnTo>
                  <a:pt x="411403" y="123863"/>
                </a:lnTo>
                <a:lnTo>
                  <a:pt x="420992" y="112471"/>
                </a:lnTo>
                <a:lnTo>
                  <a:pt x="424281" y="98450"/>
                </a:lnTo>
                <a:lnTo>
                  <a:pt x="420192" y="84124"/>
                </a:lnTo>
                <a:lnTo>
                  <a:pt x="419442" y="81495"/>
                </a:lnTo>
                <a:lnTo>
                  <a:pt x="405688" y="68846"/>
                </a:lnTo>
                <a:lnTo>
                  <a:pt x="386181" y="61696"/>
                </a:lnTo>
                <a:lnTo>
                  <a:pt x="386181" y="98450"/>
                </a:lnTo>
                <a:lnTo>
                  <a:pt x="384162" y="104622"/>
                </a:lnTo>
                <a:lnTo>
                  <a:pt x="378294" y="109004"/>
                </a:lnTo>
                <a:lnTo>
                  <a:pt x="368820" y="111607"/>
                </a:lnTo>
                <a:lnTo>
                  <a:pt x="356006" y="112471"/>
                </a:lnTo>
                <a:lnTo>
                  <a:pt x="343141" y="111607"/>
                </a:lnTo>
                <a:lnTo>
                  <a:pt x="333565" y="109004"/>
                </a:lnTo>
                <a:lnTo>
                  <a:pt x="327583" y="104622"/>
                </a:lnTo>
                <a:lnTo>
                  <a:pt x="325526" y="98450"/>
                </a:lnTo>
                <a:lnTo>
                  <a:pt x="327583" y="92227"/>
                </a:lnTo>
                <a:lnTo>
                  <a:pt x="333565" y="87744"/>
                </a:lnTo>
                <a:lnTo>
                  <a:pt x="343141" y="85039"/>
                </a:lnTo>
                <a:lnTo>
                  <a:pt x="356006" y="84124"/>
                </a:lnTo>
                <a:lnTo>
                  <a:pt x="368820" y="85039"/>
                </a:lnTo>
                <a:lnTo>
                  <a:pt x="378294" y="87744"/>
                </a:lnTo>
                <a:lnTo>
                  <a:pt x="384162" y="92227"/>
                </a:lnTo>
                <a:lnTo>
                  <a:pt x="386181" y="98450"/>
                </a:lnTo>
                <a:lnTo>
                  <a:pt x="386181" y="61696"/>
                </a:lnTo>
                <a:lnTo>
                  <a:pt x="384162" y="60947"/>
                </a:lnTo>
                <a:lnTo>
                  <a:pt x="356006" y="58216"/>
                </a:lnTo>
                <a:lnTo>
                  <a:pt x="327672" y="60947"/>
                </a:lnTo>
                <a:lnTo>
                  <a:pt x="306057" y="68846"/>
                </a:lnTo>
                <a:lnTo>
                  <a:pt x="292265" y="81495"/>
                </a:lnTo>
                <a:lnTo>
                  <a:pt x="287426" y="98450"/>
                </a:lnTo>
                <a:lnTo>
                  <a:pt x="290753" y="112649"/>
                </a:lnTo>
                <a:lnTo>
                  <a:pt x="300342" y="124015"/>
                </a:lnTo>
                <a:lnTo>
                  <a:pt x="315582" y="132359"/>
                </a:lnTo>
                <a:lnTo>
                  <a:pt x="335889" y="137464"/>
                </a:lnTo>
                <a:lnTo>
                  <a:pt x="335889" y="153314"/>
                </a:lnTo>
                <a:lnTo>
                  <a:pt x="301028" y="153847"/>
                </a:lnTo>
                <a:lnTo>
                  <a:pt x="269125" y="153847"/>
                </a:lnTo>
                <a:lnTo>
                  <a:pt x="273405" y="184404"/>
                </a:lnTo>
                <a:lnTo>
                  <a:pt x="312737" y="184137"/>
                </a:lnTo>
                <a:lnTo>
                  <a:pt x="355815" y="182765"/>
                </a:lnTo>
                <a:lnTo>
                  <a:pt x="400659" y="179387"/>
                </a:lnTo>
                <a:lnTo>
                  <a:pt x="445312" y="173126"/>
                </a:lnTo>
                <a:close/>
              </a:path>
              <a:path w="530860" h="283844">
                <a:moveTo>
                  <a:pt x="496824" y="238963"/>
                </a:moveTo>
                <a:lnTo>
                  <a:pt x="491578" y="223418"/>
                </a:lnTo>
                <a:lnTo>
                  <a:pt x="490359" y="219798"/>
                </a:lnTo>
                <a:lnTo>
                  <a:pt x="471601" y="205854"/>
                </a:lnTo>
                <a:lnTo>
                  <a:pt x="456285" y="201523"/>
                </a:lnTo>
                <a:lnTo>
                  <a:pt x="456285" y="238963"/>
                </a:lnTo>
                <a:lnTo>
                  <a:pt x="453021" y="245846"/>
                </a:lnTo>
                <a:lnTo>
                  <a:pt x="442950" y="250583"/>
                </a:lnTo>
                <a:lnTo>
                  <a:pt x="425678" y="253326"/>
                </a:lnTo>
                <a:lnTo>
                  <a:pt x="400812" y="254203"/>
                </a:lnTo>
                <a:lnTo>
                  <a:pt x="376301" y="253326"/>
                </a:lnTo>
                <a:lnTo>
                  <a:pt x="359206" y="250583"/>
                </a:lnTo>
                <a:lnTo>
                  <a:pt x="349211" y="245846"/>
                </a:lnTo>
                <a:lnTo>
                  <a:pt x="345948" y="238963"/>
                </a:lnTo>
                <a:lnTo>
                  <a:pt x="349211" y="232029"/>
                </a:lnTo>
                <a:lnTo>
                  <a:pt x="359244" y="227190"/>
                </a:lnTo>
                <a:lnTo>
                  <a:pt x="376428" y="224345"/>
                </a:lnTo>
                <a:lnTo>
                  <a:pt x="401116" y="223418"/>
                </a:lnTo>
                <a:lnTo>
                  <a:pt x="425805" y="224345"/>
                </a:lnTo>
                <a:lnTo>
                  <a:pt x="442988" y="227190"/>
                </a:lnTo>
                <a:lnTo>
                  <a:pt x="453021" y="232029"/>
                </a:lnTo>
                <a:lnTo>
                  <a:pt x="456285" y="238963"/>
                </a:lnTo>
                <a:lnTo>
                  <a:pt x="456285" y="201523"/>
                </a:lnTo>
                <a:lnTo>
                  <a:pt x="441528" y="197345"/>
                </a:lnTo>
                <a:lnTo>
                  <a:pt x="401116" y="194462"/>
                </a:lnTo>
                <a:lnTo>
                  <a:pt x="360705" y="197345"/>
                </a:lnTo>
                <a:lnTo>
                  <a:pt x="330631" y="205854"/>
                </a:lnTo>
                <a:lnTo>
                  <a:pt x="311873" y="219798"/>
                </a:lnTo>
                <a:lnTo>
                  <a:pt x="305409" y="238963"/>
                </a:lnTo>
                <a:lnTo>
                  <a:pt x="311873" y="258127"/>
                </a:lnTo>
                <a:lnTo>
                  <a:pt x="330631" y="272072"/>
                </a:lnTo>
                <a:lnTo>
                  <a:pt x="360705" y="280581"/>
                </a:lnTo>
                <a:lnTo>
                  <a:pt x="401116" y="283464"/>
                </a:lnTo>
                <a:lnTo>
                  <a:pt x="441528" y="280581"/>
                </a:lnTo>
                <a:lnTo>
                  <a:pt x="471601" y="272072"/>
                </a:lnTo>
                <a:lnTo>
                  <a:pt x="490359" y="258127"/>
                </a:lnTo>
                <a:lnTo>
                  <a:pt x="491680" y="254203"/>
                </a:lnTo>
                <a:lnTo>
                  <a:pt x="496824" y="238963"/>
                </a:lnTo>
                <a:close/>
              </a:path>
              <a:path w="530860" h="283844">
                <a:moveTo>
                  <a:pt x="530352" y="81686"/>
                </a:moveTo>
                <a:lnTo>
                  <a:pt x="494995" y="81686"/>
                </a:lnTo>
                <a:lnTo>
                  <a:pt x="494995" y="2133"/>
                </a:lnTo>
                <a:lnTo>
                  <a:pt x="454761" y="2133"/>
                </a:lnTo>
                <a:lnTo>
                  <a:pt x="454761" y="191414"/>
                </a:lnTo>
                <a:lnTo>
                  <a:pt x="494995" y="191414"/>
                </a:lnTo>
                <a:lnTo>
                  <a:pt x="494995" y="114909"/>
                </a:lnTo>
                <a:lnTo>
                  <a:pt x="530352" y="114909"/>
                </a:lnTo>
                <a:lnTo>
                  <a:pt x="530352" y="81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2652525" y="2293969"/>
            <a:ext cx="520700" cy="279400"/>
            <a:chOff x="2652525" y="2293969"/>
            <a:chExt cx="520700" cy="279400"/>
          </a:xfrm>
        </p:grpSpPr>
        <p:sp>
          <p:nvSpPr>
            <p:cNvPr id="24" name="object 24" descr=""/>
            <p:cNvSpPr/>
            <p:nvPr/>
          </p:nvSpPr>
          <p:spPr>
            <a:xfrm>
              <a:off x="2652525" y="2293969"/>
              <a:ext cx="234950" cy="279400"/>
            </a:xfrm>
            <a:custGeom>
              <a:avLst/>
              <a:gdLst/>
              <a:ahLst/>
              <a:cxnLst/>
              <a:rect l="l" t="t" r="r" b="b"/>
              <a:pathLst>
                <a:path w="234950" h="279400">
                  <a:moveTo>
                    <a:pt x="232562" y="44500"/>
                  </a:moveTo>
                  <a:lnTo>
                    <a:pt x="192328" y="44500"/>
                  </a:lnTo>
                  <a:lnTo>
                    <a:pt x="192328" y="0"/>
                  </a:lnTo>
                  <a:lnTo>
                    <a:pt x="232562" y="0"/>
                  </a:lnTo>
                  <a:lnTo>
                    <a:pt x="232562" y="44500"/>
                  </a:lnTo>
                  <a:close/>
                </a:path>
                <a:path w="234950" h="279400">
                  <a:moveTo>
                    <a:pt x="15544" y="168249"/>
                  </a:moveTo>
                  <a:lnTo>
                    <a:pt x="0" y="136550"/>
                  </a:lnTo>
                  <a:lnTo>
                    <a:pt x="41895" y="121372"/>
                  </a:lnTo>
                  <a:lnTo>
                    <a:pt x="72047" y="101765"/>
                  </a:lnTo>
                  <a:lnTo>
                    <a:pt x="91168" y="78214"/>
                  </a:lnTo>
                  <a:lnTo>
                    <a:pt x="99974" y="51206"/>
                  </a:lnTo>
                  <a:lnTo>
                    <a:pt x="15240" y="51206"/>
                  </a:lnTo>
                  <a:lnTo>
                    <a:pt x="15240" y="18897"/>
                  </a:lnTo>
                  <a:lnTo>
                    <a:pt x="143865" y="18897"/>
                  </a:lnTo>
                  <a:lnTo>
                    <a:pt x="143751" y="25469"/>
                  </a:lnTo>
                  <a:lnTo>
                    <a:pt x="143408" y="31927"/>
                  </a:lnTo>
                  <a:lnTo>
                    <a:pt x="142836" y="38271"/>
                  </a:lnTo>
                  <a:lnTo>
                    <a:pt x="142036" y="44500"/>
                  </a:lnTo>
                  <a:lnTo>
                    <a:pt x="232562" y="44500"/>
                  </a:lnTo>
                  <a:lnTo>
                    <a:pt x="232562" y="76504"/>
                  </a:lnTo>
                  <a:lnTo>
                    <a:pt x="134112" y="76504"/>
                  </a:lnTo>
                  <a:lnTo>
                    <a:pt x="116957" y="107041"/>
                  </a:lnTo>
                  <a:lnTo>
                    <a:pt x="91516" y="132435"/>
                  </a:lnTo>
                  <a:lnTo>
                    <a:pt x="57731" y="152800"/>
                  </a:lnTo>
                  <a:lnTo>
                    <a:pt x="15544" y="168249"/>
                  </a:lnTo>
                  <a:close/>
                </a:path>
                <a:path w="234950" h="279400">
                  <a:moveTo>
                    <a:pt x="232562" y="161544"/>
                  </a:moveTo>
                  <a:lnTo>
                    <a:pt x="192328" y="161544"/>
                  </a:lnTo>
                  <a:lnTo>
                    <a:pt x="192328" y="134721"/>
                  </a:lnTo>
                  <a:lnTo>
                    <a:pt x="130454" y="134721"/>
                  </a:lnTo>
                  <a:lnTo>
                    <a:pt x="130454" y="102412"/>
                  </a:lnTo>
                  <a:lnTo>
                    <a:pt x="192328" y="102412"/>
                  </a:lnTo>
                  <a:lnTo>
                    <a:pt x="192328" y="76504"/>
                  </a:lnTo>
                  <a:lnTo>
                    <a:pt x="232562" y="76504"/>
                  </a:lnTo>
                  <a:lnTo>
                    <a:pt x="232562" y="161544"/>
                  </a:lnTo>
                  <a:close/>
                </a:path>
                <a:path w="234950" h="279400">
                  <a:moveTo>
                    <a:pt x="139903" y="279196"/>
                  </a:moveTo>
                  <a:lnTo>
                    <a:pt x="100917" y="275220"/>
                  </a:lnTo>
                  <a:lnTo>
                    <a:pt x="71018" y="263842"/>
                  </a:lnTo>
                  <a:lnTo>
                    <a:pt x="51863" y="245892"/>
                  </a:lnTo>
                  <a:lnTo>
                    <a:pt x="45110" y="222199"/>
                  </a:lnTo>
                  <a:lnTo>
                    <a:pt x="51863" y="198505"/>
                  </a:lnTo>
                  <a:lnTo>
                    <a:pt x="71018" y="180555"/>
                  </a:lnTo>
                  <a:lnTo>
                    <a:pt x="100917" y="169178"/>
                  </a:lnTo>
                  <a:lnTo>
                    <a:pt x="139903" y="165201"/>
                  </a:lnTo>
                  <a:lnTo>
                    <a:pt x="178712" y="169178"/>
                  </a:lnTo>
                  <a:lnTo>
                    <a:pt x="208521" y="180555"/>
                  </a:lnTo>
                  <a:lnTo>
                    <a:pt x="225283" y="196291"/>
                  </a:lnTo>
                  <a:lnTo>
                    <a:pt x="139903" y="196291"/>
                  </a:lnTo>
                  <a:lnTo>
                    <a:pt x="116624" y="197939"/>
                  </a:lnTo>
                  <a:lnTo>
                    <a:pt x="99288" y="202844"/>
                  </a:lnTo>
                  <a:lnTo>
                    <a:pt x="88468" y="210950"/>
                  </a:lnTo>
                  <a:lnTo>
                    <a:pt x="84734" y="222199"/>
                  </a:lnTo>
                  <a:lnTo>
                    <a:pt x="88468" y="233448"/>
                  </a:lnTo>
                  <a:lnTo>
                    <a:pt x="99288" y="241554"/>
                  </a:lnTo>
                  <a:lnTo>
                    <a:pt x="116624" y="246459"/>
                  </a:lnTo>
                  <a:lnTo>
                    <a:pt x="139903" y="248107"/>
                  </a:lnTo>
                  <a:lnTo>
                    <a:pt x="225283" y="248107"/>
                  </a:lnTo>
                  <a:lnTo>
                    <a:pt x="208521" y="263842"/>
                  </a:lnTo>
                  <a:lnTo>
                    <a:pt x="178712" y="275220"/>
                  </a:lnTo>
                  <a:lnTo>
                    <a:pt x="139903" y="279196"/>
                  </a:lnTo>
                  <a:close/>
                </a:path>
                <a:path w="234950" h="279400">
                  <a:moveTo>
                    <a:pt x="225283" y="248107"/>
                  </a:moveTo>
                  <a:lnTo>
                    <a:pt x="139903" y="248107"/>
                  </a:lnTo>
                  <a:lnTo>
                    <a:pt x="163006" y="246459"/>
                  </a:lnTo>
                  <a:lnTo>
                    <a:pt x="180251" y="241554"/>
                  </a:lnTo>
                  <a:lnTo>
                    <a:pt x="191038" y="233448"/>
                  </a:lnTo>
                  <a:lnTo>
                    <a:pt x="194767" y="222199"/>
                  </a:lnTo>
                  <a:lnTo>
                    <a:pt x="191038" y="210950"/>
                  </a:lnTo>
                  <a:lnTo>
                    <a:pt x="180251" y="202844"/>
                  </a:lnTo>
                  <a:lnTo>
                    <a:pt x="163006" y="197939"/>
                  </a:lnTo>
                  <a:lnTo>
                    <a:pt x="139903" y="196291"/>
                  </a:lnTo>
                  <a:lnTo>
                    <a:pt x="225283" y="196291"/>
                  </a:lnTo>
                  <a:lnTo>
                    <a:pt x="227642" y="198505"/>
                  </a:lnTo>
                  <a:lnTo>
                    <a:pt x="234391" y="222199"/>
                  </a:lnTo>
                  <a:lnTo>
                    <a:pt x="227642" y="245892"/>
                  </a:lnTo>
                  <a:lnTo>
                    <a:pt x="225283" y="248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8920" y="2318048"/>
              <a:ext cx="253898" cy="222808"/>
            </a:xfrm>
            <a:prstGeom prst="rect">
              <a:avLst/>
            </a:prstGeom>
          </p:spPr>
        </p:pic>
      </p:grpSp>
      <p:sp>
        <p:nvSpPr>
          <p:cNvPr id="26" name="object 26" descr=""/>
          <p:cNvSpPr/>
          <p:nvPr/>
        </p:nvSpPr>
        <p:spPr>
          <a:xfrm>
            <a:off x="3245967" y="2293975"/>
            <a:ext cx="598805" cy="277495"/>
          </a:xfrm>
          <a:custGeom>
            <a:avLst/>
            <a:gdLst/>
            <a:ahLst/>
            <a:cxnLst/>
            <a:rect l="l" t="t" r="r" b="b"/>
            <a:pathLst>
              <a:path w="598804" h="277494">
                <a:moveTo>
                  <a:pt x="149352" y="71628"/>
                </a:moveTo>
                <a:lnTo>
                  <a:pt x="143725" y="46113"/>
                </a:lnTo>
                <a:lnTo>
                  <a:pt x="139179" y="40233"/>
                </a:lnTo>
                <a:lnTo>
                  <a:pt x="128130" y="25946"/>
                </a:lnTo>
                <a:lnTo>
                  <a:pt x="110642" y="16154"/>
                </a:lnTo>
                <a:lnTo>
                  <a:pt x="110642" y="71628"/>
                </a:lnTo>
                <a:lnTo>
                  <a:pt x="107975" y="84937"/>
                </a:lnTo>
                <a:lnTo>
                  <a:pt x="100545" y="94907"/>
                </a:lnTo>
                <a:lnTo>
                  <a:pt x="89166" y="101155"/>
                </a:lnTo>
                <a:lnTo>
                  <a:pt x="74676" y="103327"/>
                </a:lnTo>
                <a:lnTo>
                  <a:pt x="60185" y="101155"/>
                </a:lnTo>
                <a:lnTo>
                  <a:pt x="48806" y="94907"/>
                </a:lnTo>
                <a:lnTo>
                  <a:pt x="41363" y="84937"/>
                </a:lnTo>
                <a:lnTo>
                  <a:pt x="38709" y="71628"/>
                </a:lnTo>
                <a:lnTo>
                  <a:pt x="41363" y="58496"/>
                </a:lnTo>
                <a:lnTo>
                  <a:pt x="48806" y="48615"/>
                </a:lnTo>
                <a:lnTo>
                  <a:pt x="60185" y="42392"/>
                </a:lnTo>
                <a:lnTo>
                  <a:pt x="74676" y="40233"/>
                </a:lnTo>
                <a:lnTo>
                  <a:pt x="89166" y="42392"/>
                </a:lnTo>
                <a:lnTo>
                  <a:pt x="100545" y="48615"/>
                </a:lnTo>
                <a:lnTo>
                  <a:pt x="107975" y="58496"/>
                </a:lnTo>
                <a:lnTo>
                  <a:pt x="110642" y="71628"/>
                </a:lnTo>
                <a:lnTo>
                  <a:pt x="110642" y="16154"/>
                </a:lnTo>
                <a:lnTo>
                  <a:pt x="104470" y="12687"/>
                </a:lnTo>
                <a:lnTo>
                  <a:pt x="74676" y="7924"/>
                </a:lnTo>
                <a:lnTo>
                  <a:pt x="45008" y="12687"/>
                </a:lnTo>
                <a:lnTo>
                  <a:pt x="21336" y="25946"/>
                </a:lnTo>
                <a:lnTo>
                  <a:pt x="5664" y="46113"/>
                </a:lnTo>
                <a:lnTo>
                  <a:pt x="0" y="71628"/>
                </a:lnTo>
                <a:lnTo>
                  <a:pt x="5664" y="97447"/>
                </a:lnTo>
                <a:lnTo>
                  <a:pt x="21336" y="117690"/>
                </a:lnTo>
                <a:lnTo>
                  <a:pt x="45008" y="130911"/>
                </a:lnTo>
                <a:lnTo>
                  <a:pt x="74676" y="135636"/>
                </a:lnTo>
                <a:lnTo>
                  <a:pt x="104470" y="130911"/>
                </a:lnTo>
                <a:lnTo>
                  <a:pt x="128130" y="117690"/>
                </a:lnTo>
                <a:lnTo>
                  <a:pt x="139192" y="103327"/>
                </a:lnTo>
                <a:lnTo>
                  <a:pt x="143725" y="97447"/>
                </a:lnTo>
                <a:lnTo>
                  <a:pt x="149352" y="71628"/>
                </a:lnTo>
                <a:close/>
              </a:path>
              <a:path w="598804" h="277494">
                <a:moveTo>
                  <a:pt x="226771" y="246278"/>
                </a:moveTo>
                <a:lnTo>
                  <a:pt x="73761" y="246278"/>
                </a:lnTo>
                <a:lnTo>
                  <a:pt x="73761" y="227990"/>
                </a:lnTo>
                <a:lnTo>
                  <a:pt x="218846" y="227990"/>
                </a:lnTo>
                <a:lnTo>
                  <a:pt x="218846" y="151180"/>
                </a:lnTo>
                <a:lnTo>
                  <a:pt x="33528" y="151180"/>
                </a:lnTo>
                <a:lnTo>
                  <a:pt x="33528" y="182270"/>
                </a:lnTo>
                <a:lnTo>
                  <a:pt x="179222" y="182270"/>
                </a:lnTo>
                <a:lnTo>
                  <a:pt x="179222" y="199034"/>
                </a:lnTo>
                <a:lnTo>
                  <a:pt x="33832" y="199034"/>
                </a:lnTo>
                <a:lnTo>
                  <a:pt x="33832" y="277368"/>
                </a:lnTo>
                <a:lnTo>
                  <a:pt x="226771" y="277368"/>
                </a:lnTo>
                <a:lnTo>
                  <a:pt x="226771" y="246278"/>
                </a:lnTo>
                <a:close/>
              </a:path>
              <a:path w="598804" h="277494">
                <a:moveTo>
                  <a:pt x="255727" y="53949"/>
                </a:moveTo>
                <a:lnTo>
                  <a:pt x="218846" y="53949"/>
                </a:lnTo>
                <a:lnTo>
                  <a:pt x="218846" y="0"/>
                </a:lnTo>
                <a:lnTo>
                  <a:pt x="178612" y="0"/>
                </a:lnTo>
                <a:lnTo>
                  <a:pt x="178612" y="140208"/>
                </a:lnTo>
                <a:lnTo>
                  <a:pt x="218846" y="140208"/>
                </a:lnTo>
                <a:lnTo>
                  <a:pt x="218846" y="86868"/>
                </a:lnTo>
                <a:lnTo>
                  <a:pt x="255727" y="86868"/>
                </a:lnTo>
                <a:lnTo>
                  <a:pt x="255727" y="53949"/>
                </a:lnTo>
                <a:close/>
              </a:path>
              <a:path w="598804" h="277494">
                <a:moveTo>
                  <a:pt x="440131" y="149352"/>
                </a:moveTo>
                <a:lnTo>
                  <a:pt x="436638" y="124968"/>
                </a:lnTo>
                <a:lnTo>
                  <a:pt x="436575" y="124460"/>
                </a:lnTo>
                <a:lnTo>
                  <a:pt x="435559" y="117348"/>
                </a:lnTo>
                <a:lnTo>
                  <a:pt x="408597" y="120942"/>
                </a:lnTo>
                <a:lnTo>
                  <a:pt x="381457" y="123215"/>
                </a:lnTo>
                <a:lnTo>
                  <a:pt x="352488" y="124460"/>
                </a:lnTo>
                <a:lnTo>
                  <a:pt x="320040" y="124968"/>
                </a:lnTo>
                <a:lnTo>
                  <a:pt x="320040" y="100584"/>
                </a:lnTo>
                <a:lnTo>
                  <a:pt x="409346" y="100584"/>
                </a:lnTo>
                <a:lnTo>
                  <a:pt x="409346" y="15849"/>
                </a:lnTo>
                <a:lnTo>
                  <a:pt x="280111" y="15849"/>
                </a:lnTo>
                <a:lnTo>
                  <a:pt x="280111" y="48158"/>
                </a:lnTo>
                <a:lnTo>
                  <a:pt x="369722" y="48158"/>
                </a:lnTo>
                <a:lnTo>
                  <a:pt x="369722" y="70713"/>
                </a:lnTo>
                <a:lnTo>
                  <a:pt x="280416" y="70713"/>
                </a:lnTo>
                <a:lnTo>
                  <a:pt x="280416" y="157276"/>
                </a:lnTo>
                <a:lnTo>
                  <a:pt x="305104" y="157276"/>
                </a:lnTo>
                <a:lnTo>
                  <a:pt x="343865" y="156984"/>
                </a:lnTo>
                <a:lnTo>
                  <a:pt x="377875" y="155829"/>
                </a:lnTo>
                <a:lnTo>
                  <a:pt x="409257" y="153416"/>
                </a:lnTo>
                <a:lnTo>
                  <a:pt x="440131" y="149352"/>
                </a:lnTo>
                <a:close/>
              </a:path>
              <a:path w="598804" h="277494">
                <a:moveTo>
                  <a:pt x="499262" y="178917"/>
                </a:moveTo>
                <a:lnTo>
                  <a:pt x="459943" y="178917"/>
                </a:lnTo>
                <a:lnTo>
                  <a:pt x="459943" y="210616"/>
                </a:lnTo>
                <a:lnTo>
                  <a:pt x="459943" y="245973"/>
                </a:lnTo>
                <a:lnTo>
                  <a:pt x="352044" y="245973"/>
                </a:lnTo>
                <a:lnTo>
                  <a:pt x="352044" y="210616"/>
                </a:lnTo>
                <a:lnTo>
                  <a:pt x="459943" y="210616"/>
                </a:lnTo>
                <a:lnTo>
                  <a:pt x="459943" y="178917"/>
                </a:lnTo>
                <a:lnTo>
                  <a:pt x="312420" y="178917"/>
                </a:lnTo>
                <a:lnTo>
                  <a:pt x="312420" y="277368"/>
                </a:lnTo>
                <a:lnTo>
                  <a:pt x="499262" y="277368"/>
                </a:lnTo>
                <a:lnTo>
                  <a:pt x="499262" y="245973"/>
                </a:lnTo>
                <a:lnTo>
                  <a:pt x="499262" y="210616"/>
                </a:lnTo>
                <a:lnTo>
                  <a:pt x="499262" y="178917"/>
                </a:lnTo>
                <a:close/>
              </a:path>
              <a:path w="598804" h="277494">
                <a:moveTo>
                  <a:pt x="499262" y="304"/>
                </a:moveTo>
                <a:lnTo>
                  <a:pt x="458724" y="304"/>
                </a:lnTo>
                <a:lnTo>
                  <a:pt x="458724" y="166420"/>
                </a:lnTo>
                <a:lnTo>
                  <a:pt x="499262" y="166420"/>
                </a:lnTo>
                <a:lnTo>
                  <a:pt x="499262" y="304"/>
                </a:lnTo>
                <a:close/>
              </a:path>
              <a:path w="598804" h="277494">
                <a:moveTo>
                  <a:pt x="598627" y="229514"/>
                </a:moveTo>
                <a:lnTo>
                  <a:pt x="596519" y="217995"/>
                </a:lnTo>
                <a:lnTo>
                  <a:pt x="590664" y="208711"/>
                </a:lnTo>
                <a:lnTo>
                  <a:pt x="581774" y="202514"/>
                </a:lnTo>
                <a:lnTo>
                  <a:pt x="570585" y="200253"/>
                </a:lnTo>
                <a:lnTo>
                  <a:pt x="559562" y="202514"/>
                </a:lnTo>
                <a:lnTo>
                  <a:pt x="550773" y="208711"/>
                </a:lnTo>
                <a:lnTo>
                  <a:pt x="544957" y="217995"/>
                </a:lnTo>
                <a:lnTo>
                  <a:pt x="542848" y="229514"/>
                </a:lnTo>
                <a:lnTo>
                  <a:pt x="544957" y="241033"/>
                </a:lnTo>
                <a:lnTo>
                  <a:pt x="550773" y="250317"/>
                </a:lnTo>
                <a:lnTo>
                  <a:pt x="559562" y="256514"/>
                </a:lnTo>
                <a:lnTo>
                  <a:pt x="570585" y="258775"/>
                </a:lnTo>
                <a:lnTo>
                  <a:pt x="581774" y="256514"/>
                </a:lnTo>
                <a:lnTo>
                  <a:pt x="590664" y="250317"/>
                </a:lnTo>
                <a:lnTo>
                  <a:pt x="596519" y="241033"/>
                </a:lnTo>
                <a:lnTo>
                  <a:pt x="598627" y="229514"/>
                </a:lnTo>
                <a:close/>
              </a:path>
              <a:path w="598804" h="277494">
                <a:moveTo>
                  <a:pt x="598627" y="113995"/>
                </a:moveTo>
                <a:lnTo>
                  <a:pt x="596519" y="102349"/>
                </a:lnTo>
                <a:lnTo>
                  <a:pt x="590664" y="93078"/>
                </a:lnTo>
                <a:lnTo>
                  <a:pt x="581774" y="86944"/>
                </a:lnTo>
                <a:lnTo>
                  <a:pt x="570585" y="84734"/>
                </a:lnTo>
                <a:lnTo>
                  <a:pt x="559562" y="86944"/>
                </a:lnTo>
                <a:lnTo>
                  <a:pt x="550773" y="93078"/>
                </a:lnTo>
                <a:lnTo>
                  <a:pt x="544957" y="102349"/>
                </a:lnTo>
                <a:lnTo>
                  <a:pt x="542848" y="113995"/>
                </a:lnTo>
                <a:lnTo>
                  <a:pt x="544957" y="125463"/>
                </a:lnTo>
                <a:lnTo>
                  <a:pt x="550773" y="134645"/>
                </a:lnTo>
                <a:lnTo>
                  <a:pt x="559562" y="140741"/>
                </a:lnTo>
                <a:lnTo>
                  <a:pt x="570585" y="142951"/>
                </a:lnTo>
                <a:lnTo>
                  <a:pt x="581774" y="140741"/>
                </a:lnTo>
                <a:lnTo>
                  <a:pt x="590664" y="134645"/>
                </a:lnTo>
                <a:lnTo>
                  <a:pt x="596519" y="125463"/>
                </a:lnTo>
                <a:lnTo>
                  <a:pt x="598627" y="113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955593" y="2300541"/>
            <a:ext cx="195580" cy="121920"/>
          </a:xfrm>
          <a:custGeom>
            <a:avLst/>
            <a:gdLst/>
            <a:ahLst/>
            <a:cxnLst/>
            <a:rect l="l" t="t" r="r" b="b"/>
            <a:pathLst>
              <a:path w="195579" h="121919">
                <a:moveTo>
                  <a:pt x="195376" y="91440"/>
                </a:moveTo>
                <a:lnTo>
                  <a:pt x="39928" y="91440"/>
                </a:lnTo>
                <a:lnTo>
                  <a:pt x="39928" y="74930"/>
                </a:lnTo>
                <a:lnTo>
                  <a:pt x="186537" y="74930"/>
                </a:lnTo>
                <a:lnTo>
                  <a:pt x="186537" y="45720"/>
                </a:lnTo>
                <a:lnTo>
                  <a:pt x="39928" y="45720"/>
                </a:lnTo>
                <a:lnTo>
                  <a:pt x="39928" y="30480"/>
                </a:lnTo>
                <a:lnTo>
                  <a:pt x="193243" y="30480"/>
                </a:lnTo>
                <a:lnTo>
                  <a:pt x="193243" y="0"/>
                </a:lnTo>
                <a:lnTo>
                  <a:pt x="0" y="0"/>
                </a:lnTo>
                <a:lnTo>
                  <a:pt x="0" y="30480"/>
                </a:lnTo>
                <a:lnTo>
                  <a:pt x="0" y="45720"/>
                </a:lnTo>
                <a:lnTo>
                  <a:pt x="0" y="74930"/>
                </a:lnTo>
                <a:lnTo>
                  <a:pt x="0" y="91440"/>
                </a:lnTo>
                <a:lnTo>
                  <a:pt x="0" y="121920"/>
                </a:lnTo>
                <a:lnTo>
                  <a:pt x="195376" y="121920"/>
                </a:lnTo>
                <a:lnTo>
                  <a:pt x="195376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923893" y="2293975"/>
            <a:ext cx="504825" cy="281305"/>
          </a:xfrm>
          <a:custGeom>
            <a:avLst/>
            <a:gdLst/>
            <a:ahLst/>
            <a:cxnLst/>
            <a:rect l="l" t="t" r="r" b="b"/>
            <a:pathLst>
              <a:path w="504825" h="281305">
                <a:moveTo>
                  <a:pt x="222808" y="195795"/>
                </a:moveTo>
                <a:lnTo>
                  <a:pt x="28346" y="195795"/>
                </a:lnTo>
                <a:lnTo>
                  <a:pt x="28346" y="227545"/>
                </a:lnTo>
                <a:lnTo>
                  <a:pt x="182575" y="227545"/>
                </a:lnTo>
                <a:lnTo>
                  <a:pt x="182575" y="280885"/>
                </a:lnTo>
                <a:lnTo>
                  <a:pt x="222808" y="280885"/>
                </a:lnTo>
                <a:lnTo>
                  <a:pt x="222808" y="227545"/>
                </a:lnTo>
                <a:lnTo>
                  <a:pt x="222808" y="195795"/>
                </a:lnTo>
                <a:close/>
              </a:path>
              <a:path w="504825" h="281305">
                <a:moveTo>
                  <a:pt x="253898" y="145694"/>
                </a:moveTo>
                <a:lnTo>
                  <a:pt x="0" y="145694"/>
                </a:lnTo>
                <a:lnTo>
                  <a:pt x="0" y="177698"/>
                </a:lnTo>
                <a:lnTo>
                  <a:pt x="253898" y="177698"/>
                </a:lnTo>
                <a:lnTo>
                  <a:pt x="253898" y="145694"/>
                </a:lnTo>
                <a:close/>
              </a:path>
              <a:path w="504825" h="281305">
                <a:moveTo>
                  <a:pt x="437692" y="128016"/>
                </a:moveTo>
                <a:lnTo>
                  <a:pt x="400278" y="104851"/>
                </a:lnTo>
                <a:lnTo>
                  <a:pt x="378714" y="72936"/>
                </a:lnTo>
                <a:lnTo>
                  <a:pt x="374294" y="49072"/>
                </a:lnTo>
                <a:lnTo>
                  <a:pt x="428853" y="49072"/>
                </a:lnTo>
                <a:lnTo>
                  <a:pt x="428853" y="16764"/>
                </a:lnTo>
                <a:lnTo>
                  <a:pt x="277977" y="16764"/>
                </a:lnTo>
                <a:lnTo>
                  <a:pt x="277977" y="49072"/>
                </a:lnTo>
                <a:lnTo>
                  <a:pt x="333146" y="49072"/>
                </a:lnTo>
                <a:lnTo>
                  <a:pt x="328561" y="75158"/>
                </a:lnTo>
                <a:lnTo>
                  <a:pt x="316306" y="99517"/>
                </a:lnTo>
                <a:lnTo>
                  <a:pt x="295948" y="120230"/>
                </a:lnTo>
                <a:lnTo>
                  <a:pt x="267004" y="135331"/>
                </a:lnTo>
                <a:lnTo>
                  <a:pt x="287426" y="167030"/>
                </a:lnTo>
                <a:lnTo>
                  <a:pt x="309956" y="156667"/>
                </a:lnTo>
                <a:lnTo>
                  <a:pt x="328612" y="142455"/>
                </a:lnTo>
                <a:lnTo>
                  <a:pt x="343446" y="124980"/>
                </a:lnTo>
                <a:lnTo>
                  <a:pt x="354482" y="104851"/>
                </a:lnTo>
                <a:lnTo>
                  <a:pt x="365302" y="122377"/>
                </a:lnTo>
                <a:lnTo>
                  <a:pt x="379476" y="137617"/>
                </a:lnTo>
                <a:lnTo>
                  <a:pt x="397090" y="150114"/>
                </a:lnTo>
                <a:lnTo>
                  <a:pt x="418185" y="159410"/>
                </a:lnTo>
                <a:lnTo>
                  <a:pt x="437692" y="128016"/>
                </a:lnTo>
                <a:close/>
              </a:path>
              <a:path w="504825" h="281305">
                <a:moveTo>
                  <a:pt x="503224" y="0"/>
                </a:moveTo>
                <a:lnTo>
                  <a:pt x="462991" y="0"/>
                </a:lnTo>
                <a:lnTo>
                  <a:pt x="462991" y="67665"/>
                </a:lnTo>
                <a:lnTo>
                  <a:pt x="420928" y="67665"/>
                </a:lnTo>
                <a:lnTo>
                  <a:pt x="420928" y="100279"/>
                </a:lnTo>
                <a:lnTo>
                  <a:pt x="462991" y="100279"/>
                </a:lnTo>
                <a:lnTo>
                  <a:pt x="462991" y="167030"/>
                </a:lnTo>
                <a:lnTo>
                  <a:pt x="503224" y="167030"/>
                </a:lnTo>
                <a:lnTo>
                  <a:pt x="503224" y="0"/>
                </a:lnTo>
                <a:close/>
              </a:path>
              <a:path w="504825" h="281305">
                <a:moveTo>
                  <a:pt x="504444" y="227076"/>
                </a:moveTo>
                <a:lnTo>
                  <a:pt x="497801" y="204241"/>
                </a:lnTo>
                <a:lnTo>
                  <a:pt x="497090" y="203606"/>
                </a:lnTo>
                <a:lnTo>
                  <a:pt x="478726" y="187299"/>
                </a:lnTo>
                <a:lnTo>
                  <a:pt x="464210" y="182245"/>
                </a:lnTo>
                <a:lnTo>
                  <a:pt x="464210" y="227076"/>
                </a:lnTo>
                <a:lnTo>
                  <a:pt x="460641" y="237426"/>
                </a:lnTo>
                <a:lnTo>
                  <a:pt x="450037" y="244754"/>
                </a:lnTo>
                <a:lnTo>
                  <a:pt x="432587" y="249110"/>
                </a:lnTo>
                <a:lnTo>
                  <a:pt x="408432" y="250545"/>
                </a:lnTo>
                <a:lnTo>
                  <a:pt x="384111" y="249110"/>
                </a:lnTo>
                <a:lnTo>
                  <a:pt x="366560" y="244754"/>
                </a:lnTo>
                <a:lnTo>
                  <a:pt x="355930" y="237426"/>
                </a:lnTo>
                <a:lnTo>
                  <a:pt x="352348" y="227076"/>
                </a:lnTo>
                <a:lnTo>
                  <a:pt x="355930" y="216725"/>
                </a:lnTo>
                <a:lnTo>
                  <a:pt x="366560" y="209397"/>
                </a:lnTo>
                <a:lnTo>
                  <a:pt x="384111" y="205041"/>
                </a:lnTo>
                <a:lnTo>
                  <a:pt x="408432" y="203606"/>
                </a:lnTo>
                <a:lnTo>
                  <a:pt x="432587" y="205041"/>
                </a:lnTo>
                <a:lnTo>
                  <a:pt x="450037" y="209397"/>
                </a:lnTo>
                <a:lnTo>
                  <a:pt x="460641" y="216725"/>
                </a:lnTo>
                <a:lnTo>
                  <a:pt x="464210" y="227076"/>
                </a:lnTo>
                <a:lnTo>
                  <a:pt x="464210" y="182245"/>
                </a:lnTo>
                <a:lnTo>
                  <a:pt x="448513" y="176758"/>
                </a:lnTo>
                <a:lnTo>
                  <a:pt x="408432" y="173126"/>
                </a:lnTo>
                <a:lnTo>
                  <a:pt x="368185" y="176758"/>
                </a:lnTo>
                <a:lnTo>
                  <a:pt x="337870" y="187299"/>
                </a:lnTo>
                <a:lnTo>
                  <a:pt x="318770" y="204241"/>
                </a:lnTo>
                <a:lnTo>
                  <a:pt x="312115" y="227076"/>
                </a:lnTo>
                <a:lnTo>
                  <a:pt x="318770" y="249910"/>
                </a:lnTo>
                <a:lnTo>
                  <a:pt x="337870" y="266852"/>
                </a:lnTo>
                <a:lnTo>
                  <a:pt x="368185" y="277393"/>
                </a:lnTo>
                <a:lnTo>
                  <a:pt x="408432" y="281025"/>
                </a:lnTo>
                <a:lnTo>
                  <a:pt x="448513" y="277393"/>
                </a:lnTo>
                <a:lnTo>
                  <a:pt x="478726" y="266852"/>
                </a:lnTo>
                <a:lnTo>
                  <a:pt x="497090" y="250545"/>
                </a:lnTo>
                <a:lnTo>
                  <a:pt x="497801" y="249910"/>
                </a:lnTo>
                <a:lnTo>
                  <a:pt x="504444" y="227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519714" y="2293670"/>
            <a:ext cx="504190" cy="281305"/>
          </a:xfrm>
          <a:custGeom>
            <a:avLst/>
            <a:gdLst/>
            <a:ahLst/>
            <a:cxnLst/>
            <a:rect l="l" t="t" r="r" b="b"/>
            <a:pathLst>
              <a:path w="504189" h="281305">
                <a:moveTo>
                  <a:pt x="149961" y="27127"/>
                </a:moveTo>
                <a:lnTo>
                  <a:pt x="16764" y="27127"/>
                </a:lnTo>
                <a:lnTo>
                  <a:pt x="16764" y="59131"/>
                </a:lnTo>
                <a:lnTo>
                  <a:pt x="110032" y="59131"/>
                </a:lnTo>
                <a:lnTo>
                  <a:pt x="108902" y="69278"/>
                </a:lnTo>
                <a:lnTo>
                  <a:pt x="107556" y="78409"/>
                </a:lnTo>
                <a:lnTo>
                  <a:pt x="105879" y="87503"/>
                </a:lnTo>
                <a:lnTo>
                  <a:pt x="103936" y="96316"/>
                </a:lnTo>
                <a:lnTo>
                  <a:pt x="2438" y="102108"/>
                </a:lnTo>
                <a:lnTo>
                  <a:pt x="7620" y="135940"/>
                </a:lnTo>
                <a:lnTo>
                  <a:pt x="91135" y="128320"/>
                </a:lnTo>
                <a:lnTo>
                  <a:pt x="76377" y="150698"/>
                </a:lnTo>
                <a:lnTo>
                  <a:pt x="56540" y="171335"/>
                </a:lnTo>
                <a:lnTo>
                  <a:pt x="31216" y="190423"/>
                </a:lnTo>
                <a:lnTo>
                  <a:pt x="0" y="208178"/>
                </a:lnTo>
                <a:lnTo>
                  <a:pt x="21336" y="239877"/>
                </a:lnTo>
                <a:lnTo>
                  <a:pt x="67373" y="211823"/>
                </a:lnTo>
                <a:lnTo>
                  <a:pt x="101422" y="180517"/>
                </a:lnTo>
                <a:lnTo>
                  <a:pt x="125082" y="146189"/>
                </a:lnTo>
                <a:lnTo>
                  <a:pt x="132245" y="128320"/>
                </a:lnTo>
                <a:lnTo>
                  <a:pt x="139979" y="109042"/>
                </a:lnTo>
                <a:lnTo>
                  <a:pt x="147739" y="69278"/>
                </a:lnTo>
                <a:lnTo>
                  <a:pt x="147751" y="68973"/>
                </a:lnTo>
                <a:lnTo>
                  <a:pt x="149961" y="27127"/>
                </a:lnTo>
                <a:close/>
              </a:path>
              <a:path w="504189" h="281305">
                <a:moveTo>
                  <a:pt x="231648" y="0"/>
                </a:moveTo>
                <a:lnTo>
                  <a:pt x="191109" y="0"/>
                </a:lnTo>
                <a:lnTo>
                  <a:pt x="191109" y="280720"/>
                </a:lnTo>
                <a:lnTo>
                  <a:pt x="231648" y="280720"/>
                </a:lnTo>
                <a:lnTo>
                  <a:pt x="231648" y="0"/>
                </a:lnTo>
                <a:close/>
              </a:path>
              <a:path w="504189" h="281305">
                <a:moveTo>
                  <a:pt x="427024" y="69494"/>
                </a:moveTo>
                <a:lnTo>
                  <a:pt x="421716" y="46215"/>
                </a:lnTo>
                <a:lnTo>
                  <a:pt x="418592" y="42367"/>
                </a:lnTo>
                <a:lnTo>
                  <a:pt x="406946" y="28003"/>
                </a:lnTo>
                <a:lnTo>
                  <a:pt x="389229" y="18656"/>
                </a:lnTo>
                <a:lnTo>
                  <a:pt x="389229" y="69494"/>
                </a:lnTo>
                <a:lnTo>
                  <a:pt x="386829" y="81064"/>
                </a:lnTo>
                <a:lnTo>
                  <a:pt x="380047" y="89573"/>
                </a:lnTo>
                <a:lnTo>
                  <a:pt x="369557" y="94830"/>
                </a:lnTo>
                <a:lnTo>
                  <a:pt x="356006" y="96621"/>
                </a:lnTo>
                <a:lnTo>
                  <a:pt x="342366" y="94830"/>
                </a:lnTo>
                <a:lnTo>
                  <a:pt x="331660" y="89573"/>
                </a:lnTo>
                <a:lnTo>
                  <a:pt x="324675" y="81064"/>
                </a:lnTo>
                <a:lnTo>
                  <a:pt x="322173" y="69494"/>
                </a:lnTo>
                <a:lnTo>
                  <a:pt x="324675" y="58051"/>
                </a:lnTo>
                <a:lnTo>
                  <a:pt x="331660" y="49530"/>
                </a:lnTo>
                <a:lnTo>
                  <a:pt x="342366" y="44208"/>
                </a:lnTo>
                <a:lnTo>
                  <a:pt x="356006" y="42367"/>
                </a:lnTo>
                <a:lnTo>
                  <a:pt x="369557" y="44208"/>
                </a:lnTo>
                <a:lnTo>
                  <a:pt x="380047" y="49530"/>
                </a:lnTo>
                <a:lnTo>
                  <a:pt x="386829" y="58051"/>
                </a:lnTo>
                <a:lnTo>
                  <a:pt x="389229" y="69494"/>
                </a:lnTo>
                <a:lnTo>
                  <a:pt x="389229" y="18656"/>
                </a:lnTo>
                <a:lnTo>
                  <a:pt x="384467" y="16129"/>
                </a:lnTo>
                <a:lnTo>
                  <a:pt x="356006" y="11887"/>
                </a:lnTo>
                <a:lnTo>
                  <a:pt x="327380" y="16129"/>
                </a:lnTo>
                <a:lnTo>
                  <a:pt x="304800" y="28003"/>
                </a:lnTo>
                <a:lnTo>
                  <a:pt x="290004" y="46215"/>
                </a:lnTo>
                <a:lnTo>
                  <a:pt x="284683" y="69494"/>
                </a:lnTo>
                <a:lnTo>
                  <a:pt x="290004" y="92900"/>
                </a:lnTo>
                <a:lnTo>
                  <a:pt x="304800" y="111099"/>
                </a:lnTo>
                <a:lnTo>
                  <a:pt x="327380" y="122897"/>
                </a:lnTo>
                <a:lnTo>
                  <a:pt x="356006" y="127101"/>
                </a:lnTo>
                <a:lnTo>
                  <a:pt x="384467" y="122897"/>
                </a:lnTo>
                <a:lnTo>
                  <a:pt x="406946" y="111099"/>
                </a:lnTo>
                <a:lnTo>
                  <a:pt x="418693" y="96621"/>
                </a:lnTo>
                <a:lnTo>
                  <a:pt x="421716" y="92900"/>
                </a:lnTo>
                <a:lnTo>
                  <a:pt x="427024" y="69494"/>
                </a:lnTo>
                <a:close/>
              </a:path>
              <a:path w="504189" h="281305">
                <a:moveTo>
                  <a:pt x="448056" y="163677"/>
                </a:moveTo>
                <a:lnTo>
                  <a:pt x="445617" y="134416"/>
                </a:lnTo>
                <a:lnTo>
                  <a:pt x="399554" y="139217"/>
                </a:lnTo>
                <a:lnTo>
                  <a:pt x="352539" y="141770"/>
                </a:lnTo>
                <a:lnTo>
                  <a:pt x="306959" y="142773"/>
                </a:lnTo>
                <a:lnTo>
                  <a:pt x="265176" y="142951"/>
                </a:lnTo>
                <a:lnTo>
                  <a:pt x="269735" y="175450"/>
                </a:lnTo>
                <a:lnTo>
                  <a:pt x="300647" y="175450"/>
                </a:lnTo>
                <a:lnTo>
                  <a:pt x="317106" y="175183"/>
                </a:lnTo>
                <a:lnTo>
                  <a:pt x="334060" y="174650"/>
                </a:lnTo>
                <a:lnTo>
                  <a:pt x="334060" y="272796"/>
                </a:lnTo>
                <a:lnTo>
                  <a:pt x="374294" y="272796"/>
                </a:lnTo>
                <a:lnTo>
                  <a:pt x="374294" y="174650"/>
                </a:lnTo>
                <a:lnTo>
                  <a:pt x="374294" y="172516"/>
                </a:lnTo>
                <a:lnTo>
                  <a:pt x="392633" y="171005"/>
                </a:lnTo>
                <a:lnTo>
                  <a:pt x="411060" y="169125"/>
                </a:lnTo>
                <a:lnTo>
                  <a:pt x="429539" y="166725"/>
                </a:lnTo>
                <a:lnTo>
                  <a:pt x="448056" y="163677"/>
                </a:lnTo>
                <a:close/>
              </a:path>
              <a:path w="504189" h="281305">
                <a:moveTo>
                  <a:pt x="503834" y="304"/>
                </a:moveTo>
                <a:lnTo>
                  <a:pt x="463600" y="304"/>
                </a:lnTo>
                <a:lnTo>
                  <a:pt x="463600" y="188976"/>
                </a:lnTo>
                <a:lnTo>
                  <a:pt x="407212" y="188976"/>
                </a:lnTo>
                <a:lnTo>
                  <a:pt x="407212" y="219456"/>
                </a:lnTo>
                <a:lnTo>
                  <a:pt x="463600" y="219456"/>
                </a:lnTo>
                <a:lnTo>
                  <a:pt x="463600" y="280720"/>
                </a:lnTo>
                <a:lnTo>
                  <a:pt x="503834" y="280720"/>
                </a:lnTo>
                <a:lnTo>
                  <a:pt x="503834" y="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083594" y="2317051"/>
            <a:ext cx="198120" cy="138430"/>
          </a:xfrm>
          <a:custGeom>
            <a:avLst/>
            <a:gdLst/>
            <a:ahLst/>
            <a:cxnLst/>
            <a:rect l="l" t="t" r="r" b="b"/>
            <a:pathLst>
              <a:path w="198120" h="138430">
                <a:moveTo>
                  <a:pt x="197510" y="106680"/>
                </a:moveTo>
                <a:lnTo>
                  <a:pt x="40233" y="106680"/>
                </a:lnTo>
                <a:lnTo>
                  <a:pt x="40233" y="33020"/>
                </a:lnTo>
                <a:lnTo>
                  <a:pt x="195376" y="33020"/>
                </a:lnTo>
                <a:lnTo>
                  <a:pt x="195376" y="0"/>
                </a:lnTo>
                <a:lnTo>
                  <a:pt x="0" y="0"/>
                </a:lnTo>
                <a:lnTo>
                  <a:pt x="0" y="33020"/>
                </a:lnTo>
                <a:lnTo>
                  <a:pt x="0" y="106680"/>
                </a:lnTo>
                <a:lnTo>
                  <a:pt x="0" y="138430"/>
                </a:lnTo>
                <a:lnTo>
                  <a:pt x="197510" y="138430"/>
                </a:lnTo>
                <a:lnTo>
                  <a:pt x="197510" y="106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5054035" y="2508244"/>
            <a:ext cx="254635" cy="33020"/>
          </a:xfrm>
          <a:custGeom>
            <a:avLst/>
            <a:gdLst/>
            <a:ahLst/>
            <a:cxnLst/>
            <a:rect l="l" t="t" r="r" b="b"/>
            <a:pathLst>
              <a:path w="254635" h="33019">
                <a:moveTo>
                  <a:pt x="254203" y="32918"/>
                </a:moveTo>
                <a:lnTo>
                  <a:pt x="0" y="32918"/>
                </a:lnTo>
                <a:lnTo>
                  <a:pt x="0" y="0"/>
                </a:lnTo>
                <a:lnTo>
                  <a:pt x="254203" y="0"/>
                </a:lnTo>
                <a:lnTo>
                  <a:pt x="254203" y="32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5383263" y="2293975"/>
            <a:ext cx="497840" cy="281305"/>
          </a:xfrm>
          <a:custGeom>
            <a:avLst/>
            <a:gdLst/>
            <a:ahLst/>
            <a:cxnLst/>
            <a:rect l="l" t="t" r="r" b="b"/>
            <a:pathLst>
              <a:path w="497839" h="281305">
                <a:moveTo>
                  <a:pt x="152704" y="89306"/>
                </a:moveTo>
                <a:lnTo>
                  <a:pt x="146837" y="60680"/>
                </a:lnTo>
                <a:lnTo>
                  <a:pt x="141160" y="52730"/>
                </a:lnTo>
                <a:lnTo>
                  <a:pt x="130721" y="38100"/>
                </a:lnTo>
                <a:lnTo>
                  <a:pt x="113385" y="27495"/>
                </a:lnTo>
                <a:lnTo>
                  <a:pt x="113385" y="89306"/>
                </a:lnTo>
                <a:lnTo>
                  <a:pt x="110578" y="104495"/>
                </a:lnTo>
                <a:lnTo>
                  <a:pt x="102831" y="115900"/>
                </a:lnTo>
                <a:lnTo>
                  <a:pt x="91135" y="123088"/>
                </a:lnTo>
                <a:lnTo>
                  <a:pt x="76504" y="125577"/>
                </a:lnTo>
                <a:lnTo>
                  <a:pt x="61950" y="123088"/>
                </a:lnTo>
                <a:lnTo>
                  <a:pt x="50139" y="115900"/>
                </a:lnTo>
                <a:lnTo>
                  <a:pt x="42214" y="104495"/>
                </a:lnTo>
                <a:lnTo>
                  <a:pt x="39319" y="89306"/>
                </a:lnTo>
                <a:lnTo>
                  <a:pt x="42214" y="73825"/>
                </a:lnTo>
                <a:lnTo>
                  <a:pt x="50139" y="62331"/>
                </a:lnTo>
                <a:lnTo>
                  <a:pt x="61950" y="55194"/>
                </a:lnTo>
                <a:lnTo>
                  <a:pt x="76504" y="52730"/>
                </a:lnTo>
                <a:lnTo>
                  <a:pt x="91135" y="55194"/>
                </a:lnTo>
                <a:lnTo>
                  <a:pt x="102831" y="62331"/>
                </a:lnTo>
                <a:lnTo>
                  <a:pt x="110578" y="73825"/>
                </a:lnTo>
                <a:lnTo>
                  <a:pt x="113385" y="89306"/>
                </a:lnTo>
                <a:lnTo>
                  <a:pt x="113385" y="27495"/>
                </a:lnTo>
                <a:lnTo>
                  <a:pt x="106540" y="23304"/>
                </a:lnTo>
                <a:lnTo>
                  <a:pt x="76504" y="17983"/>
                </a:lnTo>
                <a:lnTo>
                  <a:pt x="46418" y="23304"/>
                </a:lnTo>
                <a:lnTo>
                  <a:pt x="22136" y="38100"/>
                </a:lnTo>
                <a:lnTo>
                  <a:pt x="5905" y="60680"/>
                </a:lnTo>
                <a:lnTo>
                  <a:pt x="0" y="89306"/>
                </a:lnTo>
                <a:lnTo>
                  <a:pt x="5905" y="117640"/>
                </a:lnTo>
                <a:lnTo>
                  <a:pt x="22136" y="140131"/>
                </a:lnTo>
                <a:lnTo>
                  <a:pt x="46418" y="154978"/>
                </a:lnTo>
                <a:lnTo>
                  <a:pt x="76504" y="160324"/>
                </a:lnTo>
                <a:lnTo>
                  <a:pt x="106540" y="154978"/>
                </a:lnTo>
                <a:lnTo>
                  <a:pt x="130721" y="140131"/>
                </a:lnTo>
                <a:lnTo>
                  <a:pt x="141147" y="125577"/>
                </a:lnTo>
                <a:lnTo>
                  <a:pt x="146837" y="117640"/>
                </a:lnTo>
                <a:lnTo>
                  <a:pt x="152704" y="89306"/>
                </a:lnTo>
                <a:close/>
              </a:path>
              <a:path w="497839" h="281305">
                <a:moveTo>
                  <a:pt x="229209" y="304"/>
                </a:moveTo>
                <a:lnTo>
                  <a:pt x="188671" y="304"/>
                </a:lnTo>
                <a:lnTo>
                  <a:pt x="188671" y="201777"/>
                </a:lnTo>
                <a:lnTo>
                  <a:pt x="229209" y="201777"/>
                </a:lnTo>
                <a:lnTo>
                  <a:pt x="229209" y="304"/>
                </a:lnTo>
                <a:close/>
              </a:path>
              <a:path w="497839" h="281305">
                <a:moveTo>
                  <a:pt x="236220" y="243840"/>
                </a:moveTo>
                <a:lnTo>
                  <a:pt x="82600" y="243840"/>
                </a:lnTo>
                <a:lnTo>
                  <a:pt x="82600" y="181965"/>
                </a:lnTo>
                <a:lnTo>
                  <a:pt x="42367" y="181965"/>
                </a:lnTo>
                <a:lnTo>
                  <a:pt x="42367" y="275844"/>
                </a:lnTo>
                <a:lnTo>
                  <a:pt x="236220" y="275844"/>
                </a:lnTo>
                <a:lnTo>
                  <a:pt x="236220" y="243840"/>
                </a:lnTo>
                <a:close/>
              </a:path>
              <a:path w="497839" h="281305">
                <a:moveTo>
                  <a:pt x="436168" y="122224"/>
                </a:moveTo>
                <a:lnTo>
                  <a:pt x="396862" y="98755"/>
                </a:lnTo>
                <a:lnTo>
                  <a:pt x="374738" y="65341"/>
                </a:lnTo>
                <a:lnTo>
                  <a:pt x="370941" y="39624"/>
                </a:lnTo>
                <a:lnTo>
                  <a:pt x="370941" y="12801"/>
                </a:lnTo>
                <a:lnTo>
                  <a:pt x="330098" y="12801"/>
                </a:lnTo>
                <a:lnTo>
                  <a:pt x="330098" y="39624"/>
                </a:lnTo>
                <a:lnTo>
                  <a:pt x="326224" y="66192"/>
                </a:lnTo>
                <a:lnTo>
                  <a:pt x="314172" y="90982"/>
                </a:lnTo>
                <a:lnTo>
                  <a:pt x="293319" y="111887"/>
                </a:lnTo>
                <a:lnTo>
                  <a:pt x="263042" y="126796"/>
                </a:lnTo>
                <a:lnTo>
                  <a:pt x="282854" y="158496"/>
                </a:lnTo>
                <a:lnTo>
                  <a:pt x="305612" y="148475"/>
                </a:lnTo>
                <a:lnTo>
                  <a:pt x="324535" y="134797"/>
                </a:lnTo>
                <a:lnTo>
                  <a:pt x="339686" y="118033"/>
                </a:lnTo>
                <a:lnTo>
                  <a:pt x="351129" y="98755"/>
                </a:lnTo>
                <a:lnTo>
                  <a:pt x="362229" y="116636"/>
                </a:lnTo>
                <a:lnTo>
                  <a:pt x="376809" y="132054"/>
                </a:lnTo>
                <a:lnTo>
                  <a:pt x="394931" y="144614"/>
                </a:lnTo>
                <a:lnTo>
                  <a:pt x="416661" y="153924"/>
                </a:lnTo>
                <a:lnTo>
                  <a:pt x="436168" y="122224"/>
                </a:lnTo>
                <a:close/>
              </a:path>
              <a:path w="497839" h="281305">
                <a:moveTo>
                  <a:pt x="497433" y="179527"/>
                </a:moveTo>
                <a:lnTo>
                  <a:pt x="306019" y="179527"/>
                </a:lnTo>
                <a:lnTo>
                  <a:pt x="306019" y="211836"/>
                </a:lnTo>
                <a:lnTo>
                  <a:pt x="456895" y="211836"/>
                </a:lnTo>
                <a:lnTo>
                  <a:pt x="456895" y="281025"/>
                </a:lnTo>
                <a:lnTo>
                  <a:pt x="497433" y="281025"/>
                </a:lnTo>
                <a:lnTo>
                  <a:pt x="497433" y="179527"/>
                </a:lnTo>
                <a:close/>
              </a:path>
              <a:path w="497839" h="281305">
                <a:moveTo>
                  <a:pt x="497433" y="0"/>
                </a:moveTo>
                <a:lnTo>
                  <a:pt x="456895" y="0"/>
                </a:lnTo>
                <a:lnTo>
                  <a:pt x="456895" y="167335"/>
                </a:lnTo>
                <a:lnTo>
                  <a:pt x="497433" y="167335"/>
                </a:lnTo>
                <a:lnTo>
                  <a:pt x="497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30713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66094"/>
            <a:ext cx="18288000" cy="9096375"/>
            <a:chOff x="0" y="666094"/>
            <a:chExt cx="18288000" cy="9096375"/>
          </a:xfrm>
        </p:grpSpPr>
        <p:sp>
          <p:nvSpPr>
            <p:cNvPr id="4" name="object 4" descr=""/>
            <p:cNvSpPr/>
            <p:nvPr/>
          </p:nvSpPr>
          <p:spPr>
            <a:xfrm>
              <a:off x="17061605" y="9738517"/>
              <a:ext cx="15240" cy="23495"/>
            </a:xfrm>
            <a:custGeom>
              <a:avLst/>
              <a:gdLst/>
              <a:ahLst/>
              <a:cxnLst/>
              <a:rect l="l" t="t" r="r" b="b"/>
              <a:pathLst>
                <a:path w="15240" h="23495">
                  <a:moveTo>
                    <a:pt x="14843" y="23432"/>
                  </a:moveTo>
                  <a:lnTo>
                    <a:pt x="0" y="23432"/>
                  </a:lnTo>
                  <a:lnTo>
                    <a:pt x="0" y="0"/>
                  </a:lnTo>
                  <a:lnTo>
                    <a:pt x="14843" y="0"/>
                  </a:lnTo>
                  <a:lnTo>
                    <a:pt x="14843" y="23432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66094"/>
              <a:ext cx="18288000" cy="90947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7954" y="2869817"/>
              <a:ext cx="12692090" cy="454736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3803" y="5495659"/>
              <a:ext cx="1339320" cy="135577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2699" y="5802576"/>
              <a:ext cx="669660" cy="67788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3803" y="4672039"/>
              <a:ext cx="1339320" cy="133932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2699" y="4974843"/>
              <a:ext cx="669660" cy="66966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1641" y="6309645"/>
              <a:ext cx="1348357" cy="134434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699" y="6613584"/>
              <a:ext cx="674178" cy="67217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29512" y="1436115"/>
              <a:ext cx="2953385" cy="410209"/>
            </a:xfrm>
            <a:custGeom>
              <a:avLst/>
              <a:gdLst/>
              <a:ahLst/>
              <a:cxnLst/>
              <a:rect l="l" t="t" r="r" b="b"/>
              <a:pathLst>
                <a:path w="2953385" h="410210">
                  <a:moveTo>
                    <a:pt x="233819" y="30226"/>
                  </a:moveTo>
                  <a:lnTo>
                    <a:pt x="23571" y="30226"/>
                  </a:lnTo>
                  <a:lnTo>
                    <a:pt x="23571" y="76898"/>
                  </a:lnTo>
                  <a:lnTo>
                    <a:pt x="176034" y="76898"/>
                  </a:lnTo>
                  <a:lnTo>
                    <a:pt x="175958" y="79133"/>
                  </a:lnTo>
                  <a:lnTo>
                    <a:pt x="175399" y="96291"/>
                  </a:lnTo>
                  <a:lnTo>
                    <a:pt x="173926" y="117957"/>
                  </a:lnTo>
                  <a:lnTo>
                    <a:pt x="171284" y="142227"/>
                  </a:lnTo>
                  <a:lnTo>
                    <a:pt x="167144" y="169354"/>
                  </a:lnTo>
                  <a:lnTo>
                    <a:pt x="224485" y="176022"/>
                  </a:lnTo>
                  <a:lnTo>
                    <a:pt x="229882" y="139446"/>
                  </a:lnTo>
                  <a:lnTo>
                    <a:pt x="232651" y="107124"/>
                  </a:lnTo>
                  <a:lnTo>
                    <a:pt x="233680" y="79133"/>
                  </a:lnTo>
                  <a:lnTo>
                    <a:pt x="233692" y="76898"/>
                  </a:lnTo>
                  <a:lnTo>
                    <a:pt x="233819" y="55562"/>
                  </a:lnTo>
                  <a:lnTo>
                    <a:pt x="233819" y="30226"/>
                  </a:lnTo>
                  <a:close/>
                </a:path>
                <a:path w="2953385" h="410210">
                  <a:moveTo>
                    <a:pt x="255155" y="234251"/>
                  </a:moveTo>
                  <a:lnTo>
                    <a:pt x="252476" y="202692"/>
                  </a:lnTo>
                  <a:lnTo>
                    <a:pt x="251599" y="192468"/>
                  </a:lnTo>
                  <a:lnTo>
                    <a:pt x="222478" y="196075"/>
                  </a:lnTo>
                  <a:lnTo>
                    <a:pt x="192646" y="198920"/>
                  </a:lnTo>
                  <a:lnTo>
                    <a:pt x="162407" y="201104"/>
                  </a:lnTo>
                  <a:lnTo>
                    <a:pt x="132029" y="202692"/>
                  </a:lnTo>
                  <a:lnTo>
                    <a:pt x="132029" y="125349"/>
                  </a:lnTo>
                  <a:lnTo>
                    <a:pt x="74688" y="125349"/>
                  </a:lnTo>
                  <a:lnTo>
                    <a:pt x="74688" y="204914"/>
                  </a:lnTo>
                  <a:lnTo>
                    <a:pt x="35852" y="205308"/>
                  </a:lnTo>
                  <a:lnTo>
                    <a:pt x="0" y="205308"/>
                  </a:lnTo>
                  <a:lnTo>
                    <a:pt x="5346" y="252031"/>
                  </a:lnTo>
                  <a:lnTo>
                    <a:pt x="50190" y="251510"/>
                  </a:lnTo>
                  <a:lnTo>
                    <a:pt x="99301" y="250063"/>
                  </a:lnTo>
                  <a:lnTo>
                    <a:pt x="150964" y="247103"/>
                  </a:lnTo>
                  <a:lnTo>
                    <a:pt x="203492" y="242036"/>
                  </a:lnTo>
                  <a:lnTo>
                    <a:pt x="255155" y="234251"/>
                  </a:lnTo>
                  <a:close/>
                </a:path>
                <a:path w="2953385" h="410210">
                  <a:moveTo>
                    <a:pt x="345389" y="356044"/>
                  </a:moveTo>
                  <a:lnTo>
                    <a:pt x="118249" y="356044"/>
                  </a:lnTo>
                  <a:lnTo>
                    <a:pt x="118249" y="279590"/>
                  </a:lnTo>
                  <a:lnTo>
                    <a:pt x="59575" y="279590"/>
                  </a:lnTo>
                  <a:lnTo>
                    <a:pt x="59575" y="402717"/>
                  </a:lnTo>
                  <a:lnTo>
                    <a:pt x="345389" y="402717"/>
                  </a:lnTo>
                  <a:lnTo>
                    <a:pt x="345389" y="356044"/>
                  </a:lnTo>
                  <a:close/>
                </a:path>
                <a:path w="2953385" h="410210">
                  <a:moveTo>
                    <a:pt x="381393" y="124904"/>
                  </a:moveTo>
                  <a:lnTo>
                    <a:pt x="332498" y="124904"/>
                  </a:lnTo>
                  <a:lnTo>
                    <a:pt x="332498" y="0"/>
                  </a:lnTo>
                  <a:lnTo>
                    <a:pt x="273824" y="0"/>
                  </a:lnTo>
                  <a:lnTo>
                    <a:pt x="273824" y="306705"/>
                  </a:lnTo>
                  <a:lnTo>
                    <a:pt x="332498" y="306705"/>
                  </a:lnTo>
                  <a:lnTo>
                    <a:pt x="332498" y="173355"/>
                  </a:lnTo>
                  <a:lnTo>
                    <a:pt x="381393" y="173355"/>
                  </a:lnTo>
                  <a:lnTo>
                    <a:pt x="381393" y="124904"/>
                  </a:lnTo>
                  <a:close/>
                </a:path>
                <a:path w="2953385" h="410210">
                  <a:moveTo>
                    <a:pt x="612089" y="242697"/>
                  </a:moveTo>
                  <a:lnTo>
                    <a:pt x="607275" y="206248"/>
                  </a:lnTo>
                  <a:lnTo>
                    <a:pt x="607174" y="205460"/>
                  </a:lnTo>
                  <a:lnTo>
                    <a:pt x="605866" y="195580"/>
                  </a:lnTo>
                  <a:lnTo>
                    <a:pt x="574382" y="200380"/>
                  </a:lnTo>
                  <a:lnTo>
                    <a:pt x="542645" y="203581"/>
                  </a:lnTo>
                  <a:lnTo>
                    <a:pt x="508736" y="205460"/>
                  </a:lnTo>
                  <a:lnTo>
                    <a:pt x="470738" y="206248"/>
                  </a:lnTo>
                  <a:lnTo>
                    <a:pt x="470738" y="160464"/>
                  </a:lnTo>
                  <a:lnTo>
                    <a:pt x="591197" y="160464"/>
                  </a:lnTo>
                  <a:lnTo>
                    <a:pt x="591197" y="28448"/>
                  </a:lnTo>
                  <a:lnTo>
                    <a:pt x="412064" y="28448"/>
                  </a:lnTo>
                  <a:lnTo>
                    <a:pt x="412064" y="75120"/>
                  </a:lnTo>
                  <a:lnTo>
                    <a:pt x="533412" y="75120"/>
                  </a:lnTo>
                  <a:lnTo>
                    <a:pt x="533412" y="116459"/>
                  </a:lnTo>
                  <a:lnTo>
                    <a:pt x="412508" y="116459"/>
                  </a:lnTo>
                  <a:lnTo>
                    <a:pt x="412508" y="253365"/>
                  </a:lnTo>
                  <a:lnTo>
                    <a:pt x="444068" y="253365"/>
                  </a:lnTo>
                  <a:lnTo>
                    <a:pt x="493141" y="252945"/>
                  </a:lnTo>
                  <a:lnTo>
                    <a:pt x="535584" y="251371"/>
                  </a:lnTo>
                  <a:lnTo>
                    <a:pt x="574281" y="248119"/>
                  </a:lnTo>
                  <a:lnTo>
                    <a:pt x="612089" y="242697"/>
                  </a:lnTo>
                  <a:close/>
                </a:path>
                <a:path w="2953385" h="410210">
                  <a:moveTo>
                    <a:pt x="739216" y="444"/>
                  </a:moveTo>
                  <a:lnTo>
                    <a:pt x="680542" y="444"/>
                  </a:lnTo>
                  <a:lnTo>
                    <a:pt x="680542" y="62230"/>
                  </a:lnTo>
                  <a:lnTo>
                    <a:pt x="615200" y="62230"/>
                  </a:lnTo>
                  <a:lnTo>
                    <a:pt x="615200" y="108902"/>
                  </a:lnTo>
                  <a:lnTo>
                    <a:pt x="680542" y="108902"/>
                  </a:lnTo>
                  <a:lnTo>
                    <a:pt x="680542" y="154686"/>
                  </a:lnTo>
                  <a:lnTo>
                    <a:pt x="615200" y="154686"/>
                  </a:lnTo>
                  <a:lnTo>
                    <a:pt x="615200" y="201803"/>
                  </a:lnTo>
                  <a:lnTo>
                    <a:pt x="680542" y="201803"/>
                  </a:lnTo>
                  <a:lnTo>
                    <a:pt x="680542" y="303593"/>
                  </a:lnTo>
                  <a:lnTo>
                    <a:pt x="739216" y="303593"/>
                  </a:lnTo>
                  <a:lnTo>
                    <a:pt x="739216" y="444"/>
                  </a:lnTo>
                  <a:close/>
                </a:path>
                <a:path w="2953385" h="410210">
                  <a:moveTo>
                    <a:pt x="749439" y="355600"/>
                  </a:moveTo>
                  <a:lnTo>
                    <a:pt x="524522" y="355600"/>
                  </a:lnTo>
                  <a:lnTo>
                    <a:pt x="524522" y="279590"/>
                  </a:lnTo>
                  <a:lnTo>
                    <a:pt x="465848" y="279590"/>
                  </a:lnTo>
                  <a:lnTo>
                    <a:pt x="465848" y="402272"/>
                  </a:lnTo>
                  <a:lnTo>
                    <a:pt x="749439" y="402272"/>
                  </a:lnTo>
                  <a:lnTo>
                    <a:pt x="749439" y="355600"/>
                  </a:lnTo>
                  <a:close/>
                </a:path>
                <a:path w="2953385" h="410210">
                  <a:moveTo>
                    <a:pt x="1213421" y="444"/>
                  </a:moveTo>
                  <a:lnTo>
                    <a:pt x="1154747" y="444"/>
                  </a:lnTo>
                  <a:lnTo>
                    <a:pt x="1154747" y="57340"/>
                  </a:lnTo>
                  <a:lnTo>
                    <a:pt x="1154747" y="104013"/>
                  </a:lnTo>
                  <a:lnTo>
                    <a:pt x="1154747" y="156908"/>
                  </a:lnTo>
                  <a:lnTo>
                    <a:pt x="1088961" y="156908"/>
                  </a:lnTo>
                  <a:lnTo>
                    <a:pt x="1090383" y="150685"/>
                  </a:lnTo>
                  <a:lnTo>
                    <a:pt x="1091349" y="144132"/>
                  </a:lnTo>
                  <a:lnTo>
                    <a:pt x="1091895" y="137414"/>
                  </a:lnTo>
                  <a:lnTo>
                    <a:pt x="1092073" y="130683"/>
                  </a:lnTo>
                  <a:lnTo>
                    <a:pt x="1091844" y="123774"/>
                  </a:lnTo>
                  <a:lnTo>
                    <a:pt x="1091184" y="117017"/>
                  </a:lnTo>
                  <a:lnTo>
                    <a:pt x="1090193" y="110439"/>
                  </a:lnTo>
                  <a:lnTo>
                    <a:pt x="1088961" y="104013"/>
                  </a:lnTo>
                  <a:lnTo>
                    <a:pt x="1154747" y="104013"/>
                  </a:lnTo>
                  <a:lnTo>
                    <a:pt x="1154747" y="57340"/>
                  </a:lnTo>
                  <a:lnTo>
                    <a:pt x="1063625" y="57340"/>
                  </a:lnTo>
                  <a:lnTo>
                    <a:pt x="1047254" y="43649"/>
                  </a:lnTo>
                  <a:lnTo>
                    <a:pt x="1036510" y="37858"/>
                  </a:lnTo>
                  <a:lnTo>
                    <a:pt x="1036510" y="130683"/>
                  </a:lnTo>
                  <a:lnTo>
                    <a:pt x="1032560" y="153733"/>
                  </a:lnTo>
                  <a:lnTo>
                    <a:pt x="1021626" y="171081"/>
                  </a:lnTo>
                  <a:lnTo>
                    <a:pt x="1005001" y="182003"/>
                  </a:lnTo>
                  <a:lnTo>
                    <a:pt x="984059" y="185801"/>
                  </a:lnTo>
                  <a:lnTo>
                    <a:pt x="963371" y="182003"/>
                  </a:lnTo>
                  <a:lnTo>
                    <a:pt x="946886" y="171081"/>
                  </a:lnTo>
                  <a:lnTo>
                    <a:pt x="935990" y="153733"/>
                  </a:lnTo>
                  <a:lnTo>
                    <a:pt x="932053" y="130683"/>
                  </a:lnTo>
                  <a:lnTo>
                    <a:pt x="935990" y="107886"/>
                  </a:lnTo>
                  <a:lnTo>
                    <a:pt x="946886" y="90678"/>
                  </a:lnTo>
                  <a:lnTo>
                    <a:pt x="963371" y="79806"/>
                  </a:lnTo>
                  <a:lnTo>
                    <a:pt x="984059" y="76009"/>
                  </a:lnTo>
                  <a:lnTo>
                    <a:pt x="1005001" y="79806"/>
                  </a:lnTo>
                  <a:lnTo>
                    <a:pt x="1021626" y="90678"/>
                  </a:lnTo>
                  <a:lnTo>
                    <a:pt x="1032560" y="107886"/>
                  </a:lnTo>
                  <a:lnTo>
                    <a:pt x="1036510" y="130683"/>
                  </a:lnTo>
                  <a:lnTo>
                    <a:pt x="1036510" y="37858"/>
                  </a:lnTo>
                  <a:lnTo>
                    <a:pt x="1028344" y="33451"/>
                  </a:lnTo>
                  <a:lnTo>
                    <a:pt x="1007186" y="27089"/>
                  </a:lnTo>
                  <a:lnTo>
                    <a:pt x="984059" y="24892"/>
                  </a:lnTo>
                  <a:lnTo>
                    <a:pt x="941743" y="32854"/>
                  </a:lnTo>
                  <a:lnTo>
                    <a:pt x="907605" y="54952"/>
                  </a:lnTo>
                  <a:lnTo>
                    <a:pt x="884796" y="88468"/>
                  </a:lnTo>
                  <a:lnTo>
                    <a:pt x="876490" y="130683"/>
                  </a:lnTo>
                  <a:lnTo>
                    <a:pt x="884796" y="173164"/>
                  </a:lnTo>
                  <a:lnTo>
                    <a:pt x="907605" y="206806"/>
                  </a:lnTo>
                  <a:lnTo>
                    <a:pt x="941743" y="228942"/>
                  </a:lnTo>
                  <a:lnTo>
                    <a:pt x="984059" y="236918"/>
                  </a:lnTo>
                  <a:lnTo>
                    <a:pt x="1007325" y="234645"/>
                  </a:lnTo>
                  <a:lnTo>
                    <a:pt x="1028788" y="228092"/>
                  </a:lnTo>
                  <a:lnTo>
                    <a:pt x="1048004" y="217601"/>
                  </a:lnTo>
                  <a:lnTo>
                    <a:pt x="1064514" y="203581"/>
                  </a:lnTo>
                  <a:lnTo>
                    <a:pt x="1154747" y="203581"/>
                  </a:lnTo>
                  <a:lnTo>
                    <a:pt x="1154747" y="300037"/>
                  </a:lnTo>
                  <a:lnTo>
                    <a:pt x="1213421" y="300037"/>
                  </a:lnTo>
                  <a:lnTo>
                    <a:pt x="1213421" y="203581"/>
                  </a:lnTo>
                  <a:lnTo>
                    <a:pt x="1213421" y="185801"/>
                  </a:lnTo>
                  <a:lnTo>
                    <a:pt x="1213421" y="156908"/>
                  </a:lnTo>
                  <a:lnTo>
                    <a:pt x="1213421" y="104013"/>
                  </a:lnTo>
                  <a:lnTo>
                    <a:pt x="1213421" y="76009"/>
                  </a:lnTo>
                  <a:lnTo>
                    <a:pt x="1213421" y="57340"/>
                  </a:lnTo>
                  <a:lnTo>
                    <a:pt x="1213421" y="444"/>
                  </a:lnTo>
                  <a:close/>
                </a:path>
                <a:path w="2953385" h="410210">
                  <a:moveTo>
                    <a:pt x="1222756" y="356044"/>
                  </a:moveTo>
                  <a:lnTo>
                    <a:pt x="1002284" y="356044"/>
                  </a:lnTo>
                  <a:lnTo>
                    <a:pt x="1002284" y="270700"/>
                  </a:lnTo>
                  <a:lnTo>
                    <a:pt x="943610" y="270700"/>
                  </a:lnTo>
                  <a:lnTo>
                    <a:pt x="943610" y="402717"/>
                  </a:lnTo>
                  <a:lnTo>
                    <a:pt x="1222756" y="402717"/>
                  </a:lnTo>
                  <a:lnTo>
                    <a:pt x="1222756" y="356044"/>
                  </a:lnTo>
                  <a:close/>
                </a:path>
                <a:path w="2953385" h="410210">
                  <a:moveTo>
                    <a:pt x="1632585" y="198247"/>
                  </a:moveTo>
                  <a:lnTo>
                    <a:pt x="1578800" y="198247"/>
                  </a:lnTo>
                  <a:lnTo>
                    <a:pt x="1584718" y="157975"/>
                  </a:lnTo>
                  <a:lnTo>
                    <a:pt x="1587754" y="122402"/>
                  </a:lnTo>
                  <a:lnTo>
                    <a:pt x="1588871" y="90424"/>
                  </a:lnTo>
                  <a:lnTo>
                    <a:pt x="1589024" y="24003"/>
                  </a:lnTo>
                  <a:lnTo>
                    <a:pt x="1304988" y="24003"/>
                  </a:lnTo>
                  <a:lnTo>
                    <a:pt x="1304988" y="71120"/>
                  </a:lnTo>
                  <a:lnTo>
                    <a:pt x="1531683" y="71120"/>
                  </a:lnTo>
                  <a:lnTo>
                    <a:pt x="1531391" y="98488"/>
                  </a:lnTo>
                  <a:lnTo>
                    <a:pt x="1529969" y="128346"/>
                  </a:lnTo>
                  <a:lnTo>
                    <a:pt x="1526628" y="161378"/>
                  </a:lnTo>
                  <a:lnTo>
                    <a:pt x="1520571" y="198247"/>
                  </a:lnTo>
                  <a:lnTo>
                    <a:pt x="1262761" y="198247"/>
                  </a:lnTo>
                  <a:lnTo>
                    <a:pt x="1262761" y="245364"/>
                  </a:lnTo>
                  <a:lnTo>
                    <a:pt x="1415669" y="245364"/>
                  </a:lnTo>
                  <a:lnTo>
                    <a:pt x="1415669" y="409829"/>
                  </a:lnTo>
                  <a:lnTo>
                    <a:pt x="1475232" y="409829"/>
                  </a:lnTo>
                  <a:lnTo>
                    <a:pt x="1475232" y="245364"/>
                  </a:lnTo>
                  <a:lnTo>
                    <a:pt x="1632585" y="245364"/>
                  </a:lnTo>
                  <a:lnTo>
                    <a:pt x="1632585" y="198247"/>
                  </a:lnTo>
                  <a:close/>
                </a:path>
                <a:path w="2953385" h="410210">
                  <a:moveTo>
                    <a:pt x="1955723" y="24892"/>
                  </a:moveTo>
                  <a:lnTo>
                    <a:pt x="1898383" y="24892"/>
                  </a:lnTo>
                  <a:lnTo>
                    <a:pt x="1898383" y="71120"/>
                  </a:lnTo>
                  <a:lnTo>
                    <a:pt x="1898383" y="152463"/>
                  </a:lnTo>
                  <a:lnTo>
                    <a:pt x="1814817" y="152463"/>
                  </a:lnTo>
                  <a:lnTo>
                    <a:pt x="1814817" y="71120"/>
                  </a:lnTo>
                  <a:lnTo>
                    <a:pt x="1898383" y="71120"/>
                  </a:lnTo>
                  <a:lnTo>
                    <a:pt x="1898383" y="24892"/>
                  </a:lnTo>
                  <a:lnTo>
                    <a:pt x="1757032" y="24892"/>
                  </a:lnTo>
                  <a:lnTo>
                    <a:pt x="1757032" y="198247"/>
                  </a:lnTo>
                  <a:lnTo>
                    <a:pt x="1955723" y="198247"/>
                  </a:lnTo>
                  <a:lnTo>
                    <a:pt x="1955723" y="152463"/>
                  </a:lnTo>
                  <a:lnTo>
                    <a:pt x="1955723" y="71120"/>
                  </a:lnTo>
                  <a:lnTo>
                    <a:pt x="1955723" y="24892"/>
                  </a:lnTo>
                  <a:close/>
                </a:path>
                <a:path w="2953385" h="410210">
                  <a:moveTo>
                    <a:pt x="2076183" y="889"/>
                  </a:moveTo>
                  <a:lnTo>
                    <a:pt x="2017509" y="889"/>
                  </a:lnTo>
                  <a:lnTo>
                    <a:pt x="2017509" y="232918"/>
                  </a:lnTo>
                  <a:lnTo>
                    <a:pt x="2076183" y="232918"/>
                  </a:lnTo>
                  <a:lnTo>
                    <a:pt x="2076183" y="889"/>
                  </a:lnTo>
                  <a:close/>
                </a:path>
                <a:path w="2953385" h="410210">
                  <a:moveTo>
                    <a:pt x="2097963" y="364934"/>
                  </a:moveTo>
                  <a:lnTo>
                    <a:pt x="2044712" y="355523"/>
                  </a:lnTo>
                  <a:lnTo>
                    <a:pt x="2024773" y="347154"/>
                  </a:lnTo>
                  <a:lnTo>
                    <a:pt x="2005952" y="339267"/>
                  </a:lnTo>
                  <a:lnTo>
                    <a:pt x="1981200" y="319189"/>
                  </a:lnTo>
                  <a:lnTo>
                    <a:pt x="1969947" y="298259"/>
                  </a:lnTo>
                  <a:lnTo>
                    <a:pt x="2082850" y="298259"/>
                  </a:lnTo>
                  <a:lnTo>
                    <a:pt x="2082850" y="254698"/>
                  </a:lnTo>
                  <a:lnTo>
                    <a:pt x="1968614" y="254698"/>
                  </a:lnTo>
                  <a:lnTo>
                    <a:pt x="1968614" y="221361"/>
                  </a:lnTo>
                  <a:lnTo>
                    <a:pt x="1909051" y="221361"/>
                  </a:lnTo>
                  <a:lnTo>
                    <a:pt x="1909051" y="254698"/>
                  </a:lnTo>
                  <a:lnTo>
                    <a:pt x="1794370" y="254698"/>
                  </a:lnTo>
                  <a:lnTo>
                    <a:pt x="1794370" y="298259"/>
                  </a:lnTo>
                  <a:lnTo>
                    <a:pt x="1907717" y="298259"/>
                  </a:lnTo>
                  <a:lnTo>
                    <a:pt x="1896643" y="319684"/>
                  </a:lnTo>
                  <a:lnTo>
                    <a:pt x="1871776" y="339598"/>
                  </a:lnTo>
                  <a:lnTo>
                    <a:pt x="1832648" y="355523"/>
                  </a:lnTo>
                  <a:lnTo>
                    <a:pt x="1778812" y="364934"/>
                  </a:lnTo>
                  <a:lnTo>
                    <a:pt x="1797037" y="408495"/>
                  </a:lnTo>
                  <a:lnTo>
                    <a:pt x="1845157" y="400850"/>
                  </a:lnTo>
                  <a:lnTo>
                    <a:pt x="1844941" y="400850"/>
                  </a:lnTo>
                  <a:lnTo>
                    <a:pt x="1884438" y="387502"/>
                  </a:lnTo>
                  <a:lnTo>
                    <a:pt x="1915871" y="369239"/>
                  </a:lnTo>
                  <a:lnTo>
                    <a:pt x="1938832" y="347154"/>
                  </a:lnTo>
                  <a:lnTo>
                    <a:pt x="1961718" y="369062"/>
                  </a:lnTo>
                  <a:lnTo>
                    <a:pt x="1992896" y="387337"/>
                  </a:lnTo>
                  <a:lnTo>
                    <a:pt x="2032165" y="400850"/>
                  </a:lnTo>
                  <a:lnTo>
                    <a:pt x="2079294" y="408495"/>
                  </a:lnTo>
                  <a:lnTo>
                    <a:pt x="2097963" y="364934"/>
                  </a:lnTo>
                  <a:close/>
                </a:path>
                <a:path w="2953385" h="410210">
                  <a:moveTo>
                    <a:pt x="2456192" y="272034"/>
                  </a:moveTo>
                  <a:lnTo>
                    <a:pt x="2413647" y="240525"/>
                  </a:lnTo>
                  <a:lnTo>
                    <a:pt x="2391499" y="208026"/>
                  </a:lnTo>
                  <a:lnTo>
                    <a:pt x="2384183" y="197307"/>
                  </a:lnTo>
                  <a:lnTo>
                    <a:pt x="2367051" y="146329"/>
                  </a:lnTo>
                  <a:lnTo>
                    <a:pt x="2361514" y="91567"/>
                  </a:lnTo>
                  <a:lnTo>
                    <a:pt x="2361514" y="32004"/>
                  </a:lnTo>
                  <a:lnTo>
                    <a:pt x="2302395" y="32004"/>
                  </a:lnTo>
                  <a:lnTo>
                    <a:pt x="2302395" y="91567"/>
                  </a:lnTo>
                  <a:lnTo>
                    <a:pt x="2298611" y="137058"/>
                  </a:lnTo>
                  <a:lnTo>
                    <a:pt x="2287028" y="180771"/>
                  </a:lnTo>
                  <a:lnTo>
                    <a:pt x="2267356" y="220421"/>
                  </a:lnTo>
                  <a:lnTo>
                    <a:pt x="2239238" y="253682"/>
                  </a:lnTo>
                  <a:lnTo>
                    <a:pt x="2202383" y="278257"/>
                  </a:lnTo>
                  <a:lnTo>
                    <a:pt x="2237498" y="325818"/>
                  </a:lnTo>
                  <a:lnTo>
                    <a:pt x="2269299" y="305168"/>
                  </a:lnTo>
                  <a:lnTo>
                    <a:pt x="2295512" y="277926"/>
                  </a:lnTo>
                  <a:lnTo>
                    <a:pt x="2316378" y="245186"/>
                  </a:lnTo>
                  <a:lnTo>
                    <a:pt x="2332177" y="208026"/>
                  </a:lnTo>
                  <a:lnTo>
                    <a:pt x="2347125" y="242824"/>
                  </a:lnTo>
                  <a:lnTo>
                    <a:pt x="2366734" y="273316"/>
                  </a:lnTo>
                  <a:lnTo>
                    <a:pt x="2391181" y="298729"/>
                  </a:lnTo>
                  <a:lnTo>
                    <a:pt x="2420632" y="318262"/>
                  </a:lnTo>
                  <a:lnTo>
                    <a:pt x="2456192" y="272034"/>
                  </a:lnTo>
                  <a:close/>
                </a:path>
                <a:path w="2953385" h="410210">
                  <a:moveTo>
                    <a:pt x="2590876" y="157797"/>
                  </a:moveTo>
                  <a:lnTo>
                    <a:pt x="2531313" y="157797"/>
                  </a:lnTo>
                  <a:lnTo>
                    <a:pt x="2531313" y="444"/>
                  </a:lnTo>
                  <a:lnTo>
                    <a:pt x="2472639" y="444"/>
                  </a:lnTo>
                  <a:lnTo>
                    <a:pt x="2472639" y="409829"/>
                  </a:lnTo>
                  <a:lnTo>
                    <a:pt x="2531313" y="409829"/>
                  </a:lnTo>
                  <a:lnTo>
                    <a:pt x="2531313" y="206692"/>
                  </a:lnTo>
                  <a:lnTo>
                    <a:pt x="2590876" y="206692"/>
                  </a:lnTo>
                  <a:lnTo>
                    <a:pt x="2590876" y="157797"/>
                  </a:lnTo>
                  <a:close/>
                </a:path>
                <a:path w="2953385" h="410210">
                  <a:moveTo>
                    <a:pt x="2773565" y="308038"/>
                  </a:moveTo>
                  <a:lnTo>
                    <a:pt x="2769590" y="269367"/>
                  </a:lnTo>
                  <a:lnTo>
                    <a:pt x="2769501" y="268414"/>
                  </a:lnTo>
                  <a:lnTo>
                    <a:pt x="2768676" y="260477"/>
                  </a:lnTo>
                  <a:lnTo>
                    <a:pt x="2742514" y="264185"/>
                  </a:lnTo>
                  <a:lnTo>
                    <a:pt x="2717673" y="266763"/>
                  </a:lnTo>
                  <a:lnTo>
                    <a:pt x="2693670" y="268414"/>
                  </a:lnTo>
                  <a:lnTo>
                    <a:pt x="2669997" y="269367"/>
                  </a:lnTo>
                  <a:lnTo>
                    <a:pt x="2669997" y="197802"/>
                  </a:lnTo>
                  <a:lnTo>
                    <a:pt x="2750896" y="197802"/>
                  </a:lnTo>
                  <a:lnTo>
                    <a:pt x="2750896" y="39560"/>
                  </a:lnTo>
                  <a:lnTo>
                    <a:pt x="2612656" y="39560"/>
                  </a:lnTo>
                  <a:lnTo>
                    <a:pt x="2612656" y="86233"/>
                  </a:lnTo>
                  <a:lnTo>
                    <a:pt x="2694444" y="86233"/>
                  </a:lnTo>
                  <a:lnTo>
                    <a:pt x="2694444" y="151574"/>
                  </a:lnTo>
                  <a:lnTo>
                    <a:pt x="2613101" y="151574"/>
                  </a:lnTo>
                  <a:lnTo>
                    <a:pt x="2613101" y="317817"/>
                  </a:lnTo>
                  <a:lnTo>
                    <a:pt x="2640215" y="317817"/>
                  </a:lnTo>
                  <a:lnTo>
                    <a:pt x="2673185" y="317487"/>
                  </a:lnTo>
                  <a:lnTo>
                    <a:pt x="2705557" y="316103"/>
                  </a:lnTo>
                  <a:lnTo>
                    <a:pt x="2738602" y="313131"/>
                  </a:lnTo>
                  <a:lnTo>
                    <a:pt x="2773565" y="308038"/>
                  </a:lnTo>
                  <a:close/>
                </a:path>
                <a:path w="2953385" h="410210">
                  <a:moveTo>
                    <a:pt x="2868244" y="6667"/>
                  </a:moveTo>
                  <a:lnTo>
                    <a:pt x="2813570" y="6667"/>
                  </a:lnTo>
                  <a:lnTo>
                    <a:pt x="2813570" y="100901"/>
                  </a:lnTo>
                  <a:lnTo>
                    <a:pt x="2770454" y="100901"/>
                  </a:lnTo>
                  <a:lnTo>
                    <a:pt x="2770454" y="148018"/>
                  </a:lnTo>
                  <a:lnTo>
                    <a:pt x="2813570" y="148018"/>
                  </a:lnTo>
                  <a:lnTo>
                    <a:pt x="2813570" y="202247"/>
                  </a:lnTo>
                  <a:lnTo>
                    <a:pt x="2770454" y="202247"/>
                  </a:lnTo>
                  <a:lnTo>
                    <a:pt x="2770454" y="249364"/>
                  </a:lnTo>
                  <a:lnTo>
                    <a:pt x="2813570" y="249364"/>
                  </a:lnTo>
                  <a:lnTo>
                    <a:pt x="2813570" y="390715"/>
                  </a:lnTo>
                  <a:lnTo>
                    <a:pt x="2868244" y="390715"/>
                  </a:lnTo>
                  <a:lnTo>
                    <a:pt x="2868244" y="6667"/>
                  </a:lnTo>
                  <a:close/>
                </a:path>
                <a:path w="2953385" h="410210">
                  <a:moveTo>
                    <a:pt x="2953143" y="0"/>
                  </a:moveTo>
                  <a:lnTo>
                    <a:pt x="2897581" y="0"/>
                  </a:lnTo>
                  <a:lnTo>
                    <a:pt x="2897581" y="409829"/>
                  </a:lnTo>
                  <a:lnTo>
                    <a:pt x="2953143" y="409829"/>
                  </a:lnTo>
                  <a:lnTo>
                    <a:pt x="2953143" y="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29641" y="74587"/>
                  </a:lnTo>
                  <a:lnTo>
                    <a:pt x="29641" y="927"/>
                  </a:lnTo>
                  <a:lnTo>
                    <a:pt x="0" y="92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5527" y="1056659"/>
              <a:ext cx="260512" cy="18665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-95250" y="-95250"/>
            <a:ext cx="18478500" cy="10477500"/>
            <a:chOff x="-95250" y="-95250"/>
            <a:chExt cx="18478500" cy="10477500"/>
          </a:xfrm>
        </p:grpSpPr>
        <p:sp>
          <p:nvSpPr>
            <p:cNvPr id="20" name="object 20" descr="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ln w="190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51425" y="3938765"/>
              <a:ext cx="4029710" cy="558800"/>
            </a:xfrm>
            <a:custGeom>
              <a:avLst/>
              <a:gdLst/>
              <a:ahLst/>
              <a:cxnLst/>
              <a:rect l="l" t="t" r="r" b="b"/>
              <a:pathLst>
                <a:path w="4029709" h="558800">
                  <a:moveTo>
                    <a:pt x="517525" y="9525"/>
                  </a:moveTo>
                  <a:lnTo>
                    <a:pt x="410210" y="9525"/>
                  </a:lnTo>
                  <a:lnTo>
                    <a:pt x="410210" y="112395"/>
                  </a:lnTo>
                  <a:lnTo>
                    <a:pt x="354330" y="112395"/>
                  </a:lnTo>
                  <a:lnTo>
                    <a:pt x="354330" y="50165"/>
                  </a:lnTo>
                  <a:lnTo>
                    <a:pt x="234950" y="50165"/>
                  </a:lnTo>
                  <a:lnTo>
                    <a:pt x="234950" y="0"/>
                  </a:lnTo>
                  <a:lnTo>
                    <a:pt x="125730" y="0"/>
                  </a:lnTo>
                  <a:lnTo>
                    <a:pt x="125730" y="50165"/>
                  </a:lnTo>
                  <a:lnTo>
                    <a:pt x="6350" y="50165"/>
                  </a:lnTo>
                  <a:lnTo>
                    <a:pt x="6350" y="136525"/>
                  </a:lnTo>
                  <a:lnTo>
                    <a:pt x="123190" y="136525"/>
                  </a:lnTo>
                  <a:lnTo>
                    <a:pt x="106629" y="173024"/>
                  </a:lnTo>
                  <a:lnTo>
                    <a:pt x="80175" y="204152"/>
                  </a:lnTo>
                  <a:lnTo>
                    <a:pt x="44437" y="226720"/>
                  </a:lnTo>
                  <a:lnTo>
                    <a:pt x="0" y="237490"/>
                  </a:lnTo>
                  <a:lnTo>
                    <a:pt x="0" y="327660"/>
                  </a:lnTo>
                  <a:lnTo>
                    <a:pt x="52870" y="320459"/>
                  </a:lnTo>
                  <a:lnTo>
                    <a:pt x="100495" y="302895"/>
                  </a:lnTo>
                  <a:lnTo>
                    <a:pt x="142163" y="276771"/>
                  </a:lnTo>
                  <a:lnTo>
                    <a:pt x="177165" y="243840"/>
                  </a:lnTo>
                  <a:lnTo>
                    <a:pt x="321945" y="323850"/>
                  </a:lnTo>
                  <a:lnTo>
                    <a:pt x="370205" y="245110"/>
                  </a:lnTo>
                  <a:lnTo>
                    <a:pt x="367855" y="243840"/>
                  </a:lnTo>
                  <a:lnTo>
                    <a:pt x="224155" y="166370"/>
                  </a:lnTo>
                  <a:lnTo>
                    <a:pt x="226796" y="159118"/>
                  </a:lnTo>
                  <a:lnTo>
                    <a:pt x="229082" y="151688"/>
                  </a:lnTo>
                  <a:lnTo>
                    <a:pt x="231127" y="144145"/>
                  </a:lnTo>
                  <a:lnTo>
                    <a:pt x="233045" y="136525"/>
                  </a:lnTo>
                  <a:lnTo>
                    <a:pt x="339090" y="136525"/>
                  </a:lnTo>
                  <a:lnTo>
                    <a:pt x="339090" y="207645"/>
                  </a:lnTo>
                  <a:lnTo>
                    <a:pt x="410210" y="207645"/>
                  </a:lnTo>
                  <a:lnTo>
                    <a:pt x="410210" y="331470"/>
                  </a:lnTo>
                  <a:lnTo>
                    <a:pt x="517525" y="331470"/>
                  </a:lnTo>
                  <a:lnTo>
                    <a:pt x="517525" y="112395"/>
                  </a:lnTo>
                  <a:lnTo>
                    <a:pt x="517525" y="9525"/>
                  </a:lnTo>
                  <a:close/>
                </a:path>
                <a:path w="4029709" h="558800">
                  <a:moveTo>
                    <a:pt x="522605" y="448310"/>
                  </a:moveTo>
                  <a:lnTo>
                    <a:pt x="497725" y="390156"/>
                  </a:lnTo>
                  <a:lnTo>
                    <a:pt x="430542" y="355511"/>
                  </a:lnTo>
                  <a:lnTo>
                    <a:pt x="407670" y="350634"/>
                  </a:lnTo>
                  <a:lnTo>
                    <a:pt x="407670" y="448310"/>
                  </a:lnTo>
                  <a:lnTo>
                    <a:pt x="397294" y="462064"/>
                  </a:lnTo>
                  <a:lnTo>
                    <a:pt x="368935" y="470623"/>
                  </a:lnTo>
                  <a:lnTo>
                    <a:pt x="326771" y="475018"/>
                  </a:lnTo>
                  <a:lnTo>
                    <a:pt x="274955" y="476262"/>
                  </a:lnTo>
                  <a:lnTo>
                    <a:pt x="223151" y="475018"/>
                  </a:lnTo>
                  <a:lnTo>
                    <a:pt x="180975" y="470623"/>
                  </a:lnTo>
                  <a:lnTo>
                    <a:pt x="152628" y="462064"/>
                  </a:lnTo>
                  <a:lnTo>
                    <a:pt x="142240" y="448310"/>
                  </a:lnTo>
                  <a:lnTo>
                    <a:pt x="152628" y="434848"/>
                  </a:lnTo>
                  <a:lnTo>
                    <a:pt x="180975" y="426250"/>
                  </a:lnTo>
                  <a:lnTo>
                    <a:pt x="223151" y="421703"/>
                  </a:lnTo>
                  <a:lnTo>
                    <a:pt x="274955" y="420370"/>
                  </a:lnTo>
                  <a:lnTo>
                    <a:pt x="326771" y="421703"/>
                  </a:lnTo>
                  <a:lnTo>
                    <a:pt x="368935" y="426250"/>
                  </a:lnTo>
                  <a:lnTo>
                    <a:pt x="397294" y="434848"/>
                  </a:lnTo>
                  <a:lnTo>
                    <a:pt x="407670" y="448310"/>
                  </a:lnTo>
                  <a:lnTo>
                    <a:pt x="407670" y="350634"/>
                  </a:lnTo>
                  <a:lnTo>
                    <a:pt x="384594" y="345694"/>
                  </a:lnTo>
                  <a:lnTo>
                    <a:pt x="332270" y="340182"/>
                  </a:lnTo>
                  <a:lnTo>
                    <a:pt x="274955" y="338455"/>
                  </a:lnTo>
                  <a:lnTo>
                    <a:pt x="217652" y="340182"/>
                  </a:lnTo>
                  <a:lnTo>
                    <a:pt x="165328" y="345694"/>
                  </a:lnTo>
                  <a:lnTo>
                    <a:pt x="119367" y="355511"/>
                  </a:lnTo>
                  <a:lnTo>
                    <a:pt x="81191" y="370154"/>
                  </a:lnTo>
                  <a:lnTo>
                    <a:pt x="33756" y="416039"/>
                  </a:lnTo>
                  <a:lnTo>
                    <a:pt x="27305" y="448310"/>
                  </a:lnTo>
                  <a:lnTo>
                    <a:pt x="33756" y="480593"/>
                  </a:lnTo>
                  <a:lnTo>
                    <a:pt x="81191" y="526478"/>
                  </a:lnTo>
                  <a:lnTo>
                    <a:pt x="119367" y="541121"/>
                  </a:lnTo>
                  <a:lnTo>
                    <a:pt x="165328" y="550938"/>
                  </a:lnTo>
                  <a:lnTo>
                    <a:pt x="217652" y="556450"/>
                  </a:lnTo>
                  <a:lnTo>
                    <a:pt x="274955" y="558177"/>
                  </a:lnTo>
                  <a:lnTo>
                    <a:pt x="332270" y="556450"/>
                  </a:lnTo>
                  <a:lnTo>
                    <a:pt x="384594" y="550938"/>
                  </a:lnTo>
                  <a:lnTo>
                    <a:pt x="430542" y="541121"/>
                  </a:lnTo>
                  <a:lnTo>
                    <a:pt x="468731" y="526478"/>
                  </a:lnTo>
                  <a:lnTo>
                    <a:pt x="516153" y="480593"/>
                  </a:lnTo>
                  <a:lnTo>
                    <a:pt x="517029" y="476262"/>
                  </a:lnTo>
                  <a:lnTo>
                    <a:pt x="522605" y="448310"/>
                  </a:lnTo>
                  <a:close/>
                </a:path>
                <a:path w="4029709" h="558800">
                  <a:moveTo>
                    <a:pt x="908697" y="15875"/>
                  </a:moveTo>
                  <a:lnTo>
                    <a:pt x="585482" y="15875"/>
                  </a:lnTo>
                  <a:lnTo>
                    <a:pt x="585482" y="107315"/>
                  </a:lnTo>
                  <a:lnTo>
                    <a:pt x="799477" y="107315"/>
                  </a:lnTo>
                  <a:lnTo>
                    <a:pt x="799477" y="115570"/>
                  </a:lnTo>
                  <a:lnTo>
                    <a:pt x="772642" y="176936"/>
                  </a:lnTo>
                  <a:lnTo>
                    <a:pt x="740816" y="199072"/>
                  </a:lnTo>
                  <a:lnTo>
                    <a:pt x="698246" y="215290"/>
                  </a:lnTo>
                  <a:lnTo>
                    <a:pt x="646087" y="225412"/>
                  </a:lnTo>
                  <a:lnTo>
                    <a:pt x="585482" y="229235"/>
                  </a:lnTo>
                  <a:lnTo>
                    <a:pt x="585482" y="322580"/>
                  </a:lnTo>
                  <a:lnTo>
                    <a:pt x="639889" y="320484"/>
                  </a:lnTo>
                  <a:lnTo>
                    <a:pt x="690778" y="314121"/>
                  </a:lnTo>
                  <a:lnTo>
                    <a:pt x="737616" y="303352"/>
                  </a:lnTo>
                  <a:lnTo>
                    <a:pt x="779894" y="288061"/>
                  </a:lnTo>
                  <a:lnTo>
                    <a:pt x="817092" y="268135"/>
                  </a:lnTo>
                  <a:lnTo>
                    <a:pt x="848690" y="243446"/>
                  </a:lnTo>
                  <a:lnTo>
                    <a:pt x="874166" y="213868"/>
                  </a:lnTo>
                  <a:lnTo>
                    <a:pt x="893000" y="179285"/>
                  </a:lnTo>
                  <a:lnTo>
                    <a:pt x="904684" y="139573"/>
                  </a:lnTo>
                  <a:lnTo>
                    <a:pt x="908697" y="94615"/>
                  </a:lnTo>
                  <a:lnTo>
                    <a:pt x="908697" y="15875"/>
                  </a:lnTo>
                  <a:close/>
                </a:path>
                <a:path w="4029709" h="558800">
                  <a:moveTo>
                    <a:pt x="1085227" y="351155"/>
                  </a:moveTo>
                  <a:lnTo>
                    <a:pt x="603897" y="351155"/>
                  </a:lnTo>
                  <a:lnTo>
                    <a:pt x="603897" y="443230"/>
                  </a:lnTo>
                  <a:lnTo>
                    <a:pt x="976007" y="443230"/>
                  </a:lnTo>
                  <a:lnTo>
                    <a:pt x="976007" y="558177"/>
                  </a:lnTo>
                  <a:lnTo>
                    <a:pt x="1085227" y="558177"/>
                  </a:lnTo>
                  <a:lnTo>
                    <a:pt x="1085227" y="351155"/>
                  </a:lnTo>
                  <a:close/>
                </a:path>
                <a:path w="4029709" h="558800">
                  <a:moveTo>
                    <a:pt x="1148727" y="108585"/>
                  </a:moveTo>
                  <a:lnTo>
                    <a:pt x="1085227" y="108585"/>
                  </a:lnTo>
                  <a:lnTo>
                    <a:pt x="1085227" y="9525"/>
                  </a:lnTo>
                  <a:lnTo>
                    <a:pt x="977912" y="9525"/>
                  </a:lnTo>
                  <a:lnTo>
                    <a:pt x="977912" y="332105"/>
                  </a:lnTo>
                  <a:lnTo>
                    <a:pt x="1085227" y="332105"/>
                  </a:lnTo>
                  <a:lnTo>
                    <a:pt x="1085227" y="212725"/>
                  </a:lnTo>
                  <a:lnTo>
                    <a:pt x="1148727" y="212725"/>
                  </a:lnTo>
                  <a:lnTo>
                    <a:pt x="1148727" y="108585"/>
                  </a:lnTo>
                  <a:close/>
                </a:path>
                <a:path w="4029709" h="558800">
                  <a:moveTo>
                    <a:pt x="1539887" y="213995"/>
                  </a:moveTo>
                  <a:lnTo>
                    <a:pt x="1397647" y="135255"/>
                  </a:lnTo>
                  <a:lnTo>
                    <a:pt x="1399514" y="127635"/>
                  </a:lnTo>
                  <a:lnTo>
                    <a:pt x="1401216" y="120015"/>
                  </a:lnTo>
                  <a:lnTo>
                    <a:pt x="1402562" y="112395"/>
                  </a:lnTo>
                  <a:lnTo>
                    <a:pt x="1403362" y="104775"/>
                  </a:lnTo>
                  <a:lnTo>
                    <a:pt x="1520837" y="104775"/>
                  </a:lnTo>
                  <a:lnTo>
                    <a:pt x="1520837" y="15875"/>
                  </a:lnTo>
                  <a:lnTo>
                    <a:pt x="1175397" y="15875"/>
                  </a:lnTo>
                  <a:lnTo>
                    <a:pt x="1175397" y="104775"/>
                  </a:lnTo>
                  <a:lnTo>
                    <a:pt x="1294777" y="104775"/>
                  </a:lnTo>
                  <a:lnTo>
                    <a:pt x="1280198" y="142506"/>
                  </a:lnTo>
                  <a:lnTo>
                    <a:pt x="1253426" y="175666"/>
                  </a:lnTo>
                  <a:lnTo>
                    <a:pt x="1215567" y="199885"/>
                  </a:lnTo>
                  <a:lnTo>
                    <a:pt x="1167777" y="210820"/>
                  </a:lnTo>
                  <a:lnTo>
                    <a:pt x="1167777" y="304800"/>
                  </a:lnTo>
                  <a:lnTo>
                    <a:pt x="1224267" y="297065"/>
                  </a:lnTo>
                  <a:lnTo>
                    <a:pt x="1274927" y="278130"/>
                  </a:lnTo>
                  <a:lnTo>
                    <a:pt x="1318691" y="250151"/>
                  </a:lnTo>
                  <a:lnTo>
                    <a:pt x="1354467" y="215265"/>
                  </a:lnTo>
                  <a:lnTo>
                    <a:pt x="1489722" y="293370"/>
                  </a:lnTo>
                  <a:lnTo>
                    <a:pt x="1539087" y="215265"/>
                  </a:lnTo>
                  <a:lnTo>
                    <a:pt x="1539887" y="213995"/>
                  </a:lnTo>
                  <a:close/>
                </a:path>
                <a:path w="4029709" h="558800">
                  <a:moveTo>
                    <a:pt x="1675777" y="436880"/>
                  </a:moveTo>
                  <a:lnTo>
                    <a:pt x="1651190" y="373405"/>
                  </a:lnTo>
                  <a:lnTo>
                    <a:pt x="1584845" y="334949"/>
                  </a:lnTo>
                  <a:lnTo>
                    <a:pt x="1560207" y="328942"/>
                  </a:lnTo>
                  <a:lnTo>
                    <a:pt x="1560207" y="436880"/>
                  </a:lnTo>
                  <a:lnTo>
                    <a:pt x="1550149" y="453428"/>
                  </a:lnTo>
                  <a:lnTo>
                    <a:pt x="1522666" y="464426"/>
                  </a:lnTo>
                  <a:lnTo>
                    <a:pt x="1481709" y="470547"/>
                  </a:lnTo>
                  <a:lnTo>
                    <a:pt x="1431302" y="472440"/>
                  </a:lnTo>
                  <a:lnTo>
                    <a:pt x="1380883" y="470547"/>
                  </a:lnTo>
                  <a:lnTo>
                    <a:pt x="1339938" y="464426"/>
                  </a:lnTo>
                  <a:lnTo>
                    <a:pt x="1312443" y="453428"/>
                  </a:lnTo>
                  <a:lnTo>
                    <a:pt x="1302397" y="436880"/>
                  </a:lnTo>
                  <a:lnTo>
                    <a:pt x="1312443" y="420611"/>
                  </a:lnTo>
                  <a:lnTo>
                    <a:pt x="1339938" y="409575"/>
                  </a:lnTo>
                  <a:lnTo>
                    <a:pt x="1380883" y="403313"/>
                  </a:lnTo>
                  <a:lnTo>
                    <a:pt x="1431302" y="401320"/>
                  </a:lnTo>
                  <a:lnTo>
                    <a:pt x="1481709" y="403313"/>
                  </a:lnTo>
                  <a:lnTo>
                    <a:pt x="1522666" y="409575"/>
                  </a:lnTo>
                  <a:lnTo>
                    <a:pt x="1550149" y="420611"/>
                  </a:lnTo>
                  <a:lnTo>
                    <a:pt x="1560207" y="436880"/>
                  </a:lnTo>
                  <a:lnTo>
                    <a:pt x="1560207" y="328942"/>
                  </a:lnTo>
                  <a:lnTo>
                    <a:pt x="1539468" y="323875"/>
                  </a:lnTo>
                  <a:lnTo>
                    <a:pt x="1487830" y="317588"/>
                  </a:lnTo>
                  <a:lnTo>
                    <a:pt x="1431302" y="315595"/>
                  </a:lnTo>
                  <a:lnTo>
                    <a:pt x="1374775" y="317588"/>
                  </a:lnTo>
                  <a:lnTo>
                    <a:pt x="1323124" y="323875"/>
                  </a:lnTo>
                  <a:lnTo>
                    <a:pt x="1277759" y="334949"/>
                  </a:lnTo>
                  <a:lnTo>
                    <a:pt x="1240053" y="351294"/>
                  </a:lnTo>
                  <a:lnTo>
                    <a:pt x="1193203" y="401777"/>
                  </a:lnTo>
                  <a:lnTo>
                    <a:pt x="1186827" y="436880"/>
                  </a:lnTo>
                  <a:lnTo>
                    <a:pt x="1193203" y="471995"/>
                  </a:lnTo>
                  <a:lnTo>
                    <a:pt x="1240053" y="522478"/>
                  </a:lnTo>
                  <a:lnTo>
                    <a:pt x="1277759" y="538822"/>
                  </a:lnTo>
                  <a:lnTo>
                    <a:pt x="1323124" y="549897"/>
                  </a:lnTo>
                  <a:lnTo>
                    <a:pt x="1374775" y="556183"/>
                  </a:lnTo>
                  <a:lnTo>
                    <a:pt x="1431302" y="558177"/>
                  </a:lnTo>
                  <a:lnTo>
                    <a:pt x="1487830" y="556183"/>
                  </a:lnTo>
                  <a:lnTo>
                    <a:pt x="1539468" y="549897"/>
                  </a:lnTo>
                  <a:lnTo>
                    <a:pt x="1584845" y="538822"/>
                  </a:lnTo>
                  <a:lnTo>
                    <a:pt x="1622539" y="522478"/>
                  </a:lnTo>
                  <a:lnTo>
                    <a:pt x="1669110" y="472440"/>
                  </a:lnTo>
                  <a:lnTo>
                    <a:pt x="1669402" y="471995"/>
                  </a:lnTo>
                  <a:lnTo>
                    <a:pt x="1675777" y="436880"/>
                  </a:lnTo>
                  <a:close/>
                </a:path>
                <a:path w="4029709" h="558800">
                  <a:moveTo>
                    <a:pt x="1734197" y="92710"/>
                  </a:moveTo>
                  <a:lnTo>
                    <a:pt x="1670697" y="92710"/>
                  </a:lnTo>
                  <a:lnTo>
                    <a:pt x="1670697" y="9525"/>
                  </a:lnTo>
                  <a:lnTo>
                    <a:pt x="1563382" y="9525"/>
                  </a:lnTo>
                  <a:lnTo>
                    <a:pt x="1563382" y="307975"/>
                  </a:lnTo>
                  <a:lnTo>
                    <a:pt x="1670697" y="307975"/>
                  </a:lnTo>
                  <a:lnTo>
                    <a:pt x="1670697" y="194945"/>
                  </a:lnTo>
                  <a:lnTo>
                    <a:pt x="1734197" y="194945"/>
                  </a:lnTo>
                  <a:lnTo>
                    <a:pt x="1734197" y="92710"/>
                  </a:lnTo>
                  <a:close/>
                </a:path>
                <a:path w="4029709" h="558800">
                  <a:moveTo>
                    <a:pt x="2012327" y="274320"/>
                  </a:moveTo>
                  <a:lnTo>
                    <a:pt x="2009457" y="201701"/>
                  </a:lnTo>
                  <a:lnTo>
                    <a:pt x="2001012" y="142278"/>
                  </a:lnTo>
                  <a:lnTo>
                    <a:pt x="1992388" y="113030"/>
                  </a:lnTo>
                  <a:lnTo>
                    <a:pt x="1987080" y="95021"/>
                  </a:lnTo>
                  <a:lnTo>
                    <a:pt x="1967839" y="59410"/>
                  </a:lnTo>
                  <a:lnTo>
                    <a:pt x="1943417" y="34798"/>
                  </a:lnTo>
                  <a:lnTo>
                    <a:pt x="1913953" y="20497"/>
                  </a:lnTo>
                  <a:lnTo>
                    <a:pt x="1912632" y="20320"/>
                  </a:lnTo>
                  <a:lnTo>
                    <a:pt x="1912632" y="274320"/>
                  </a:lnTo>
                  <a:lnTo>
                    <a:pt x="1910867" y="346938"/>
                  </a:lnTo>
                  <a:lnTo>
                    <a:pt x="1905177" y="397116"/>
                  </a:lnTo>
                  <a:lnTo>
                    <a:pt x="1894954" y="426224"/>
                  </a:lnTo>
                  <a:lnTo>
                    <a:pt x="1879612" y="435610"/>
                  </a:lnTo>
                  <a:lnTo>
                    <a:pt x="1864271" y="426224"/>
                  </a:lnTo>
                  <a:lnTo>
                    <a:pt x="1854060" y="397116"/>
                  </a:lnTo>
                  <a:lnTo>
                    <a:pt x="1848358" y="346938"/>
                  </a:lnTo>
                  <a:lnTo>
                    <a:pt x="1846592" y="274320"/>
                  </a:lnTo>
                  <a:lnTo>
                    <a:pt x="1848358" y="201701"/>
                  </a:lnTo>
                  <a:lnTo>
                    <a:pt x="1854060" y="151536"/>
                  </a:lnTo>
                  <a:lnTo>
                    <a:pt x="1864271" y="122428"/>
                  </a:lnTo>
                  <a:lnTo>
                    <a:pt x="1879612" y="113030"/>
                  </a:lnTo>
                  <a:lnTo>
                    <a:pt x="1894954" y="122428"/>
                  </a:lnTo>
                  <a:lnTo>
                    <a:pt x="1905177" y="151536"/>
                  </a:lnTo>
                  <a:lnTo>
                    <a:pt x="1910867" y="201701"/>
                  </a:lnTo>
                  <a:lnTo>
                    <a:pt x="1912632" y="274320"/>
                  </a:lnTo>
                  <a:lnTo>
                    <a:pt x="1912632" y="20320"/>
                  </a:lnTo>
                  <a:lnTo>
                    <a:pt x="1845271" y="20497"/>
                  </a:lnTo>
                  <a:lnTo>
                    <a:pt x="1791385" y="59410"/>
                  </a:lnTo>
                  <a:lnTo>
                    <a:pt x="1772145" y="95021"/>
                  </a:lnTo>
                  <a:lnTo>
                    <a:pt x="1758213" y="142278"/>
                  </a:lnTo>
                  <a:lnTo>
                    <a:pt x="1749767" y="201701"/>
                  </a:lnTo>
                  <a:lnTo>
                    <a:pt x="1746897" y="274320"/>
                  </a:lnTo>
                  <a:lnTo>
                    <a:pt x="1749742" y="346938"/>
                  </a:lnTo>
                  <a:lnTo>
                    <a:pt x="1758213" y="406654"/>
                  </a:lnTo>
                  <a:lnTo>
                    <a:pt x="1772145" y="453885"/>
                  </a:lnTo>
                  <a:lnTo>
                    <a:pt x="1791385" y="489432"/>
                  </a:lnTo>
                  <a:lnTo>
                    <a:pt x="1845271" y="528180"/>
                  </a:lnTo>
                  <a:lnTo>
                    <a:pt x="1879612" y="532777"/>
                  </a:lnTo>
                  <a:lnTo>
                    <a:pt x="1913953" y="528180"/>
                  </a:lnTo>
                  <a:lnTo>
                    <a:pt x="1967839" y="489432"/>
                  </a:lnTo>
                  <a:lnTo>
                    <a:pt x="1987080" y="453885"/>
                  </a:lnTo>
                  <a:lnTo>
                    <a:pt x="2001012" y="406654"/>
                  </a:lnTo>
                  <a:lnTo>
                    <a:pt x="2009482" y="346938"/>
                  </a:lnTo>
                  <a:lnTo>
                    <a:pt x="2012327" y="274320"/>
                  </a:lnTo>
                  <a:close/>
                </a:path>
                <a:path w="4029709" h="558800">
                  <a:moveTo>
                    <a:pt x="2286647" y="9525"/>
                  </a:moveTo>
                  <a:lnTo>
                    <a:pt x="2186317" y="9525"/>
                  </a:lnTo>
                  <a:lnTo>
                    <a:pt x="2186317" y="208915"/>
                  </a:lnTo>
                  <a:lnTo>
                    <a:pt x="2141232" y="208915"/>
                  </a:lnTo>
                  <a:lnTo>
                    <a:pt x="2141232" y="12065"/>
                  </a:lnTo>
                  <a:lnTo>
                    <a:pt x="2042172" y="12065"/>
                  </a:lnTo>
                  <a:lnTo>
                    <a:pt x="2042172" y="542302"/>
                  </a:lnTo>
                  <a:lnTo>
                    <a:pt x="2141232" y="542302"/>
                  </a:lnTo>
                  <a:lnTo>
                    <a:pt x="2141232" y="310515"/>
                  </a:lnTo>
                  <a:lnTo>
                    <a:pt x="2186317" y="310515"/>
                  </a:lnTo>
                  <a:lnTo>
                    <a:pt x="2186317" y="551827"/>
                  </a:lnTo>
                  <a:lnTo>
                    <a:pt x="2286647" y="551827"/>
                  </a:lnTo>
                  <a:lnTo>
                    <a:pt x="2286647" y="310515"/>
                  </a:lnTo>
                  <a:lnTo>
                    <a:pt x="2286647" y="208915"/>
                  </a:lnTo>
                  <a:lnTo>
                    <a:pt x="2286647" y="9525"/>
                  </a:lnTo>
                  <a:close/>
                </a:path>
                <a:path w="4029709" h="558800">
                  <a:moveTo>
                    <a:pt x="2687332" y="172720"/>
                  </a:moveTo>
                  <a:lnTo>
                    <a:pt x="2681478" y="126733"/>
                  </a:lnTo>
                  <a:lnTo>
                    <a:pt x="2664637" y="87122"/>
                  </a:lnTo>
                  <a:lnTo>
                    <a:pt x="2637891" y="54775"/>
                  </a:lnTo>
                  <a:lnTo>
                    <a:pt x="2602293" y="30581"/>
                  </a:lnTo>
                  <a:lnTo>
                    <a:pt x="2580652" y="23025"/>
                  </a:lnTo>
                  <a:lnTo>
                    <a:pt x="2580652" y="172720"/>
                  </a:lnTo>
                  <a:lnTo>
                    <a:pt x="2575255" y="203962"/>
                  </a:lnTo>
                  <a:lnTo>
                    <a:pt x="2560256" y="226860"/>
                  </a:lnTo>
                  <a:lnTo>
                    <a:pt x="2537523" y="240944"/>
                  </a:lnTo>
                  <a:lnTo>
                    <a:pt x="2508897" y="245745"/>
                  </a:lnTo>
                  <a:lnTo>
                    <a:pt x="2480272" y="240944"/>
                  </a:lnTo>
                  <a:lnTo>
                    <a:pt x="2457551" y="226860"/>
                  </a:lnTo>
                  <a:lnTo>
                    <a:pt x="2442553" y="203962"/>
                  </a:lnTo>
                  <a:lnTo>
                    <a:pt x="2437142" y="172720"/>
                  </a:lnTo>
                  <a:lnTo>
                    <a:pt x="2442553" y="141490"/>
                  </a:lnTo>
                  <a:lnTo>
                    <a:pt x="2457551" y="118592"/>
                  </a:lnTo>
                  <a:lnTo>
                    <a:pt x="2480272" y="104495"/>
                  </a:lnTo>
                  <a:lnTo>
                    <a:pt x="2508897" y="99695"/>
                  </a:lnTo>
                  <a:lnTo>
                    <a:pt x="2537523" y="104495"/>
                  </a:lnTo>
                  <a:lnTo>
                    <a:pt x="2560256" y="118592"/>
                  </a:lnTo>
                  <a:lnTo>
                    <a:pt x="2575255" y="141490"/>
                  </a:lnTo>
                  <a:lnTo>
                    <a:pt x="2580652" y="172720"/>
                  </a:lnTo>
                  <a:lnTo>
                    <a:pt x="2580652" y="23025"/>
                  </a:lnTo>
                  <a:lnTo>
                    <a:pt x="2558935" y="15417"/>
                  </a:lnTo>
                  <a:lnTo>
                    <a:pt x="2508897" y="10160"/>
                  </a:lnTo>
                  <a:lnTo>
                    <a:pt x="2458859" y="15417"/>
                  </a:lnTo>
                  <a:lnTo>
                    <a:pt x="2415514" y="30581"/>
                  </a:lnTo>
                  <a:lnTo>
                    <a:pt x="2379916" y="54775"/>
                  </a:lnTo>
                  <a:lnTo>
                    <a:pt x="2353157" y="87122"/>
                  </a:lnTo>
                  <a:lnTo>
                    <a:pt x="2336317" y="126733"/>
                  </a:lnTo>
                  <a:lnTo>
                    <a:pt x="2330462" y="172720"/>
                  </a:lnTo>
                  <a:lnTo>
                    <a:pt x="2336317" y="218948"/>
                  </a:lnTo>
                  <a:lnTo>
                    <a:pt x="2353157" y="258610"/>
                  </a:lnTo>
                  <a:lnTo>
                    <a:pt x="2379916" y="290918"/>
                  </a:lnTo>
                  <a:lnTo>
                    <a:pt x="2415514" y="315010"/>
                  </a:lnTo>
                  <a:lnTo>
                    <a:pt x="2458859" y="330073"/>
                  </a:lnTo>
                  <a:lnTo>
                    <a:pt x="2508897" y="335280"/>
                  </a:lnTo>
                  <a:lnTo>
                    <a:pt x="2558935" y="330073"/>
                  </a:lnTo>
                  <a:lnTo>
                    <a:pt x="2602293" y="315010"/>
                  </a:lnTo>
                  <a:lnTo>
                    <a:pt x="2637891" y="290918"/>
                  </a:lnTo>
                  <a:lnTo>
                    <a:pt x="2664637" y="258610"/>
                  </a:lnTo>
                  <a:lnTo>
                    <a:pt x="2670098" y="245745"/>
                  </a:lnTo>
                  <a:lnTo>
                    <a:pt x="2681478" y="218948"/>
                  </a:lnTo>
                  <a:lnTo>
                    <a:pt x="2687332" y="172720"/>
                  </a:lnTo>
                  <a:close/>
                </a:path>
                <a:path w="4029709" h="558800">
                  <a:moveTo>
                    <a:pt x="2856877" y="9525"/>
                  </a:moveTo>
                  <a:lnTo>
                    <a:pt x="2749562" y="9525"/>
                  </a:lnTo>
                  <a:lnTo>
                    <a:pt x="2749562" y="410845"/>
                  </a:lnTo>
                  <a:lnTo>
                    <a:pt x="2856877" y="410845"/>
                  </a:lnTo>
                  <a:lnTo>
                    <a:pt x="2856877" y="9525"/>
                  </a:lnTo>
                  <a:close/>
                </a:path>
                <a:path w="4029709" h="558800">
                  <a:moveTo>
                    <a:pt x="2864497" y="455295"/>
                  </a:moveTo>
                  <a:lnTo>
                    <a:pt x="2487307" y="455295"/>
                  </a:lnTo>
                  <a:lnTo>
                    <a:pt x="2487307" y="361950"/>
                  </a:lnTo>
                  <a:lnTo>
                    <a:pt x="2378087" y="361950"/>
                  </a:lnTo>
                  <a:lnTo>
                    <a:pt x="2378087" y="551827"/>
                  </a:lnTo>
                  <a:lnTo>
                    <a:pt x="2864497" y="551827"/>
                  </a:lnTo>
                  <a:lnTo>
                    <a:pt x="2864497" y="455295"/>
                  </a:lnTo>
                  <a:close/>
                </a:path>
                <a:path w="4029709" h="558800">
                  <a:moveTo>
                    <a:pt x="3255035" y="25400"/>
                  </a:moveTo>
                  <a:lnTo>
                    <a:pt x="2934347" y="25400"/>
                  </a:lnTo>
                  <a:lnTo>
                    <a:pt x="2934347" y="125095"/>
                  </a:lnTo>
                  <a:lnTo>
                    <a:pt x="3147085" y="125095"/>
                  </a:lnTo>
                  <a:lnTo>
                    <a:pt x="3147085" y="364490"/>
                  </a:lnTo>
                  <a:lnTo>
                    <a:pt x="3255035" y="364490"/>
                  </a:lnTo>
                  <a:lnTo>
                    <a:pt x="3255035" y="25400"/>
                  </a:lnTo>
                  <a:close/>
                </a:path>
                <a:path w="4029709" h="558800">
                  <a:moveTo>
                    <a:pt x="3289960" y="404495"/>
                  </a:moveTo>
                  <a:lnTo>
                    <a:pt x="3260890" y="414299"/>
                  </a:lnTo>
                  <a:lnTo>
                    <a:pt x="3225977" y="421005"/>
                  </a:lnTo>
                  <a:lnTo>
                    <a:pt x="3187979" y="424865"/>
                  </a:lnTo>
                  <a:lnTo>
                    <a:pt x="3149625" y="426085"/>
                  </a:lnTo>
                  <a:lnTo>
                    <a:pt x="3095015" y="426085"/>
                  </a:lnTo>
                  <a:lnTo>
                    <a:pt x="3095015" y="229870"/>
                  </a:lnTo>
                  <a:lnTo>
                    <a:pt x="2987052" y="229870"/>
                  </a:lnTo>
                  <a:lnTo>
                    <a:pt x="2987052" y="426085"/>
                  </a:lnTo>
                  <a:lnTo>
                    <a:pt x="2917837" y="426085"/>
                  </a:lnTo>
                  <a:lnTo>
                    <a:pt x="2917837" y="526427"/>
                  </a:lnTo>
                  <a:lnTo>
                    <a:pt x="3147720" y="526427"/>
                  </a:lnTo>
                  <a:lnTo>
                    <a:pt x="3187979" y="525195"/>
                  </a:lnTo>
                  <a:lnTo>
                    <a:pt x="3226460" y="521347"/>
                  </a:lnTo>
                  <a:lnTo>
                    <a:pt x="3261118" y="514629"/>
                  </a:lnTo>
                  <a:lnTo>
                    <a:pt x="3289960" y="504837"/>
                  </a:lnTo>
                  <a:lnTo>
                    <a:pt x="3289960" y="404495"/>
                  </a:lnTo>
                  <a:close/>
                </a:path>
                <a:path w="4029709" h="558800">
                  <a:moveTo>
                    <a:pt x="3490620" y="202565"/>
                  </a:moveTo>
                  <a:lnTo>
                    <a:pt x="3428390" y="202565"/>
                  </a:lnTo>
                  <a:lnTo>
                    <a:pt x="3428390" y="9525"/>
                  </a:lnTo>
                  <a:lnTo>
                    <a:pt x="3321075" y="9525"/>
                  </a:lnTo>
                  <a:lnTo>
                    <a:pt x="3321075" y="551827"/>
                  </a:lnTo>
                  <a:lnTo>
                    <a:pt x="3428390" y="551827"/>
                  </a:lnTo>
                  <a:lnTo>
                    <a:pt x="3428390" y="306705"/>
                  </a:lnTo>
                  <a:lnTo>
                    <a:pt x="3490620" y="306705"/>
                  </a:lnTo>
                  <a:lnTo>
                    <a:pt x="3490620" y="202565"/>
                  </a:lnTo>
                  <a:close/>
                </a:path>
                <a:path w="4029709" h="558800">
                  <a:moveTo>
                    <a:pt x="3864000" y="189230"/>
                  </a:moveTo>
                  <a:lnTo>
                    <a:pt x="3858171" y="139382"/>
                  </a:lnTo>
                  <a:lnTo>
                    <a:pt x="3841508" y="96494"/>
                  </a:lnTo>
                  <a:lnTo>
                    <a:pt x="3815257" y="61518"/>
                  </a:lnTo>
                  <a:lnTo>
                    <a:pt x="3780650" y="35382"/>
                  </a:lnTo>
                  <a:lnTo>
                    <a:pt x="3761130" y="27724"/>
                  </a:lnTo>
                  <a:lnTo>
                    <a:pt x="3761130" y="189230"/>
                  </a:lnTo>
                  <a:lnTo>
                    <a:pt x="3756190" y="221297"/>
                  </a:lnTo>
                  <a:lnTo>
                    <a:pt x="3742156" y="246621"/>
                  </a:lnTo>
                  <a:lnTo>
                    <a:pt x="3720134" y="263258"/>
                  </a:lnTo>
                  <a:lnTo>
                    <a:pt x="3691280" y="269240"/>
                  </a:lnTo>
                  <a:lnTo>
                    <a:pt x="3662146" y="263258"/>
                  </a:lnTo>
                  <a:lnTo>
                    <a:pt x="3640163" y="246621"/>
                  </a:lnTo>
                  <a:lnTo>
                    <a:pt x="3626269" y="221297"/>
                  </a:lnTo>
                  <a:lnTo>
                    <a:pt x="3621430" y="189230"/>
                  </a:lnTo>
                  <a:lnTo>
                    <a:pt x="3626269" y="157441"/>
                  </a:lnTo>
                  <a:lnTo>
                    <a:pt x="3640163" y="132080"/>
                  </a:lnTo>
                  <a:lnTo>
                    <a:pt x="3662146" y="115290"/>
                  </a:lnTo>
                  <a:lnTo>
                    <a:pt x="3691280" y="109220"/>
                  </a:lnTo>
                  <a:lnTo>
                    <a:pt x="3720134" y="115290"/>
                  </a:lnTo>
                  <a:lnTo>
                    <a:pt x="3742156" y="132080"/>
                  </a:lnTo>
                  <a:lnTo>
                    <a:pt x="3756190" y="157441"/>
                  </a:lnTo>
                  <a:lnTo>
                    <a:pt x="3761130" y="189230"/>
                  </a:lnTo>
                  <a:lnTo>
                    <a:pt x="3761130" y="27724"/>
                  </a:lnTo>
                  <a:lnTo>
                    <a:pt x="3738905" y="18999"/>
                  </a:lnTo>
                  <a:lnTo>
                    <a:pt x="3691280" y="13335"/>
                  </a:lnTo>
                  <a:lnTo>
                    <a:pt x="3643376" y="18999"/>
                  </a:lnTo>
                  <a:lnTo>
                    <a:pt x="3601453" y="35382"/>
                  </a:lnTo>
                  <a:lnTo>
                    <a:pt x="3566731" y="61518"/>
                  </a:lnTo>
                  <a:lnTo>
                    <a:pt x="3540429" y="96494"/>
                  </a:lnTo>
                  <a:lnTo>
                    <a:pt x="3523754" y="139382"/>
                  </a:lnTo>
                  <a:lnTo>
                    <a:pt x="3517925" y="189230"/>
                  </a:lnTo>
                  <a:lnTo>
                    <a:pt x="3523754" y="239090"/>
                  </a:lnTo>
                  <a:lnTo>
                    <a:pt x="3540429" y="281965"/>
                  </a:lnTo>
                  <a:lnTo>
                    <a:pt x="3566731" y="316953"/>
                  </a:lnTo>
                  <a:lnTo>
                    <a:pt x="3601453" y="343090"/>
                  </a:lnTo>
                  <a:lnTo>
                    <a:pt x="3643376" y="359460"/>
                  </a:lnTo>
                  <a:lnTo>
                    <a:pt x="3691280" y="365125"/>
                  </a:lnTo>
                  <a:lnTo>
                    <a:pt x="3738905" y="359460"/>
                  </a:lnTo>
                  <a:lnTo>
                    <a:pt x="3780650" y="343090"/>
                  </a:lnTo>
                  <a:lnTo>
                    <a:pt x="3815257" y="316953"/>
                  </a:lnTo>
                  <a:lnTo>
                    <a:pt x="3841508" y="281965"/>
                  </a:lnTo>
                  <a:lnTo>
                    <a:pt x="3858171" y="239090"/>
                  </a:lnTo>
                  <a:lnTo>
                    <a:pt x="3864000" y="189230"/>
                  </a:lnTo>
                  <a:close/>
                </a:path>
                <a:path w="4029709" h="558800">
                  <a:moveTo>
                    <a:pt x="3890670" y="404495"/>
                  </a:moveTo>
                  <a:lnTo>
                    <a:pt x="3861600" y="414299"/>
                  </a:lnTo>
                  <a:lnTo>
                    <a:pt x="3826687" y="421005"/>
                  </a:lnTo>
                  <a:lnTo>
                    <a:pt x="3788689" y="424865"/>
                  </a:lnTo>
                  <a:lnTo>
                    <a:pt x="3750335" y="426085"/>
                  </a:lnTo>
                  <a:lnTo>
                    <a:pt x="3503320" y="426085"/>
                  </a:lnTo>
                  <a:lnTo>
                    <a:pt x="3503320" y="526427"/>
                  </a:lnTo>
                  <a:lnTo>
                    <a:pt x="3745890" y="526427"/>
                  </a:lnTo>
                  <a:lnTo>
                    <a:pt x="3786543" y="524992"/>
                  </a:lnTo>
                  <a:lnTo>
                    <a:pt x="3825900" y="520712"/>
                  </a:lnTo>
                  <a:lnTo>
                    <a:pt x="3861435" y="513562"/>
                  </a:lnTo>
                  <a:lnTo>
                    <a:pt x="3890670" y="503567"/>
                  </a:lnTo>
                  <a:lnTo>
                    <a:pt x="3890670" y="404495"/>
                  </a:lnTo>
                  <a:close/>
                </a:path>
                <a:path w="4029709" h="558800">
                  <a:moveTo>
                    <a:pt x="4029100" y="9525"/>
                  </a:moveTo>
                  <a:lnTo>
                    <a:pt x="3921785" y="9525"/>
                  </a:lnTo>
                  <a:lnTo>
                    <a:pt x="3921785" y="551827"/>
                  </a:lnTo>
                  <a:lnTo>
                    <a:pt x="4029100" y="551827"/>
                  </a:lnTo>
                  <a:lnTo>
                    <a:pt x="4029100" y="9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092514" y="3934955"/>
              <a:ext cx="4366260" cy="568960"/>
            </a:xfrm>
            <a:custGeom>
              <a:avLst/>
              <a:gdLst/>
              <a:ahLst/>
              <a:cxnLst/>
              <a:rect l="l" t="t" r="r" b="b"/>
              <a:pathLst>
                <a:path w="4366259" h="568960">
                  <a:moveTo>
                    <a:pt x="548640" y="436245"/>
                  </a:moveTo>
                  <a:lnTo>
                    <a:pt x="328930" y="436245"/>
                  </a:lnTo>
                  <a:lnTo>
                    <a:pt x="328930" y="316230"/>
                  </a:lnTo>
                  <a:lnTo>
                    <a:pt x="219710" y="316230"/>
                  </a:lnTo>
                  <a:lnTo>
                    <a:pt x="219710" y="436245"/>
                  </a:lnTo>
                  <a:lnTo>
                    <a:pt x="0" y="436245"/>
                  </a:lnTo>
                  <a:lnTo>
                    <a:pt x="0" y="536587"/>
                  </a:lnTo>
                  <a:lnTo>
                    <a:pt x="548640" y="536587"/>
                  </a:lnTo>
                  <a:lnTo>
                    <a:pt x="548640" y="436245"/>
                  </a:lnTo>
                  <a:close/>
                </a:path>
                <a:path w="4366259" h="568960">
                  <a:moveTo>
                    <a:pt x="548640" y="265430"/>
                  </a:moveTo>
                  <a:lnTo>
                    <a:pt x="464591" y="216535"/>
                  </a:lnTo>
                  <a:lnTo>
                    <a:pt x="319405" y="132080"/>
                  </a:lnTo>
                  <a:lnTo>
                    <a:pt x="329044" y="107696"/>
                  </a:lnTo>
                  <a:lnTo>
                    <a:pt x="337019" y="82232"/>
                  </a:lnTo>
                  <a:lnTo>
                    <a:pt x="343331" y="55829"/>
                  </a:lnTo>
                  <a:lnTo>
                    <a:pt x="347980" y="28575"/>
                  </a:lnTo>
                  <a:lnTo>
                    <a:pt x="238760" y="11430"/>
                  </a:lnTo>
                  <a:lnTo>
                    <a:pt x="227736" y="62839"/>
                  </a:lnTo>
                  <a:lnTo>
                    <a:pt x="210019" y="109080"/>
                  </a:lnTo>
                  <a:lnTo>
                    <a:pt x="186436" y="149644"/>
                  </a:lnTo>
                  <a:lnTo>
                    <a:pt x="157873" y="183997"/>
                  </a:lnTo>
                  <a:lnTo>
                    <a:pt x="125171" y="211620"/>
                  </a:lnTo>
                  <a:lnTo>
                    <a:pt x="89179" y="232003"/>
                  </a:lnTo>
                  <a:lnTo>
                    <a:pt x="50774" y="244602"/>
                  </a:lnTo>
                  <a:lnTo>
                    <a:pt x="10795" y="248920"/>
                  </a:lnTo>
                  <a:lnTo>
                    <a:pt x="10795" y="350520"/>
                  </a:lnTo>
                  <a:lnTo>
                    <a:pt x="61645" y="346379"/>
                  </a:lnTo>
                  <a:lnTo>
                    <a:pt x="110324" y="334276"/>
                  </a:lnTo>
                  <a:lnTo>
                    <a:pt x="156210" y="314731"/>
                  </a:lnTo>
                  <a:lnTo>
                    <a:pt x="198704" y="288251"/>
                  </a:lnTo>
                  <a:lnTo>
                    <a:pt x="237223" y="255346"/>
                  </a:lnTo>
                  <a:lnTo>
                    <a:pt x="271145" y="216535"/>
                  </a:lnTo>
                  <a:lnTo>
                    <a:pt x="493395" y="353060"/>
                  </a:lnTo>
                  <a:lnTo>
                    <a:pt x="548640" y="265430"/>
                  </a:lnTo>
                  <a:close/>
                </a:path>
                <a:path w="4366259" h="568960">
                  <a:moveTo>
                    <a:pt x="1108075" y="466090"/>
                  </a:moveTo>
                  <a:lnTo>
                    <a:pt x="1076159" y="410146"/>
                  </a:lnTo>
                  <a:lnTo>
                    <a:pt x="1038707" y="391566"/>
                  </a:lnTo>
                  <a:lnTo>
                    <a:pt x="994410" y="380136"/>
                  </a:lnTo>
                  <a:lnTo>
                    <a:pt x="994410" y="466090"/>
                  </a:lnTo>
                  <a:lnTo>
                    <a:pt x="984542" y="476631"/>
                  </a:lnTo>
                  <a:lnTo>
                    <a:pt x="956868" y="483717"/>
                  </a:lnTo>
                  <a:lnTo>
                    <a:pt x="914311" y="487705"/>
                  </a:lnTo>
                  <a:lnTo>
                    <a:pt x="859790" y="488962"/>
                  </a:lnTo>
                  <a:lnTo>
                    <a:pt x="805268" y="487705"/>
                  </a:lnTo>
                  <a:lnTo>
                    <a:pt x="762711" y="483717"/>
                  </a:lnTo>
                  <a:lnTo>
                    <a:pt x="735037" y="476631"/>
                  </a:lnTo>
                  <a:lnTo>
                    <a:pt x="725170" y="466090"/>
                  </a:lnTo>
                  <a:lnTo>
                    <a:pt x="735037" y="455828"/>
                  </a:lnTo>
                  <a:lnTo>
                    <a:pt x="762711" y="448716"/>
                  </a:lnTo>
                  <a:lnTo>
                    <a:pt x="805268" y="444576"/>
                  </a:lnTo>
                  <a:lnTo>
                    <a:pt x="859790" y="443230"/>
                  </a:lnTo>
                  <a:lnTo>
                    <a:pt x="914311" y="444576"/>
                  </a:lnTo>
                  <a:lnTo>
                    <a:pt x="956868" y="448716"/>
                  </a:lnTo>
                  <a:lnTo>
                    <a:pt x="984542" y="455828"/>
                  </a:lnTo>
                  <a:lnTo>
                    <a:pt x="994410" y="466090"/>
                  </a:lnTo>
                  <a:lnTo>
                    <a:pt x="994410" y="380136"/>
                  </a:lnTo>
                  <a:lnTo>
                    <a:pt x="989076" y="378752"/>
                  </a:lnTo>
                  <a:lnTo>
                    <a:pt x="928890" y="371335"/>
                  </a:lnTo>
                  <a:lnTo>
                    <a:pt x="859790" y="368935"/>
                  </a:lnTo>
                  <a:lnTo>
                    <a:pt x="790689" y="371335"/>
                  </a:lnTo>
                  <a:lnTo>
                    <a:pt x="730504" y="378752"/>
                  </a:lnTo>
                  <a:lnTo>
                    <a:pt x="680885" y="391566"/>
                  </a:lnTo>
                  <a:lnTo>
                    <a:pt x="643420" y="410146"/>
                  </a:lnTo>
                  <a:lnTo>
                    <a:pt x="611505" y="466090"/>
                  </a:lnTo>
                  <a:lnTo>
                    <a:pt x="619760" y="497332"/>
                  </a:lnTo>
                  <a:lnTo>
                    <a:pt x="680885" y="540626"/>
                  </a:lnTo>
                  <a:lnTo>
                    <a:pt x="730504" y="553440"/>
                  </a:lnTo>
                  <a:lnTo>
                    <a:pt x="790689" y="560857"/>
                  </a:lnTo>
                  <a:lnTo>
                    <a:pt x="859790" y="563257"/>
                  </a:lnTo>
                  <a:lnTo>
                    <a:pt x="928890" y="560857"/>
                  </a:lnTo>
                  <a:lnTo>
                    <a:pt x="989076" y="553440"/>
                  </a:lnTo>
                  <a:lnTo>
                    <a:pt x="1038707" y="540626"/>
                  </a:lnTo>
                  <a:lnTo>
                    <a:pt x="1076159" y="522046"/>
                  </a:lnTo>
                  <a:lnTo>
                    <a:pt x="1102042" y="488962"/>
                  </a:lnTo>
                  <a:lnTo>
                    <a:pt x="1108075" y="466090"/>
                  </a:lnTo>
                  <a:close/>
                </a:path>
                <a:path w="4366259" h="568960">
                  <a:moveTo>
                    <a:pt x="1134110" y="275590"/>
                  </a:moveTo>
                  <a:lnTo>
                    <a:pt x="913130" y="275590"/>
                  </a:lnTo>
                  <a:lnTo>
                    <a:pt x="913130" y="252095"/>
                  </a:lnTo>
                  <a:lnTo>
                    <a:pt x="1107440" y="252095"/>
                  </a:lnTo>
                  <a:lnTo>
                    <a:pt x="1107440" y="186055"/>
                  </a:lnTo>
                  <a:lnTo>
                    <a:pt x="725170" y="186055"/>
                  </a:lnTo>
                  <a:lnTo>
                    <a:pt x="725170" y="163830"/>
                  </a:lnTo>
                  <a:lnTo>
                    <a:pt x="1092200" y="163830"/>
                  </a:lnTo>
                  <a:lnTo>
                    <a:pt x="1092200" y="102870"/>
                  </a:lnTo>
                  <a:lnTo>
                    <a:pt x="725170" y="102870"/>
                  </a:lnTo>
                  <a:lnTo>
                    <a:pt x="725170" y="80010"/>
                  </a:lnTo>
                  <a:lnTo>
                    <a:pt x="1101090" y="80010"/>
                  </a:lnTo>
                  <a:lnTo>
                    <a:pt x="1101090" y="13335"/>
                  </a:lnTo>
                  <a:lnTo>
                    <a:pt x="619125" y="13335"/>
                  </a:lnTo>
                  <a:lnTo>
                    <a:pt x="619125" y="252095"/>
                  </a:lnTo>
                  <a:lnTo>
                    <a:pt x="806450" y="252095"/>
                  </a:lnTo>
                  <a:lnTo>
                    <a:pt x="806450" y="275590"/>
                  </a:lnTo>
                  <a:lnTo>
                    <a:pt x="585470" y="275590"/>
                  </a:lnTo>
                  <a:lnTo>
                    <a:pt x="585470" y="353695"/>
                  </a:lnTo>
                  <a:lnTo>
                    <a:pt x="1134110" y="353695"/>
                  </a:lnTo>
                  <a:lnTo>
                    <a:pt x="1134110" y="275590"/>
                  </a:lnTo>
                  <a:close/>
                </a:path>
                <a:path w="4366259" h="568960">
                  <a:moveTo>
                    <a:pt x="1661680" y="170180"/>
                  </a:moveTo>
                  <a:lnTo>
                    <a:pt x="1557540" y="170180"/>
                  </a:lnTo>
                  <a:lnTo>
                    <a:pt x="1557540" y="238125"/>
                  </a:lnTo>
                  <a:lnTo>
                    <a:pt x="1661680" y="238125"/>
                  </a:lnTo>
                  <a:lnTo>
                    <a:pt x="1661680" y="170180"/>
                  </a:lnTo>
                  <a:close/>
                </a:path>
                <a:path w="4366259" h="568960">
                  <a:moveTo>
                    <a:pt x="1661680" y="85877"/>
                  </a:moveTo>
                  <a:lnTo>
                    <a:pt x="1442605" y="85877"/>
                  </a:lnTo>
                  <a:lnTo>
                    <a:pt x="1442605" y="19837"/>
                  </a:lnTo>
                  <a:lnTo>
                    <a:pt x="1338465" y="19837"/>
                  </a:lnTo>
                  <a:lnTo>
                    <a:pt x="1338465" y="85877"/>
                  </a:lnTo>
                  <a:lnTo>
                    <a:pt x="1338465" y="169697"/>
                  </a:lnTo>
                  <a:lnTo>
                    <a:pt x="1338465" y="238277"/>
                  </a:lnTo>
                  <a:lnTo>
                    <a:pt x="1338465" y="324637"/>
                  </a:lnTo>
                  <a:lnTo>
                    <a:pt x="1661680" y="324637"/>
                  </a:lnTo>
                  <a:lnTo>
                    <a:pt x="1661680" y="238277"/>
                  </a:lnTo>
                  <a:lnTo>
                    <a:pt x="1442605" y="238277"/>
                  </a:lnTo>
                  <a:lnTo>
                    <a:pt x="1442605" y="169697"/>
                  </a:lnTo>
                  <a:lnTo>
                    <a:pt x="1661680" y="169697"/>
                  </a:lnTo>
                  <a:lnTo>
                    <a:pt x="1661680" y="85877"/>
                  </a:lnTo>
                  <a:close/>
                </a:path>
                <a:path w="4366259" h="568960">
                  <a:moveTo>
                    <a:pt x="1661680" y="19685"/>
                  </a:moveTo>
                  <a:lnTo>
                    <a:pt x="1557540" y="19685"/>
                  </a:lnTo>
                  <a:lnTo>
                    <a:pt x="1557540" y="85725"/>
                  </a:lnTo>
                  <a:lnTo>
                    <a:pt x="1661680" y="85725"/>
                  </a:lnTo>
                  <a:lnTo>
                    <a:pt x="1661680" y="19685"/>
                  </a:lnTo>
                  <a:close/>
                </a:path>
                <a:path w="4366259" h="568960">
                  <a:moveTo>
                    <a:pt x="1850275" y="364007"/>
                  </a:moveTo>
                  <a:lnTo>
                    <a:pt x="1362595" y="364007"/>
                  </a:lnTo>
                  <a:lnTo>
                    <a:pt x="1362595" y="454177"/>
                  </a:lnTo>
                  <a:lnTo>
                    <a:pt x="1741055" y="454177"/>
                  </a:lnTo>
                  <a:lnTo>
                    <a:pt x="1741055" y="562127"/>
                  </a:lnTo>
                  <a:lnTo>
                    <a:pt x="1850275" y="562127"/>
                  </a:lnTo>
                  <a:lnTo>
                    <a:pt x="1850275" y="454177"/>
                  </a:lnTo>
                  <a:lnTo>
                    <a:pt x="1850275" y="364007"/>
                  </a:lnTo>
                  <a:close/>
                </a:path>
                <a:path w="4366259" h="568960">
                  <a:moveTo>
                    <a:pt x="1850275" y="13487"/>
                  </a:moveTo>
                  <a:lnTo>
                    <a:pt x="1744865" y="13487"/>
                  </a:lnTo>
                  <a:lnTo>
                    <a:pt x="1744865" y="50317"/>
                  </a:lnTo>
                  <a:lnTo>
                    <a:pt x="1687080" y="50317"/>
                  </a:lnTo>
                  <a:lnTo>
                    <a:pt x="1687080" y="145567"/>
                  </a:lnTo>
                  <a:lnTo>
                    <a:pt x="1744865" y="145567"/>
                  </a:lnTo>
                  <a:lnTo>
                    <a:pt x="1744865" y="186207"/>
                  </a:lnTo>
                  <a:lnTo>
                    <a:pt x="1687080" y="186207"/>
                  </a:lnTo>
                  <a:lnTo>
                    <a:pt x="1687080" y="281457"/>
                  </a:lnTo>
                  <a:lnTo>
                    <a:pt x="1744865" y="281457"/>
                  </a:lnTo>
                  <a:lnTo>
                    <a:pt x="1744865" y="344957"/>
                  </a:lnTo>
                  <a:lnTo>
                    <a:pt x="1850275" y="344957"/>
                  </a:lnTo>
                  <a:lnTo>
                    <a:pt x="1850275" y="281457"/>
                  </a:lnTo>
                  <a:lnTo>
                    <a:pt x="1850275" y="186207"/>
                  </a:lnTo>
                  <a:lnTo>
                    <a:pt x="1850275" y="145567"/>
                  </a:lnTo>
                  <a:lnTo>
                    <a:pt x="1850275" y="50317"/>
                  </a:lnTo>
                  <a:lnTo>
                    <a:pt x="1850275" y="13487"/>
                  </a:lnTo>
                  <a:close/>
                </a:path>
                <a:path w="4366259" h="568960">
                  <a:moveTo>
                    <a:pt x="2429408" y="106680"/>
                  </a:moveTo>
                  <a:lnTo>
                    <a:pt x="2423109" y="81280"/>
                  </a:lnTo>
                  <a:lnTo>
                    <a:pt x="2421026" y="72872"/>
                  </a:lnTo>
                  <a:lnTo>
                    <a:pt x="2397137" y="46596"/>
                  </a:lnTo>
                  <a:lnTo>
                    <a:pt x="2359558" y="27228"/>
                  </a:lnTo>
                  <a:lnTo>
                    <a:pt x="2315743" y="15659"/>
                  </a:lnTo>
                  <a:lnTo>
                    <a:pt x="2315743" y="106680"/>
                  </a:lnTo>
                  <a:lnTo>
                    <a:pt x="2306345" y="118427"/>
                  </a:lnTo>
                  <a:lnTo>
                    <a:pt x="2279624" y="126288"/>
                  </a:lnTo>
                  <a:lnTo>
                    <a:pt x="2237778" y="130708"/>
                  </a:lnTo>
                  <a:lnTo>
                    <a:pt x="2183028" y="132080"/>
                  </a:lnTo>
                  <a:lnTo>
                    <a:pt x="2128266" y="130708"/>
                  </a:lnTo>
                  <a:lnTo>
                    <a:pt x="2086419" y="126288"/>
                  </a:lnTo>
                  <a:lnTo>
                    <a:pt x="2059698" y="118427"/>
                  </a:lnTo>
                  <a:lnTo>
                    <a:pt x="2050313" y="106680"/>
                  </a:lnTo>
                  <a:lnTo>
                    <a:pt x="2059698" y="95211"/>
                  </a:lnTo>
                  <a:lnTo>
                    <a:pt x="2086419" y="87312"/>
                  </a:lnTo>
                  <a:lnTo>
                    <a:pt x="2128266" y="82753"/>
                  </a:lnTo>
                  <a:lnTo>
                    <a:pt x="2183028" y="81280"/>
                  </a:lnTo>
                  <a:lnTo>
                    <a:pt x="2237778" y="82753"/>
                  </a:lnTo>
                  <a:lnTo>
                    <a:pt x="2279624" y="87312"/>
                  </a:lnTo>
                  <a:lnTo>
                    <a:pt x="2306345" y="95211"/>
                  </a:lnTo>
                  <a:lnTo>
                    <a:pt x="2315743" y="106680"/>
                  </a:lnTo>
                  <a:lnTo>
                    <a:pt x="2315743" y="15659"/>
                  </a:lnTo>
                  <a:lnTo>
                    <a:pt x="2310117" y="14160"/>
                  </a:lnTo>
                  <a:lnTo>
                    <a:pt x="2250668" y="6769"/>
                  </a:lnTo>
                  <a:lnTo>
                    <a:pt x="2183028" y="4445"/>
                  </a:lnTo>
                  <a:lnTo>
                    <a:pt x="2115388" y="6769"/>
                  </a:lnTo>
                  <a:lnTo>
                    <a:pt x="2055926" y="14160"/>
                  </a:lnTo>
                  <a:lnTo>
                    <a:pt x="2006498" y="27228"/>
                  </a:lnTo>
                  <a:lnTo>
                    <a:pt x="1968906" y="46596"/>
                  </a:lnTo>
                  <a:lnTo>
                    <a:pt x="1936648" y="106680"/>
                  </a:lnTo>
                  <a:lnTo>
                    <a:pt x="1945017" y="140500"/>
                  </a:lnTo>
                  <a:lnTo>
                    <a:pt x="2006498" y="186143"/>
                  </a:lnTo>
                  <a:lnTo>
                    <a:pt x="2055926" y="199212"/>
                  </a:lnTo>
                  <a:lnTo>
                    <a:pt x="2115388" y="206590"/>
                  </a:lnTo>
                  <a:lnTo>
                    <a:pt x="2183028" y="208915"/>
                  </a:lnTo>
                  <a:lnTo>
                    <a:pt x="2250668" y="206590"/>
                  </a:lnTo>
                  <a:lnTo>
                    <a:pt x="2310117" y="199212"/>
                  </a:lnTo>
                  <a:lnTo>
                    <a:pt x="2359558" y="186143"/>
                  </a:lnTo>
                  <a:lnTo>
                    <a:pt x="2397137" y="166776"/>
                  </a:lnTo>
                  <a:lnTo>
                    <a:pt x="2423109" y="132080"/>
                  </a:lnTo>
                  <a:lnTo>
                    <a:pt x="2429408" y="106680"/>
                  </a:lnTo>
                  <a:close/>
                </a:path>
                <a:path w="4366259" h="568960">
                  <a:moveTo>
                    <a:pt x="2431313" y="485787"/>
                  </a:moveTo>
                  <a:lnTo>
                    <a:pt x="2045868" y="485787"/>
                  </a:lnTo>
                  <a:lnTo>
                    <a:pt x="2045868" y="467360"/>
                  </a:lnTo>
                  <a:lnTo>
                    <a:pt x="2425598" y="467360"/>
                  </a:lnTo>
                  <a:lnTo>
                    <a:pt x="2425598" y="325755"/>
                  </a:lnTo>
                  <a:lnTo>
                    <a:pt x="1939823" y="325755"/>
                  </a:lnTo>
                  <a:lnTo>
                    <a:pt x="1939823" y="393065"/>
                  </a:lnTo>
                  <a:lnTo>
                    <a:pt x="2320823" y="393065"/>
                  </a:lnTo>
                  <a:lnTo>
                    <a:pt x="2320823" y="411480"/>
                  </a:lnTo>
                  <a:lnTo>
                    <a:pt x="1941093" y="411480"/>
                  </a:lnTo>
                  <a:lnTo>
                    <a:pt x="1941093" y="555637"/>
                  </a:lnTo>
                  <a:lnTo>
                    <a:pt x="2431313" y="555637"/>
                  </a:lnTo>
                  <a:lnTo>
                    <a:pt x="2431313" y="485787"/>
                  </a:lnTo>
                  <a:close/>
                </a:path>
                <a:path w="4366259" h="568960">
                  <a:moveTo>
                    <a:pt x="2457348" y="226695"/>
                  </a:moveTo>
                  <a:lnTo>
                    <a:pt x="1908708" y="226695"/>
                  </a:lnTo>
                  <a:lnTo>
                    <a:pt x="1908708" y="304800"/>
                  </a:lnTo>
                  <a:lnTo>
                    <a:pt x="2457348" y="304800"/>
                  </a:lnTo>
                  <a:lnTo>
                    <a:pt x="2457348" y="226695"/>
                  </a:lnTo>
                  <a:close/>
                </a:path>
                <a:path w="4366259" h="568960">
                  <a:moveTo>
                    <a:pt x="3023082" y="176530"/>
                  </a:moveTo>
                  <a:lnTo>
                    <a:pt x="2998355" y="184137"/>
                  </a:lnTo>
                  <a:lnTo>
                    <a:pt x="2968155" y="189712"/>
                  </a:lnTo>
                  <a:lnTo>
                    <a:pt x="2934144" y="193141"/>
                  </a:lnTo>
                  <a:lnTo>
                    <a:pt x="2897987" y="194310"/>
                  </a:lnTo>
                  <a:lnTo>
                    <a:pt x="2767177" y="194310"/>
                  </a:lnTo>
                  <a:lnTo>
                    <a:pt x="2767177" y="16510"/>
                  </a:lnTo>
                  <a:lnTo>
                    <a:pt x="2658592" y="16510"/>
                  </a:lnTo>
                  <a:lnTo>
                    <a:pt x="2658592" y="283845"/>
                  </a:lnTo>
                  <a:lnTo>
                    <a:pt x="2893542" y="283845"/>
                  </a:lnTo>
                  <a:lnTo>
                    <a:pt x="2931287" y="282575"/>
                  </a:lnTo>
                  <a:lnTo>
                    <a:pt x="2966885" y="278853"/>
                  </a:lnTo>
                  <a:lnTo>
                    <a:pt x="2998203" y="272872"/>
                  </a:lnTo>
                  <a:lnTo>
                    <a:pt x="3023082" y="264795"/>
                  </a:lnTo>
                  <a:lnTo>
                    <a:pt x="3023082" y="194310"/>
                  </a:lnTo>
                  <a:lnTo>
                    <a:pt x="3023082" y="176530"/>
                  </a:lnTo>
                  <a:close/>
                </a:path>
                <a:path w="4366259" h="568960">
                  <a:moveTo>
                    <a:pt x="3177387" y="470535"/>
                  </a:moveTo>
                  <a:lnTo>
                    <a:pt x="2974822" y="423545"/>
                  </a:lnTo>
                  <a:lnTo>
                    <a:pt x="2977362" y="418465"/>
                  </a:lnTo>
                  <a:lnTo>
                    <a:pt x="2979267" y="413385"/>
                  </a:lnTo>
                  <a:lnTo>
                    <a:pt x="2981172" y="407670"/>
                  </a:lnTo>
                  <a:lnTo>
                    <a:pt x="3155797" y="407670"/>
                  </a:lnTo>
                  <a:lnTo>
                    <a:pt x="3155797" y="319405"/>
                  </a:lnTo>
                  <a:lnTo>
                    <a:pt x="2677007" y="319405"/>
                  </a:lnTo>
                  <a:lnTo>
                    <a:pt x="2677007" y="407670"/>
                  </a:lnTo>
                  <a:lnTo>
                    <a:pt x="2860522" y="407670"/>
                  </a:lnTo>
                  <a:lnTo>
                    <a:pt x="2828544" y="432282"/>
                  </a:lnTo>
                  <a:lnTo>
                    <a:pt x="2784246" y="449262"/>
                  </a:lnTo>
                  <a:lnTo>
                    <a:pt x="2730779" y="459105"/>
                  </a:lnTo>
                  <a:lnTo>
                    <a:pt x="2671292" y="462280"/>
                  </a:lnTo>
                  <a:lnTo>
                    <a:pt x="2671292" y="555637"/>
                  </a:lnTo>
                  <a:lnTo>
                    <a:pt x="2724480" y="553440"/>
                  </a:lnTo>
                  <a:lnTo>
                    <a:pt x="2776448" y="546646"/>
                  </a:lnTo>
                  <a:lnTo>
                    <a:pt x="2825826" y="534924"/>
                  </a:lnTo>
                  <a:lnTo>
                    <a:pt x="2871241" y="517918"/>
                  </a:lnTo>
                  <a:lnTo>
                    <a:pt x="2911322" y="495312"/>
                  </a:lnTo>
                  <a:lnTo>
                    <a:pt x="3150082" y="561987"/>
                  </a:lnTo>
                  <a:lnTo>
                    <a:pt x="3169996" y="495312"/>
                  </a:lnTo>
                  <a:lnTo>
                    <a:pt x="3177387" y="470535"/>
                  </a:lnTo>
                  <a:close/>
                </a:path>
                <a:path w="4366259" h="568960">
                  <a:moveTo>
                    <a:pt x="3219297" y="87630"/>
                  </a:moveTo>
                  <a:lnTo>
                    <a:pt x="3155797" y="87630"/>
                  </a:lnTo>
                  <a:lnTo>
                    <a:pt x="3155797" y="13335"/>
                  </a:lnTo>
                  <a:lnTo>
                    <a:pt x="3048482" y="13335"/>
                  </a:lnTo>
                  <a:lnTo>
                    <a:pt x="3048482" y="300355"/>
                  </a:lnTo>
                  <a:lnTo>
                    <a:pt x="3155797" y="300355"/>
                  </a:lnTo>
                  <a:lnTo>
                    <a:pt x="3155797" y="191770"/>
                  </a:lnTo>
                  <a:lnTo>
                    <a:pt x="3219297" y="191770"/>
                  </a:lnTo>
                  <a:lnTo>
                    <a:pt x="3219297" y="87630"/>
                  </a:lnTo>
                  <a:close/>
                </a:path>
                <a:path w="4366259" h="568960">
                  <a:moveTo>
                    <a:pt x="3768572" y="229870"/>
                  </a:moveTo>
                  <a:lnTo>
                    <a:pt x="3554577" y="168275"/>
                  </a:lnTo>
                  <a:lnTo>
                    <a:pt x="3560927" y="153035"/>
                  </a:lnTo>
                  <a:lnTo>
                    <a:pt x="3562832" y="144780"/>
                  </a:lnTo>
                  <a:lnTo>
                    <a:pt x="3750792" y="144780"/>
                  </a:lnTo>
                  <a:lnTo>
                    <a:pt x="3750792" y="47625"/>
                  </a:lnTo>
                  <a:lnTo>
                    <a:pt x="3560927" y="47625"/>
                  </a:lnTo>
                  <a:lnTo>
                    <a:pt x="3560927" y="0"/>
                  </a:lnTo>
                  <a:lnTo>
                    <a:pt x="3450437" y="0"/>
                  </a:lnTo>
                  <a:lnTo>
                    <a:pt x="3450437" y="47625"/>
                  </a:lnTo>
                  <a:lnTo>
                    <a:pt x="3261842" y="47625"/>
                  </a:lnTo>
                  <a:lnTo>
                    <a:pt x="3261842" y="144780"/>
                  </a:lnTo>
                  <a:lnTo>
                    <a:pt x="3439642" y="144780"/>
                  </a:lnTo>
                  <a:lnTo>
                    <a:pt x="3407930" y="176923"/>
                  </a:lnTo>
                  <a:lnTo>
                    <a:pt x="3363607" y="201383"/>
                  </a:lnTo>
                  <a:lnTo>
                    <a:pt x="3309988" y="217385"/>
                  </a:lnTo>
                  <a:lnTo>
                    <a:pt x="3250412" y="224155"/>
                  </a:lnTo>
                  <a:lnTo>
                    <a:pt x="3250412" y="322580"/>
                  </a:lnTo>
                  <a:lnTo>
                    <a:pt x="3306356" y="318439"/>
                  </a:lnTo>
                  <a:lnTo>
                    <a:pt x="3359277" y="308508"/>
                  </a:lnTo>
                  <a:lnTo>
                    <a:pt x="3408286" y="293090"/>
                  </a:lnTo>
                  <a:lnTo>
                    <a:pt x="3452520" y="272491"/>
                  </a:lnTo>
                  <a:lnTo>
                    <a:pt x="3491077" y="247015"/>
                  </a:lnTo>
                  <a:lnTo>
                    <a:pt x="3736187" y="322580"/>
                  </a:lnTo>
                  <a:lnTo>
                    <a:pt x="3762591" y="247015"/>
                  </a:lnTo>
                  <a:lnTo>
                    <a:pt x="3768572" y="229870"/>
                  </a:lnTo>
                  <a:close/>
                </a:path>
                <a:path w="4366259" h="568960">
                  <a:moveTo>
                    <a:pt x="3780637" y="354330"/>
                  </a:moveTo>
                  <a:lnTo>
                    <a:pt x="3231997" y="354330"/>
                  </a:lnTo>
                  <a:lnTo>
                    <a:pt x="3231997" y="452755"/>
                  </a:lnTo>
                  <a:lnTo>
                    <a:pt x="3451707" y="452755"/>
                  </a:lnTo>
                  <a:lnTo>
                    <a:pt x="3451707" y="568337"/>
                  </a:lnTo>
                  <a:lnTo>
                    <a:pt x="3560927" y="568337"/>
                  </a:lnTo>
                  <a:lnTo>
                    <a:pt x="3560927" y="452755"/>
                  </a:lnTo>
                  <a:lnTo>
                    <a:pt x="3780637" y="452755"/>
                  </a:lnTo>
                  <a:lnTo>
                    <a:pt x="3780637" y="354330"/>
                  </a:lnTo>
                  <a:close/>
                </a:path>
                <a:path w="4366259" h="568960">
                  <a:moveTo>
                    <a:pt x="4336275" y="26187"/>
                  </a:moveTo>
                  <a:lnTo>
                    <a:pt x="3846055" y="26187"/>
                  </a:lnTo>
                  <a:lnTo>
                    <a:pt x="3846055" y="125247"/>
                  </a:lnTo>
                  <a:lnTo>
                    <a:pt x="4224515" y="125247"/>
                  </a:lnTo>
                  <a:lnTo>
                    <a:pt x="4224515" y="383057"/>
                  </a:lnTo>
                  <a:lnTo>
                    <a:pt x="4336275" y="383057"/>
                  </a:lnTo>
                  <a:lnTo>
                    <a:pt x="4336275" y="125247"/>
                  </a:lnTo>
                  <a:lnTo>
                    <a:pt x="4336275" y="26187"/>
                  </a:lnTo>
                  <a:close/>
                </a:path>
                <a:path w="4366259" h="568960">
                  <a:moveTo>
                    <a:pt x="4366120" y="436245"/>
                  </a:moveTo>
                  <a:lnTo>
                    <a:pt x="4105135" y="436245"/>
                  </a:lnTo>
                  <a:lnTo>
                    <a:pt x="4105135" y="224155"/>
                  </a:lnTo>
                  <a:lnTo>
                    <a:pt x="3994010" y="224155"/>
                  </a:lnTo>
                  <a:lnTo>
                    <a:pt x="3994010" y="436245"/>
                  </a:lnTo>
                  <a:lnTo>
                    <a:pt x="3817480" y="436245"/>
                  </a:lnTo>
                  <a:lnTo>
                    <a:pt x="3817480" y="536587"/>
                  </a:lnTo>
                  <a:lnTo>
                    <a:pt x="4366120" y="536587"/>
                  </a:lnTo>
                  <a:lnTo>
                    <a:pt x="4366120" y="436245"/>
                  </a:lnTo>
                  <a:close/>
                </a:path>
              </a:pathLst>
            </a:custGeom>
            <a:solidFill>
              <a:srgbClr val="FF80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027894" y="4840363"/>
              <a:ext cx="10092690" cy="560070"/>
            </a:xfrm>
            <a:custGeom>
              <a:avLst/>
              <a:gdLst/>
              <a:ahLst/>
              <a:cxnLst/>
              <a:rect l="l" t="t" r="r" b="b"/>
              <a:pathLst>
                <a:path w="10092690" h="560070">
                  <a:moveTo>
                    <a:pt x="548640" y="432435"/>
                  </a:moveTo>
                  <a:lnTo>
                    <a:pt x="328930" y="432435"/>
                  </a:lnTo>
                  <a:lnTo>
                    <a:pt x="328930" y="312420"/>
                  </a:lnTo>
                  <a:lnTo>
                    <a:pt x="219710" y="312420"/>
                  </a:lnTo>
                  <a:lnTo>
                    <a:pt x="219710" y="432435"/>
                  </a:lnTo>
                  <a:lnTo>
                    <a:pt x="0" y="432435"/>
                  </a:lnTo>
                  <a:lnTo>
                    <a:pt x="0" y="532777"/>
                  </a:lnTo>
                  <a:lnTo>
                    <a:pt x="548640" y="532777"/>
                  </a:lnTo>
                  <a:lnTo>
                    <a:pt x="548640" y="432435"/>
                  </a:lnTo>
                  <a:close/>
                </a:path>
                <a:path w="10092690" h="560070">
                  <a:moveTo>
                    <a:pt x="548640" y="261620"/>
                  </a:moveTo>
                  <a:lnTo>
                    <a:pt x="464578" y="212725"/>
                  </a:lnTo>
                  <a:lnTo>
                    <a:pt x="319405" y="128270"/>
                  </a:lnTo>
                  <a:lnTo>
                    <a:pt x="329044" y="103886"/>
                  </a:lnTo>
                  <a:lnTo>
                    <a:pt x="337019" y="78422"/>
                  </a:lnTo>
                  <a:lnTo>
                    <a:pt x="343331" y="52019"/>
                  </a:lnTo>
                  <a:lnTo>
                    <a:pt x="347980" y="24765"/>
                  </a:lnTo>
                  <a:lnTo>
                    <a:pt x="238760" y="7620"/>
                  </a:lnTo>
                  <a:lnTo>
                    <a:pt x="227736" y="59029"/>
                  </a:lnTo>
                  <a:lnTo>
                    <a:pt x="210007" y="105270"/>
                  </a:lnTo>
                  <a:lnTo>
                    <a:pt x="186436" y="145834"/>
                  </a:lnTo>
                  <a:lnTo>
                    <a:pt x="157873" y="180187"/>
                  </a:lnTo>
                  <a:lnTo>
                    <a:pt x="125171" y="207810"/>
                  </a:lnTo>
                  <a:lnTo>
                    <a:pt x="89179" y="228193"/>
                  </a:lnTo>
                  <a:lnTo>
                    <a:pt x="50774" y="240792"/>
                  </a:lnTo>
                  <a:lnTo>
                    <a:pt x="10795" y="245110"/>
                  </a:lnTo>
                  <a:lnTo>
                    <a:pt x="10795" y="346710"/>
                  </a:lnTo>
                  <a:lnTo>
                    <a:pt x="61645" y="342569"/>
                  </a:lnTo>
                  <a:lnTo>
                    <a:pt x="110324" y="330466"/>
                  </a:lnTo>
                  <a:lnTo>
                    <a:pt x="156210" y="310921"/>
                  </a:lnTo>
                  <a:lnTo>
                    <a:pt x="198704" y="284441"/>
                  </a:lnTo>
                  <a:lnTo>
                    <a:pt x="237210" y="251536"/>
                  </a:lnTo>
                  <a:lnTo>
                    <a:pt x="271145" y="212725"/>
                  </a:lnTo>
                  <a:lnTo>
                    <a:pt x="493395" y="349250"/>
                  </a:lnTo>
                  <a:lnTo>
                    <a:pt x="548640" y="261620"/>
                  </a:lnTo>
                  <a:close/>
                </a:path>
                <a:path w="10092690" h="560070">
                  <a:moveTo>
                    <a:pt x="974090" y="403860"/>
                  </a:moveTo>
                  <a:lnTo>
                    <a:pt x="945464" y="414362"/>
                  </a:lnTo>
                  <a:lnTo>
                    <a:pt x="910831" y="422592"/>
                  </a:lnTo>
                  <a:lnTo>
                    <a:pt x="872731" y="427977"/>
                  </a:lnTo>
                  <a:lnTo>
                    <a:pt x="833755" y="429895"/>
                  </a:lnTo>
                  <a:lnTo>
                    <a:pt x="716280" y="429895"/>
                  </a:lnTo>
                  <a:lnTo>
                    <a:pt x="716280" y="320675"/>
                  </a:lnTo>
                  <a:lnTo>
                    <a:pt x="923925" y="320675"/>
                  </a:lnTo>
                  <a:lnTo>
                    <a:pt x="923925" y="22225"/>
                  </a:lnTo>
                  <a:lnTo>
                    <a:pt x="608330" y="22225"/>
                  </a:lnTo>
                  <a:lnTo>
                    <a:pt x="608330" y="118745"/>
                  </a:lnTo>
                  <a:lnTo>
                    <a:pt x="817245" y="118745"/>
                  </a:lnTo>
                  <a:lnTo>
                    <a:pt x="817245" y="225425"/>
                  </a:lnTo>
                  <a:lnTo>
                    <a:pt x="609600" y="225425"/>
                  </a:lnTo>
                  <a:lnTo>
                    <a:pt x="609600" y="526427"/>
                  </a:lnTo>
                  <a:lnTo>
                    <a:pt x="829310" y="526427"/>
                  </a:lnTo>
                  <a:lnTo>
                    <a:pt x="870051" y="524675"/>
                  </a:lnTo>
                  <a:lnTo>
                    <a:pt x="909561" y="519595"/>
                  </a:lnTo>
                  <a:lnTo>
                    <a:pt x="945121" y="511416"/>
                  </a:lnTo>
                  <a:lnTo>
                    <a:pt x="974090" y="500392"/>
                  </a:lnTo>
                  <a:lnTo>
                    <a:pt x="974090" y="429895"/>
                  </a:lnTo>
                  <a:lnTo>
                    <a:pt x="974090" y="403860"/>
                  </a:lnTo>
                  <a:close/>
                </a:path>
                <a:path w="10092690" h="560070">
                  <a:moveTo>
                    <a:pt x="1109980" y="9525"/>
                  </a:moveTo>
                  <a:lnTo>
                    <a:pt x="1002665" y="9525"/>
                  </a:lnTo>
                  <a:lnTo>
                    <a:pt x="1002665" y="551827"/>
                  </a:lnTo>
                  <a:lnTo>
                    <a:pt x="1109980" y="551827"/>
                  </a:lnTo>
                  <a:lnTo>
                    <a:pt x="1109980" y="9525"/>
                  </a:lnTo>
                  <a:close/>
                </a:path>
                <a:path w="10092690" h="560070">
                  <a:moveTo>
                    <a:pt x="1678190" y="172720"/>
                  </a:moveTo>
                  <a:lnTo>
                    <a:pt x="1672336" y="126733"/>
                  </a:lnTo>
                  <a:lnTo>
                    <a:pt x="1655495" y="87122"/>
                  </a:lnTo>
                  <a:lnTo>
                    <a:pt x="1628736" y="54775"/>
                  </a:lnTo>
                  <a:lnTo>
                    <a:pt x="1593151" y="30581"/>
                  </a:lnTo>
                  <a:lnTo>
                    <a:pt x="1571510" y="23025"/>
                  </a:lnTo>
                  <a:lnTo>
                    <a:pt x="1571510" y="172720"/>
                  </a:lnTo>
                  <a:lnTo>
                    <a:pt x="1566100" y="203962"/>
                  </a:lnTo>
                  <a:lnTo>
                    <a:pt x="1551114" y="226860"/>
                  </a:lnTo>
                  <a:lnTo>
                    <a:pt x="1528381" y="240944"/>
                  </a:lnTo>
                  <a:lnTo>
                    <a:pt x="1499755" y="245745"/>
                  </a:lnTo>
                  <a:lnTo>
                    <a:pt x="1471129" y="240944"/>
                  </a:lnTo>
                  <a:lnTo>
                    <a:pt x="1448396" y="226860"/>
                  </a:lnTo>
                  <a:lnTo>
                    <a:pt x="1433410" y="203962"/>
                  </a:lnTo>
                  <a:lnTo>
                    <a:pt x="1428000" y="172720"/>
                  </a:lnTo>
                  <a:lnTo>
                    <a:pt x="1433410" y="141490"/>
                  </a:lnTo>
                  <a:lnTo>
                    <a:pt x="1448396" y="118592"/>
                  </a:lnTo>
                  <a:lnTo>
                    <a:pt x="1471129" y="104495"/>
                  </a:lnTo>
                  <a:lnTo>
                    <a:pt x="1499755" y="99695"/>
                  </a:lnTo>
                  <a:lnTo>
                    <a:pt x="1528381" y="104495"/>
                  </a:lnTo>
                  <a:lnTo>
                    <a:pt x="1551114" y="118592"/>
                  </a:lnTo>
                  <a:lnTo>
                    <a:pt x="1566100" y="141490"/>
                  </a:lnTo>
                  <a:lnTo>
                    <a:pt x="1571510" y="172720"/>
                  </a:lnTo>
                  <a:lnTo>
                    <a:pt x="1571510" y="23025"/>
                  </a:lnTo>
                  <a:lnTo>
                    <a:pt x="1549793" y="15417"/>
                  </a:lnTo>
                  <a:lnTo>
                    <a:pt x="1499755" y="10160"/>
                  </a:lnTo>
                  <a:lnTo>
                    <a:pt x="1449717" y="15417"/>
                  </a:lnTo>
                  <a:lnTo>
                    <a:pt x="1406359" y="30581"/>
                  </a:lnTo>
                  <a:lnTo>
                    <a:pt x="1370774" y="54775"/>
                  </a:lnTo>
                  <a:lnTo>
                    <a:pt x="1344015" y="87122"/>
                  </a:lnTo>
                  <a:lnTo>
                    <a:pt x="1327175" y="126733"/>
                  </a:lnTo>
                  <a:lnTo>
                    <a:pt x="1321320" y="172720"/>
                  </a:lnTo>
                  <a:lnTo>
                    <a:pt x="1327175" y="218948"/>
                  </a:lnTo>
                  <a:lnTo>
                    <a:pt x="1344015" y="258610"/>
                  </a:lnTo>
                  <a:lnTo>
                    <a:pt x="1370774" y="290918"/>
                  </a:lnTo>
                  <a:lnTo>
                    <a:pt x="1406359" y="315010"/>
                  </a:lnTo>
                  <a:lnTo>
                    <a:pt x="1449717" y="330073"/>
                  </a:lnTo>
                  <a:lnTo>
                    <a:pt x="1499755" y="335280"/>
                  </a:lnTo>
                  <a:lnTo>
                    <a:pt x="1549793" y="330073"/>
                  </a:lnTo>
                  <a:lnTo>
                    <a:pt x="1593151" y="315010"/>
                  </a:lnTo>
                  <a:lnTo>
                    <a:pt x="1628736" y="290918"/>
                  </a:lnTo>
                  <a:lnTo>
                    <a:pt x="1655495" y="258610"/>
                  </a:lnTo>
                  <a:lnTo>
                    <a:pt x="1660956" y="245745"/>
                  </a:lnTo>
                  <a:lnTo>
                    <a:pt x="1672336" y="218948"/>
                  </a:lnTo>
                  <a:lnTo>
                    <a:pt x="1678190" y="172720"/>
                  </a:lnTo>
                  <a:close/>
                </a:path>
                <a:path w="10092690" h="560070">
                  <a:moveTo>
                    <a:pt x="1847735" y="9525"/>
                  </a:moveTo>
                  <a:lnTo>
                    <a:pt x="1740420" y="9525"/>
                  </a:lnTo>
                  <a:lnTo>
                    <a:pt x="1740420" y="410845"/>
                  </a:lnTo>
                  <a:lnTo>
                    <a:pt x="1847735" y="410845"/>
                  </a:lnTo>
                  <a:lnTo>
                    <a:pt x="1847735" y="9525"/>
                  </a:lnTo>
                  <a:close/>
                </a:path>
                <a:path w="10092690" h="560070">
                  <a:moveTo>
                    <a:pt x="1855355" y="455295"/>
                  </a:moveTo>
                  <a:lnTo>
                    <a:pt x="1478165" y="455295"/>
                  </a:lnTo>
                  <a:lnTo>
                    <a:pt x="1478165" y="361950"/>
                  </a:lnTo>
                  <a:lnTo>
                    <a:pt x="1368945" y="361950"/>
                  </a:lnTo>
                  <a:lnTo>
                    <a:pt x="1368945" y="551827"/>
                  </a:lnTo>
                  <a:lnTo>
                    <a:pt x="1855355" y="551827"/>
                  </a:lnTo>
                  <a:lnTo>
                    <a:pt x="1855355" y="455295"/>
                  </a:lnTo>
                  <a:close/>
                </a:path>
                <a:path w="10092690" h="560070">
                  <a:moveTo>
                    <a:pt x="2303030" y="240030"/>
                  </a:moveTo>
                  <a:lnTo>
                    <a:pt x="2271865" y="219075"/>
                  </a:lnTo>
                  <a:lnTo>
                    <a:pt x="2149995" y="137160"/>
                  </a:lnTo>
                  <a:lnTo>
                    <a:pt x="2159266" y="108610"/>
                  </a:lnTo>
                  <a:lnTo>
                    <a:pt x="2166035" y="79222"/>
                  </a:lnTo>
                  <a:lnTo>
                    <a:pt x="2170176" y="49123"/>
                  </a:lnTo>
                  <a:lnTo>
                    <a:pt x="2171585" y="18415"/>
                  </a:lnTo>
                  <a:lnTo>
                    <a:pt x="2063635" y="12065"/>
                  </a:lnTo>
                  <a:lnTo>
                    <a:pt x="2057971" y="67348"/>
                  </a:lnTo>
                  <a:lnTo>
                    <a:pt x="2043480" y="116662"/>
                  </a:lnTo>
                  <a:lnTo>
                    <a:pt x="2021090" y="158597"/>
                  </a:lnTo>
                  <a:lnTo>
                    <a:pt x="1991715" y="191757"/>
                  </a:lnTo>
                  <a:lnTo>
                    <a:pt x="1956282" y="214706"/>
                  </a:lnTo>
                  <a:lnTo>
                    <a:pt x="1915680" y="226060"/>
                  </a:lnTo>
                  <a:lnTo>
                    <a:pt x="1915680" y="324485"/>
                  </a:lnTo>
                  <a:lnTo>
                    <a:pt x="1960473" y="317855"/>
                  </a:lnTo>
                  <a:lnTo>
                    <a:pt x="2002320" y="303110"/>
                  </a:lnTo>
                  <a:lnTo>
                    <a:pt x="2040686" y="281152"/>
                  </a:lnTo>
                  <a:lnTo>
                    <a:pt x="2075053" y="252844"/>
                  </a:lnTo>
                  <a:lnTo>
                    <a:pt x="2104910" y="219075"/>
                  </a:lnTo>
                  <a:lnTo>
                    <a:pt x="2243340" y="315595"/>
                  </a:lnTo>
                  <a:lnTo>
                    <a:pt x="2303030" y="240030"/>
                  </a:lnTo>
                  <a:close/>
                </a:path>
                <a:path w="10092690" h="560070">
                  <a:moveTo>
                    <a:pt x="2433205" y="351155"/>
                  </a:moveTo>
                  <a:lnTo>
                    <a:pt x="1945525" y="351155"/>
                  </a:lnTo>
                  <a:lnTo>
                    <a:pt x="1945525" y="443230"/>
                  </a:lnTo>
                  <a:lnTo>
                    <a:pt x="2323985" y="443230"/>
                  </a:lnTo>
                  <a:lnTo>
                    <a:pt x="2323985" y="558177"/>
                  </a:lnTo>
                  <a:lnTo>
                    <a:pt x="2433205" y="558177"/>
                  </a:lnTo>
                  <a:lnTo>
                    <a:pt x="2433205" y="351155"/>
                  </a:lnTo>
                  <a:close/>
                </a:path>
                <a:path w="10092690" h="560070">
                  <a:moveTo>
                    <a:pt x="2433205" y="9525"/>
                  </a:moveTo>
                  <a:lnTo>
                    <a:pt x="2325890" y="9525"/>
                  </a:lnTo>
                  <a:lnTo>
                    <a:pt x="2325890" y="332105"/>
                  </a:lnTo>
                  <a:lnTo>
                    <a:pt x="2433205" y="332105"/>
                  </a:lnTo>
                  <a:lnTo>
                    <a:pt x="2433205" y="9525"/>
                  </a:lnTo>
                  <a:close/>
                </a:path>
                <a:path w="10092690" h="560070">
                  <a:moveTo>
                    <a:pt x="3014878" y="102870"/>
                  </a:moveTo>
                  <a:lnTo>
                    <a:pt x="3008579" y="77470"/>
                  </a:lnTo>
                  <a:lnTo>
                    <a:pt x="3006496" y="69062"/>
                  </a:lnTo>
                  <a:lnTo>
                    <a:pt x="2982607" y="42786"/>
                  </a:lnTo>
                  <a:lnTo>
                    <a:pt x="2945028" y="23418"/>
                  </a:lnTo>
                  <a:lnTo>
                    <a:pt x="2901213" y="11849"/>
                  </a:lnTo>
                  <a:lnTo>
                    <a:pt x="2901213" y="102870"/>
                  </a:lnTo>
                  <a:lnTo>
                    <a:pt x="2891815" y="114617"/>
                  </a:lnTo>
                  <a:lnTo>
                    <a:pt x="2865094" y="122478"/>
                  </a:lnTo>
                  <a:lnTo>
                    <a:pt x="2823248" y="126898"/>
                  </a:lnTo>
                  <a:lnTo>
                    <a:pt x="2768498" y="128270"/>
                  </a:lnTo>
                  <a:lnTo>
                    <a:pt x="2713736" y="126898"/>
                  </a:lnTo>
                  <a:lnTo>
                    <a:pt x="2671889" y="122478"/>
                  </a:lnTo>
                  <a:lnTo>
                    <a:pt x="2645168" y="114617"/>
                  </a:lnTo>
                  <a:lnTo>
                    <a:pt x="2635783" y="102870"/>
                  </a:lnTo>
                  <a:lnTo>
                    <a:pt x="2645168" y="91401"/>
                  </a:lnTo>
                  <a:lnTo>
                    <a:pt x="2671889" y="83502"/>
                  </a:lnTo>
                  <a:lnTo>
                    <a:pt x="2713736" y="78943"/>
                  </a:lnTo>
                  <a:lnTo>
                    <a:pt x="2768498" y="77470"/>
                  </a:lnTo>
                  <a:lnTo>
                    <a:pt x="2823248" y="78943"/>
                  </a:lnTo>
                  <a:lnTo>
                    <a:pt x="2865094" y="83502"/>
                  </a:lnTo>
                  <a:lnTo>
                    <a:pt x="2891815" y="91401"/>
                  </a:lnTo>
                  <a:lnTo>
                    <a:pt x="2901213" y="102870"/>
                  </a:lnTo>
                  <a:lnTo>
                    <a:pt x="2901213" y="11849"/>
                  </a:lnTo>
                  <a:lnTo>
                    <a:pt x="2895587" y="10350"/>
                  </a:lnTo>
                  <a:lnTo>
                    <a:pt x="2836138" y="2959"/>
                  </a:lnTo>
                  <a:lnTo>
                    <a:pt x="2768498" y="635"/>
                  </a:lnTo>
                  <a:lnTo>
                    <a:pt x="2700858" y="2959"/>
                  </a:lnTo>
                  <a:lnTo>
                    <a:pt x="2641396" y="10350"/>
                  </a:lnTo>
                  <a:lnTo>
                    <a:pt x="2591968" y="23418"/>
                  </a:lnTo>
                  <a:lnTo>
                    <a:pt x="2554376" y="42786"/>
                  </a:lnTo>
                  <a:lnTo>
                    <a:pt x="2522118" y="102870"/>
                  </a:lnTo>
                  <a:lnTo>
                    <a:pt x="2530487" y="136690"/>
                  </a:lnTo>
                  <a:lnTo>
                    <a:pt x="2591968" y="182333"/>
                  </a:lnTo>
                  <a:lnTo>
                    <a:pt x="2641396" y="195402"/>
                  </a:lnTo>
                  <a:lnTo>
                    <a:pt x="2700858" y="202780"/>
                  </a:lnTo>
                  <a:lnTo>
                    <a:pt x="2768498" y="205105"/>
                  </a:lnTo>
                  <a:lnTo>
                    <a:pt x="2836138" y="202780"/>
                  </a:lnTo>
                  <a:lnTo>
                    <a:pt x="2895587" y="195402"/>
                  </a:lnTo>
                  <a:lnTo>
                    <a:pt x="2945028" y="182333"/>
                  </a:lnTo>
                  <a:lnTo>
                    <a:pt x="2982607" y="162966"/>
                  </a:lnTo>
                  <a:lnTo>
                    <a:pt x="3008579" y="128270"/>
                  </a:lnTo>
                  <a:lnTo>
                    <a:pt x="3014878" y="102870"/>
                  </a:lnTo>
                  <a:close/>
                </a:path>
                <a:path w="10092690" h="560070">
                  <a:moveTo>
                    <a:pt x="3016783" y="481977"/>
                  </a:moveTo>
                  <a:lnTo>
                    <a:pt x="2631338" y="481977"/>
                  </a:lnTo>
                  <a:lnTo>
                    <a:pt x="2631338" y="463550"/>
                  </a:lnTo>
                  <a:lnTo>
                    <a:pt x="3011068" y="463550"/>
                  </a:lnTo>
                  <a:lnTo>
                    <a:pt x="3011068" y="321945"/>
                  </a:lnTo>
                  <a:lnTo>
                    <a:pt x="2525293" y="321945"/>
                  </a:lnTo>
                  <a:lnTo>
                    <a:pt x="2525293" y="389255"/>
                  </a:lnTo>
                  <a:lnTo>
                    <a:pt x="2906293" y="389255"/>
                  </a:lnTo>
                  <a:lnTo>
                    <a:pt x="2906293" y="407670"/>
                  </a:lnTo>
                  <a:lnTo>
                    <a:pt x="2526563" y="407670"/>
                  </a:lnTo>
                  <a:lnTo>
                    <a:pt x="2526563" y="551827"/>
                  </a:lnTo>
                  <a:lnTo>
                    <a:pt x="3016783" y="551827"/>
                  </a:lnTo>
                  <a:lnTo>
                    <a:pt x="3016783" y="481977"/>
                  </a:lnTo>
                  <a:close/>
                </a:path>
                <a:path w="10092690" h="560070">
                  <a:moveTo>
                    <a:pt x="3042818" y="222885"/>
                  </a:moveTo>
                  <a:lnTo>
                    <a:pt x="2494165" y="222885"/>
                  </a:lnTo>
                  <a:lnTo>
                    <a:pt x="2494165" y="300990"/>
                  </a:lnTo>
                  <a:lnTo>
                    <a:pt x="3042818" y="300990"/>
                  </a:lnTo>
                  <a:lnTo>
                    <a:pt x="3042818" y="222885"/>
                  </a:lnTo>
                  <a:close/>
                </a:path>
                <a:path w="10092690" h="560070">
                  <a:moveTo>
                    <a:pt x="3754628" y="462280"/>
                  </a:moveTo>
                  <a:lnTo>
                    <a:pt x="3748582" y="439420"/>
                  </a:lnTo>
                  <a:lnTo>
                    <a:pt x="3746373" y="431050"/>
                  </a:lnTo>
                  <a:lnTo>
                    <a:pt x="3722713" y="406336"/>
                  </a:lnTo>
                  <a:lnTo>
                    <a:pt x="3685248" y="387756"/>
                  </a:lnTo>
                  <a:lnTo>
                    <a:pt x="3640963" y="376326"/>
                  </a:lnTo>
                  <a:lnTo>
                    <a:pt x="3640963" y="462280"/>
                  </a:lnTo>
                  <a:lnTo>
                    <a:pt x="3631082" y="472821"/>
                  </a:lnTo>
                  <a:lnTo>
                    <a:pt x="3603409" y="479907"/>
                  </a:lnTo>
                  <a:lnTo>
                    <a:pt x="3560864" y="483895"/>
                  </a:lnTo>
                  <a:lnTo>
                    <a:pt x="3506343" y="485152"/>
                  </a:lnTo>
                  <a:lnTo>
                    <a:pt x="3451822" y="483895"/>
                  </a:lnTo>
                  <a:lnTo>
                    <a:pt x="3409264" y="479907"/>
                  </a:lnTo>
                  <a:lnTo>
                    <a:pt x="3381591" y="472821"/>
                  </a:lnTo>
                  <a:lnTo>
                    <a:pt x="3371723" y="462280"/>
                  </a:lnTo>
                  <a:lnTo>
                    <a:pt x="3381591" y="452018"/>
                  </a:lnTo>
                  <a:lnTo>
                    <a:pt x="3409264" y="444906"/>
                  </a:lnTo>
                  <a:lnTo>
                    <a:pt x="3451822" y="440766"/>
                  </a:lnTo>
                  <a:lnTo>
                    <a:pt x="3506343" y="439420"/>
                  </a:lnTo>
                  <a:lnTo>
                    <a:pt x="3560864" y="440766"/>
                  </a:lnTo>
                  <a:lnTo>
                    <a:pt x="3603409" y="444906"/>
                  </a:lnTo>
                  <a:lnTo>
                    <a:pt x="3631082" y="452018"/>
                  </a:lnTo>
                  <a:lnTo>
                    <a:pt x="3640963" y="462280"/>
                  </a:lnTo>
                  <a:lnTo>
                    <a:pt x="3640963" y="376326"/>
                  </a:lnTo>
                  <a:lnTo>
                    <a:pt x="3635616" y="374942"/>
                  </a:lnTo>
                  <a:lnTo>
                    <a:pt x="3575443" y="367525"/>
                  </a:lnTo>
                  <a:lnTo>
                    <a:pt x="3506343" y="365125"/>
                  </a:lnTo>
                  <a:lnTo>
                    <a:pt x="3437229" y="367525"/>
                  </a:lnTo>
                  <a:lnTo>
                    <a:pt x="3377057" y="374942"/>
                  </a:lnTo>
                  <a:lnTo>
                    <a:pt x="3327425" y="387756"/>
                  </a:lnTo>
                  <a:lnTo>
                    <a:pt x="3289973" y="406336"/>
                  </a:lnTo>
                  <a:lnTo>
                    <a:pt x="3258058" y="462280"/>
                  </a:lnTo>
                  <a:lnTo>
                    <a:pt x="3266300" y="493522"/>
                  </a:lnTo>
                  <a:lnTo>
                    <a:pt x="3327425" y="536816"/>
                  </a:lnTo>
                  <a:lnTo>
                    <a:pt x="3377057" y="549630"/>
                  </a:lnTo>
                  <a:lnTo>
                    <a:pt x="3437229" y="557047"/>
                  </a:lnTo>
                  <a:lnTo>
                    <a:pt x="3506343" y="559447"/>
                  </a:lnTo>
                  <a:lnTo>
                    <a:pt x="3575443" y="557047"/>
                  </a:lnTo>
                  <a:lnTo>
                    <a:pt x="3635616" y="549630"/>
                  </a:lnTo>
                  <a:lnTo>
                    <a:pt x="3685248" y="536816"/>
                  </a:lnTo>
                  <a:lnTo>
                    <a:pt x="3722713" y="518236"/>
                  </a:lnTo>
                  <a:lnTo>
                    <a:pt x="3748582" y="485152"/>
                  </a:lnTo>
                  <a:lnTo>
                    <a:pt x="3754628" y="462280"/>
                  </a:lnTo>
                  <a:close/>
                </a:path>
                <a:path w="10092690" h="560070">
                  <a:moveTo>
                    <a:pt x="3780663" y="271780"/>
                  </a:moveTo>
                  <a:lnTo>
                    <a:pt x="3559683" y="271780"/>
                  </a:lnTo>
                  <a:lnTo>
                    <a:pt x="3559683" y="248285"/>
                  </a:lnTo>
                  <a:lnTo>
                    <a:pt x="3753993" y="248285"/>
                  </a:lnTo>
                  <a:lnTo>
                    <a:pt x="3753993" y="182245"/>
                  </a:lnTo>
                  <a:lnTo>
                    <a:pt x="3371723" y="182245"/>
                  </a:lnTo>
                  <a:lnTo>
                    <a:pt x="3371723" y="160020"/>
                  </a:lnTo>
                  <a:lnTo>
                    <a:pt x="3738753" y="160020"/>
                  </a:lnTo>
                  <a:lnTo>
                    <a:pt x="3738753" y="99060"/>
                  </a:lnTo>
                  <a:lnTo>
                    <a:pt x="3371723" y="99060"/>
                  </a:lnTo>
                  <a:lnTo>
                    <a:pt x="3371723" y="76200"/>
                  </a:lnTo>
                  <a:lnTo>
                    <a:pt x="3747643" y="76200"/>
                  </a:lnTo>
                  <a:lnTo>
                    <a:pt x="3747643" y="9525"/>
                  </a:lnTo>
                  <a:lnTo>
                    <a:pt x="3265678" y="9525"/>
                  </a:lnTo>
                  <a:lnTo>
                    <a:pt x="3265678" y="248285"/>
                  </a:lnTo>
                  <a:lnTo>
                    <a:pt x="3453003" y="248285"/>
                  </a:lnTo>
                  <a:lnTo>
                    <a:pt x="3453003" y="271780"/>
                  </a:lnTo>
                  <a:lnTo>
                    <a:pt x="3232023" y="271780"/>
                  </a:lnTo>
                  <a:lnTo>
                    <a:pt x="3232023" y="349885"/>
                  </a:lnTo>
                  <a:lnTo>
                    <a:pt x="3780663" y="349885"/>
                  </a:lnTo>
                  <a:lnTo>
                    <a:pt x="3780663" y="271780"/>
                  </a:lnTo>
                  <a:close/>
                </a:path>
                <a:path w="10092690" h="560070">
                  <a:moveTo>
                    <a:pt x="4164203" y="257175"/>
                  </a:moveTo>
                  <a:lnTo>
                    <a:pt x="4155554" y="217271"/>
                  </a:lnTo>
                  <a:lnTo>
                    <a:pt x="4131602" y="186016"/>
                  </a:lnTo>
                  <a:lnTo>
                    <a:pt x="4095343" y="163550"/>
                  </a:lnTo>
                  <a:lnTo>
                    <a:pt x="4061968" y="153619"/>
                  </a:lnTo>
                  <a:lnTo>
                    <a:pt x="4061968" y="257175"/>
                  </a:lnTo>
                  <a:lnTo>
                    <a:pt x="4057396" y="270573"/>
                  </a:lnTo>
                  <a:lnTo>
                    <a:pt x="4044429" y="281470"/>
                  </a:lnTo>
                  <a:lnTo>
                    <a:pt x="4024198" y="288785"/>
                  </a:lnTo>
                  <a:lnTo>
                    <a:pt x="3997833" y="291465"/>
                  </a:lnTo>
                  <a:lnTo>
                    <a:pt x="3971467" y="288785"/>
                  </a:lnTo>
                  <a:lnTo>
                    <a:pt x="3951236" y="281470"/>
                  </a:lnTo>
                  <a:lnTo>
                    <a:pt x="3938270" y="270573"/>
                  </a:lnTo>
                  <a:lnTo>
                    <a:pt x="3933698" y="257175"/>
                  </a:lnTo>
                  <a:lnTo>
                    <a:pt x="3938270" y="243789"/>
                  </a:lnTo>
                  <a:lnTo>
                    <a:pt x="3951236" y="232892"/>
                  </a:lnTo>
                  <a:lnTo>
                    <a:pt x="3971467" y="225564"/>
                  </a:lnTo>
                  <a:lnTo>
                    <a:pt x="3997833" y="222885"/>
                  </a:lnTo>
                  <a:lnTo>
                    <a:pt x="4024198" y="225564"/>
                  </a:lnTo>
                  <a:lnTo>
                    <a:pt x="4044429" y="232892"/>
                  </a:lnTo>
                  <a:lnTo>
                    <a:pt x="4057396" y="243789"/>
                  </a:lnTo>
                  <a:lnTo>
                    <a:pt x="4061968" y="257175"/>
                  </a:lnTo>
                  <a:lnTo>
                    <a:pt x="4061968" y="153619"/>
                  </a:lnTo>
                  <a:lnTo>
                    <a:pt x="4049763" y="149974"/>
                  </a:lnTo>
                  <a:lnTo>
                    <a:pt x="3997833" y="145415"/>
                  </a:lnTo>
                  <a:lnTo>
                    <a:pt x="3945902" y="149974"/>
                  </a:lnTo>
                  <a:lnTo>
                    <a:pt x="3900309" y="163550"/>
                  </a:lnTo>
                  <a:lnTo>
                    <a:pt x="3864051" y="186016"/>
                  </a:lnTo>
                  <a:lnTo>
                    <a:pt x="3840111" y="217271"/>
                  </a:lnTo>
                  <a:lnTo>
                    <a:pt x="3831463" y="257175"/>
                  </a:lnTo>
                  <a:lnTo>
                    <a:pt x="3840111" y="297091"/>
                  </a:lnTo>
                  <a:lnTo>
                    <a:pt x="3864051" y="328345"/>
                  </a:lnTo>
                  <a:lnTo>
                    <a:pt x="3900309" y="350812"/>
                  </a:lnTo>
                  <a:lnTo>
                    <a:pt x="3945902" y="364388"/>
                  </a:lnTo>
                  <a:lnTo>
                    <a:pt x="3997833" y="368935"/>
                  </a:lnTo>
                  <a:lnTo>
                    <a:pt x="4049763" y="364388"/>
                  </a:lnTo>
                  <a:lnTo>
                    <a:pt x="4095343" y="350812"/>
                  </a:lnTo>
                  <a:lnTo>
                    <a:pt x="4131602" y="328345"/>
                  </a:lnTo>
                  <a:lnTo>
                    <a:pt x="4155554" y="297091"/>
                  </a:lnTo>
                  <a:lnTo>
                    <a:pt x="4156773" y="291465"/>
                  </a:lnTo>
                  <a:lnTo>
                    <a:pt x="4164203" y="257175"/>
                  </a:lnTo>
                  <a:close/>
                </a:path>
                <a:path w="10092690" h="560070">
                  <a:moveTo>
                    <a:pt x="4183253" y="46355"/>
                  </a:moveTo>
                  <a:lnTo>
                    <a:pt x="4052443" y="46355"/>
                  </a:lnTo>
                  <a:lnTo>
                    <a:pt x="4052443" y="0"/>
                  </a:lnTo>
                  <a:lnTo>
                    <a:pt x="3943223" y="0"/>
                  </a:lnTo>
                  <a:lnTo>
                    <a:pt x="3943223" y="46355"/>
                  </a:lnTo>
                  <a:lnTo>
                    <a:pt x="3812413" y="46355"/>
                  </a:lnTo>
                  <a:lnTo>
                    <a:pt x="3812413" y="130175"/>
                  </a:lnTo>
                  <a:lnTo>
                    <a:pt x="4183253" y="130175"/>
                  </a:lnTo>
                  <a:lnTo>
                    <a:pt x="4183253" y="46355"/>
                  </a:lnTo>
                  <a:close/>
                </a:path>
                <a:path w="10092690" h="560070">
                  <a:moveTo>
                    <a:pt x="4334383" y="458470"/>
                  </a:moveTo>
                  <a:lnTo>
                    <a:pt x="3957193" y="458470"/>
                  </a:lnTo>
                  <a:lnTo>
                    <a:pt x="3957193" y="384810"/>
                  </a:lnTo>
                  <a:lnTo>
                    <a:pt x="3847973" y="384810"/>
                  </a:lnTo>
                  <a:lnTo>
                    <a:pt x="3847973" y="551827"/>
                  </a:lnTo>
                  <a:lnTo>
                    <a:pt x="4334383" y="551827"/>
                  </a:lnTo>
                  <a:lnTo>
                    <a:pt x="4334383" y="458470"/>
                  </a:lnTo>
                  <a:close/>
                </a:path>
                <a:path w="10092690" h="560070">
                  <a:moveTo>
                    <a:pt x="4390263" y="135255"/>
                  </a:moveTo>
                  <a:lnTo>
                    <a:pt x="4326763" y="135255"/>
                  </a:lnTo>
                  <a:lnTo>
                    <a:pt x="4326763" y="9525"/>
                  </a:lnTo>
                  <a:lnTo>
                    <a:pt x="4219448" y="9525"/>
                  </a:lnTo>
                  <a:lnTo>
                    <a:pt x="4219448" y="414020"/>
                  </a:lnTo>
                  <a:lnTo>
                    <a:pt x="4326763" y="414020"/>
                  </a:lnTo>
                  <a:lnTo>
                    <a:pt x="4326763" y="239395"/>
                  </a:lnTo>
                  <a:lnTo>
                    <a:pt x="4390263" y="239395"/>
                  </a:lnTo>
                  <a:lnTo>
                    <a:pt x="4390263" y="135255"/>
                  </a:lnTo>
                  <a:close/>
                </a:path>
                <a:path w="10092690" h="560070">
                  <a:moveTo>
                    <a:pt x="4888065" y="15875"/>
                  </a:moveTo>
                  <a:lnTo>
                    <a:pt x="4568025" y="15875"/>
                  </a:lnTo>
                  <a:lnTo>
                    <a:pt x="4568025" y="104775"/>
                  </a:lnTo>
                  <a:lnTo>
                    <a:pt x="4778845" y="104775"/>
                  </a:lnTo>
                  <a:lnTo>
                    <a:pt x="4778845" y="113030"/>
                  </a:lnTo>
                  <a:lnTo>
                    <a:pt x="4741215" y="171602"/>
                  </a:lnTo>
                  <a:lnTo>
                    <a:pt x="4697095" y="191668"/>
                  </a:lnTo>
                  <a:lnTo>
                    <a:pt x="4638713" y="204571"/>
                  </a:lnTo>
                  <a:lnTo>
                    <a:pt x="4568025" y="209550"/>
                  </a:lnTo>
                  <a:lnTo>
                    <a:pt x="4568025" y="300355"/>
                  </a:lnTo>
                  <a:lnTo>
                    <a:pt x="4621885" y="298488"/>
                  </a:lnTo>
                  <a:lnTo>
                    <a:pt x="4672266" y="292760"/>
                  </a:lnTo>
                  <a:lnTo>
                    <a:pt x="4718647" y="283032"/>
                  </a:lnTo>
                  <a:lnTo>
                    <a:pt x="4760506" y="269125"/>
                  </a:lnTo>
                  <a:lnTo>
                    <a:pt x="4797336" y="250913"/>
                  </a:lnTo>
                  <a:lnTo>
                    <a:pt x="4828629" y="228219"/>
                  </a:lnTo>
                  <a:lnTo>
                    <a:pt x="4872520" y="168770"/>
                  </a:lnTo>
                  <a:lnTo>
                    <a:pt x="4884090" y="131699"/>
                  </a:lnTo>
                  <a:lnTo>
                    <a:pt x="4888065" y="89535"/>
                  </a:lnTo>
                  <a:lnTo>
                    <a:pt x="4888065" y="15875"/>
                  </a:lnTo>
                  <a:close/>
                </a:path>
                <a:path w="10092690" h="560070">
                  <a:moveTo>
                    <a:pt x="5082375" y="9525"/>
                  </a:moveTo>
                  <a:lnTo>
                    <a:pt x="4976330" y="9525"/>
                  </a:lnTo>
                  <a:lnTo>
                    <a:pt x="4976330" y="52070"/>
                  </a:lnTo>
                  <a:lnTo>
                    <a:pt x="4913465" y="52070"/>
                  </a:lnTo>
                  <a:lnTo>
                    <a:pt x="4913465" y="143510"/>
                  </a:lnTo>
                  <a:lnTo>
                    <a:pt x="4976330" y="143510"/>
                  </a:lnTo>
                  <a:lnTo>
                    <a:pt x="4976330" y="179070"/>
                  </a:lnTo>
                  <a:lnTo>
                    <a:pt x="4892510" y="179070"/>
                  </a:lnTo>
                  <a:lnTo>
                    <a:pt x="4892510" y="270510"/>
                  </a:lnTo>
                  <a:lnTo>
                    <a:pt x="4976330" y="270510"/>
                  </a:lnTo>
                  <a:lnTo>
                    <a:pt x="4976330" y="307975"/>
                  </a:lnTo>
                  <a:lnTo>
                    <a:pt x="5082375" y="307975"/>
                  </a:lnTo>
                  <a:lnTo>
                    <a:pt x="5082375" y="9525"/>
                  </a:lnTo>
                  <a:close/>
                </a:path>
                <a:path w="10092690" h="560070">
                  <a:moveTo>
                    <a:pt x="5087455" y="436880"/>
                  </a:moveTo>
                  <a:lnTo>
                    <a:pt x="5062575" y="373405"/>
                  </a:lnTo>
                  <a:lnTo>
                    <a:pt x="4995392" y="334949"/>
                  </a:lnTo>
                  <a:lnTo>
                    <a:pt x="4971885" y="329285"/>
                  </a:lnTo>
                  <a:lnTo>
                    <a:pt x="4971885" y="436880"/>
                  </a:lnTo>
                  <a:lnTo>
                    <a:pt x="4961521" y="453428"/>
                  </a:lnTo>
                  <a:lnTo>
                    <a:pt x="4933226" y="464426"/>
                  </a:lnTo>
                  <a:lnTo>
                    <a:pt x="4891252" y="470547"/>
                  </a:lnTo>
                  <a:lnTo>
                    <a:pt x="4839805" y="472452"/>
                  </a:lnTo>
                  <a:lnTo>
                    <a:pt x="4788357" y="470547"/>
                  </a:lnTo>
                  <a:lnTo>
                    <a:pt x="4746383" y="464426"/>
                  </a:lnTo>
                  <a:lnTo>
                    <a:pt x="4718101" y="453428"/>
                  </a:lnTo>
                  <a:lnTo>
                    <a:pt x="4707725" y="436880"/>
                  </a:lnTo>
                  <a:lnTo>
                    <a:pt x="4718101" y="420611"/>
                  </a:lnTo>
                  <a:lnTo>
                    <a:pt x="4746383" y="409575"/>
                  </a:lnTo>
                  <a:lnTo>
                    <a:pt x="4788357" y="403313"/>
                  </a:lnTo>
                  <a:lnTo>
                    <a:pt x="4839805" y="401320"/>
                  </a:lnTo>
                  <a:lnTo>
                    <a:pt x="4891252" y="403313"/>
                  </a:lnTo>
                  <a:lnTo>
                    <a:pt x="4933226" y="409575"/>
                  </a:lnTo>
                  <a:lnTo>
                    <a:pt x="4961521" y="420611"/>
                  </a:lnTo>
                  <a:lnTo>
                    <a:pt x="4971885" y="436880"/>
                  </a:lnTo>
                  <a:lnTo>
                    <a:pt x="4971885" y="329285"/>
                  </a:lnTo>
                  <a:lnTo>
                    <a:pt x="4949444" y="323875"/>
                  </a:lnTo>
                  <a:lnTo>
                    <a:pt x="4897107" y="317588"/>
                  </a:lnTo>
                  <a:lnTo>
                    <a:pt x="4839805" y="315595"/>
                  </a:lnTo>
                  <a:lnTo>
                    <a:pt x="4782502" y="317588"/>
                  </a:lnTo>
                  <a:lnTo>
                    <a:pt x="4730166" y="323875"/>
                  </a:lnTo>
                  <a:lnTo>
                    <a:pt x="4684217" y="334949"/>
                  </a:lnTo>
                  <a:lnTo>
                    <a:pt x="4646041" y="351294"/>
                  </a:lnTo>
                  <a:lnTo>
                    <a:pt x="4598606" y="401777"/>
                  </a:lnTo>
                  <a:lnTo>
                    <a:pt x="4592155" y="436880"/>
                  </a:lnTo>
                  <a:lnTo>
                    <a:pt x="4598606" y="471995"/>
                  </a:lnTo>
                  <a:lnTo>
                    <a:pt x="4646041" y="522478"/>
                  </a:lnTo>
                  <a:lnTo>
                    <a:pt x="4684217" y="538822"/>
                  </a:lnTo>
                  <a:lnTo>
                    <a:pt x="4730166" y="549897"/>
                  </a:lnTo>
                  <a:lnTo>
                    <a:pt x="4782502" y="556183"/>
                  </a:lnTo>
                  <a:lnTo>
                    <a:pt x="4839805" y="558177"/>
                  </a:lnTo>
                  <a:lnTo>
                    <a:pt x="4897107" y="556183"/>
                  </a:lnTo>
                  <a:lnTo>
                    <a:pt x="4949444" y="549897"/>
                  </a:lnTo>
                  <a:lnTo>
                    <a:pt x="4995392" y="538822"/>
                  </a:lnTo>
                  <a:lnTo>
                    <a:pt x="5033569" y="522478"/>
                  </a:lnTo>
                  <a:lnTo>
                    <a:pt x="5080711" y="472452"/>
                  </a:lnTo>
                  <a:lnTo>
                    <a:pt x="5081003" y="471995"/>
                  </a:lnTo>
                  <a:lnTo>
                    <a:pt x="5087455" y="436880"/>
                  </a:lnTo>
                  <a:close/>
                </a:path>
                <a:path w="10092690" h="560070">
                  <a:moveTo>
                    <a:pt x="5659590" y="22479"/>
                  </a:moveTo>
                  <a:lnTo>
                    <a:pt x="5169370" y="22479"/>
                  </a:lnTo>
                  <a:lnTo>
                    <a:pt x="5169370" y="121539"/>
                  </a:lnTo>
                  <a:lnTo>
                    <a:pt x="5547830" y="121539"/>
                  </a:lnTo>
                  <a:lnTo>
                    <a:pt x="5547830" y="379349"/>
                  </a:lnTo>
                  <a:lnTo>
                    <a:pt x="5659590" y="379349"/>
                  </a:lnTo>
                  <a:lnTo>
                    <a:pt x="5659590" y="121539"/>
                  </a:lnTo>
                  <a:lnTo>
                    <a:pt x="5659590" y="22479"/>
                  </a:lnTo>
                  <a:close/>
                </a:path>
                <a:path w="10092690" h="560070">
                  <a:moveTo>
                    <a:pt x="5689435" y="432435"/>
                  </a:moveTo>
                  <a:lnTo>
                    <a:pt x="5428450" y="432435"/>
                  </a:lnTo>
                  <a:lnTo>
                    <a:pt x="5428450" y="220345"/>
                  </a:lnTo>
                  <a:lnTo>
                    <a:pt x="5317325" y="220345"/>
                  </a:lnTo>
                  <a:lnTo>
                    <a:pt x="5317325" y="432435"/>
                  </a:lnTo>
                  <a:lnTo>
                    <a:pt x="5140795" y="432435"/>
                  </a:lnTo>
                  <a:lnTo>
                    <a:pt x="5140795" y="532777"/>
                  </a:lnTo>
                  <a:lnTo>
                    <a:pt x="5689435" y="532777"/>
                  </a:lnTo>
                  <a:lnTo>
                    <a:pt x="5689435" y="432435"/>
                  </a:lnTo>
                  <a:close/>
                </a:path>
                <a:path w="10092690" h="560070">
                  <a:moveTo>
                    <a:pt x="6220269" y="141605"/>
                  </a:moveTo>
                  <a:lnTo>
                    <a:pt x="6212484" y="97942"/>
                  </a:lnTo>
                  <a:lnTo>
                    <a:pt x="6190043" y="61595"/>
                  </a:lnTo>
                  <a:lnTo>
                    <a:pt x="6154293" y="33934"/>
                  </a:lnTo>
                  <a:lnTo>
                    <a:pt x="6114224" y="19164"/>
                  </a:lnTo>
                  <a:lnTo>
                    <a:pt x="6114224" y="141605"/>
                  </a:lnTo>
                  <a:lnTo>
                    <a:pt x="6109614" y="161010"/>
                  </a:lnTo>
                  <a:lnTo>
                    <a:pt x="6096444" y="175818"/>
                  </a:lnTo>
                  <a:lnTo>
                    <a:pt x="6075642" y="185280"/>
                  </a:lnTo>
                  <a:lnTo>
                    <a:pt x="6048184" y="188595"/>
                  </a:lnTo>
                  <a:lnTo>
                    <a:pt x="6020714" y="185280"/>
                  </a:lnTo>
                  <a:lnTo>
                    <a:pt x="5999924" y="175818"/>
                  </a:lnTo>
                  <a:lnTo>
                    <a:pt x="5986742" y="161010"/>
                  </a:lnTo>
                  <a:lnTo>
                    <a:pt x="5982144" y="141605"/>
                  </a:lnTo>
                  <a:lnTo>
                    <a:pt x="5986742" y="122212"/>
                  </a:lnTo>
                  <a:lnTo>
                    <a:pt x="5999924" y="107403"/>
                  </a:lnTo>
                  <a:lnTo>
                    <a:pt x="6020714" y="97942"/>
                  </a:lnTo>
                  <a:lnTo>
                    <a:pt x="6048184" y="94615"/>
                  </a:lnTo>
                  <a:lnTo>
                    <a:pt x="6075642" y="97942"/>
                  </a:lnTo>
                  <a:lnTo>
                    <a:pt x="6096444" y="107403"/>
                  </a:lnTo>
                  <a:lnTo>
                    <a:pt x="6109614" y="122212"/>
                  </a:lnTo>
                  <a:lnTo>
                    <a:pt x="6114224" y="141605"/>
                  </a:lnTo>
                  <a:lnTo>
                    <a:pt x="6114224" y="19164"/>
                  </a:lnTo>
                  <a:lnTo>
                    <a:pt x="6106553" y="16332"/>
                  </a:lnTo>
                  <a:lnTo>
                    <a:pt x="6048184" y="10160"/>
                  </a:lnTo>
                  <a:lnTo>
                    <a:pt x="5989802" y="16332"/>
                  </a:lnTo>
                  <a:lnTo>
                    <a:pt x="5942063" y="33934"/>
                  </a:lnTo>
                  <a:lnTo>
                    <a:pt x="5906313" y="61595"/>
                  </a:lnTo>
                  <a:lnTo>
                    <a:pt x="5883872" y="97942"/>
                  </a:lnTo>
                  <a:lnTo>
                    <a:pt x="5876099" y="141605"/>
                  </a:lnTo>
                  <a:lnTo>
                    <a:pt x="5883872" y="185521"/>
                  </a:lnTo>
                  <a:lnTo>
                    <a:pt x="5906313" y="221894"/>
                  </a:lnTo>
                  <a:lnTo>
                    <a:pt x="5942063" y="249466"/>
                  </a:lnTo>
                  <a:lnTo>
                    <a:pt x="5989802" y="266941"/>
                  </a:lnTo>
                  <a:lnTo>
                    <a:pt x="6048184" y="273050"/>
                  </a:lnTo>
                  <a:lnTo>
                    <a:pt x="6106553" y="266941"/>
                  </a:lnTo>
                  <a:lnTo>
                    <a:pt x="6154293" y="249466"/>
                  </a:lnTo>
                  <a:lnTo>
                    <a:pt x="6190043" y="221894"/>
                  </a:lnTo>
                  <a:lnTo>
                    <a:pt x="6210592" y="188595"/>
                  </a:lnTo>
                  <a:lnTo>
                    <a:pt x="6212535" y="185280"/>
                  </a:lnTo>
                  <a:lnTo>
                    <a:pt x="6220269" y="141605"/>
                  </a:lnTo>
                  <a:close/>
                </a:path>
                <a:path w="10092690" h="560070">
                  <a:moveTo>
                    <a:pt x="6393624" y="477532"/>
                  </a:moveTo>
                  <a:lnTo>
                    <a:pt x="6022149" y="477532"/>
                  </a:lnTo>
                  <a:lnTo>
                    <a:pt x="6022149" y="455930"/>
                  </a:lnTo>
                  <a:lnTo>
                    <a:pt x="6387909" y="455930"/>
                  </a:lnTo>
                  <a:lnTo>
                    <a:pt x="6387909" y="294005"/>
                  </a:lnTo>
                  <a:lnTo>
                    <a:pt x="5914834" y="294005"/>
                  </a:lnTo>
                  <a:lnTo>
                    <a:pt x="5914834" y="368300"/>
                  </a:lnTo>
                  <a:lnTo>
                    <a:pt x="6281864" y="368300"/>
                  </a:lnTo>
                  <a:lnTo>
                    <a:pt x="6281864" y="389890"/>
                  </a:lnTo>
                  <a:lnTo>
                    <a:pt x="5916104" y="389890"/>
                  </a:lnTo>
                  <a:lnTo>
                    <a:pt x="5916104" y="551827"/>
                  </a:lnTo>
                  <a:lnTo>
                    <a:pt x="6393624" y="551827"/>
                  </a:lnTo>
                  <a:lnTo>
                    <a:pt x="6393624" y="477532"/>
                  </a:lnTo>
                  <a:close/>
                </a:path>
                <a:path w="10092690" h="560070">
                  <a:moveTo>
                    <a:pt x="6451409" y="83820"/>
                  </a:moveTo>
                  <a:lnTo>
                    <a:pt x="6387909" y="83820"/>
                  </a:lnTo>
                  <a:lnTo>
                    <a:pt x="6387909" y="9525"/>
                  </a:lnTo>
                  <a:lnTo>
                    <a:pt x="6280594" y="9525"/>
                  </a:lnTo>
                  <a:lnTo>
                    <a:pt x="6280594" y="274955"/>
                  </a:lnTo>
                  <a:lnTo>
                    <a:pt x="6387909" y="274955"/>
                  </a:lnTo>
                  <a:lnTo>
                    <a:pt x="6387909" y="187960"/>
                  </a:lnTo>
                  <a:lnTo>
                    <a:pt x="6451409" y="187960"/>
                  </a:lnTo>
                  <a:lnTo>
                    <a:pt x="6451409" y="83820"/>
                  </a:lnTo>
                  <a:close/>
                </a:path>
                <a:path w="10092690" h="560070">
                  <a:moveTo>
                    <a:pt x="6852729" y="215900"/>
                  </a:moveTo>
                  <a:lnTo>
                    <a:pt x="6828002" y="223977"/>
                  </a:lnTo>
                  <a:lnTo>
                    <a:pt x="6797802" y="229958"/>
                  </a:lnTo>
                  <a:lnTo>
                    <a:pt x="6763791" y="233680"/>
                  </a:lnTo>
                  <a:lnTo>
                    <a:pt x="6727634" y="234950"/>
                  </a:lnTo>
                  <a:lnTo>
                    <a:pt x="6587934" y="234950"/>
                  </a:lnTo>
                  <a:lnTo>
                    <a:pt x="6587934" y="203835"/>
                  </a:lnTo>
                  <a:lnTo>
                    <a:pt x="6811454" y="203835"/>
                  </a:lnTo>
                  <a:lnTo>
                    <a:pt x="6811454" y="15875"/>
                  </a:lnTo>
                  <a:lnTo>
                    <a:pt x="6480619" y="15875"/>
                  </a:lnTo>
                  <a:lnTo>
                    <a:pt x="6480619" y="97155"/>
                  </a:lnTo>
                  <a:lnTo>
                    <a:pt x="6705409" y="97155"/>
                  </a:lnTo>
                  <a:lnTo>
                    <a:pt x="6705409" y="128270"/>
                  </a:lnTo>
                  <a:lnTo>
                    <a:pt x="6481889" y="128270"/>
                  </a:lnTo>
                  <a:lnTo>
                    <a:pt x="6481889" y="316230"/>
                  </a:lnTo>
                  <a:lnTo>
                    <a:pt x="6726364" y="316230"/>
                  </a:lnTo>
                  <a:lnTo>
                    <a:pt x="6763613" y="314960"/>
                  </a:lnTo>
                  <a:lnTo>
                    <a:pt x="6798119" y="311238"/>
                  </a:lnTo>
                  <a:lnTo>
                    <a:pt x="6828345" y="305257"/>
                  </a:lnTo>
                  <a:lnTo>
                    <a:pt x="6852729" y="297180"/>
                  </a:lnTo>
                  <a:lnTo>
                    <a:pt x="6852729" y="234950"/>
                  </a:lnTo>
                  <a:lnTo>
                    <a:pt x="6852729" y="215900"/>
                  </a:lnTo>
                  <a:close/>
                </a:path>
                <a:path w="10092690" h="560070">
                  <a:moveTo>
                    <a:pt x="6988619" y="344805"/>
                  </a:moveTo>
                  <a:lnTo>
                    <a:pt x="6881939" y="344805"/>
                  </a:lnTo>
                  <a:lnTo>
                    <a:pt x="6881939" y="428625"/>
                  </a:lnTo>
                  <a:lnTo>
                    <a:pt x="6881939" y="467995"/>
                  </a:lnTo>
                  <a:lnTo>
                    <a:pt x="6610159" y="467995"/>
                  </a:lnTo>
                  <a:lnTo>
                    <a:pt x="6610159" y="428625"/>
                  </a:lnTo>
                  <a:lnTo>
                    <a:pt x="6881939" y="428625"/>
                  </a:lnTo>
                  <a:lnTo>
                    <a:pt x="6881939" y="344805"/>
                  </a:lnTo>
                  <a:lnTo>
                    <a:pt x="6503479" y="344805"/>
                  </a:lnTo>
                  <a:lnTo>
                    <a:pt x="6503479" y="551827"/>
                  </a:lnTo>
                  <a:lnTo>
                    <a:pt x="6988619" y="551827"/>
                  </a:lnTo>
                  <a:lnTo>
                    <a:pt x="6988619" y="467995"/>
                  </a:lnTo>
                  <a:lnTo>
                    <a:pt x="6988619" y="428625"/>
                  </a:lnTo>
                  <a:lnTo>
                    <a:pt x="6988619" y="344805"/>
                  </a:lnTo>
                  <a:close/>
                </a:path>
                <a:path w="10092690" h="560070">
                  <a:moveTo>
                    <a:pt x="6988619" y="9525"/>
                  </a:moveTo>
                  <a:lnTo>
                    <a:pt x="6881304" y="9525"/>
                  </a:lnTo>
                  <a:lnTo>
                    <a:pt x="6881304" y="325755"/>
                  </a:lnTo>
                  <a:lnTo>
                    <a:pt x="6988619" y="325755"/>
                  </a:lnTo>
                  <a:lnTo>
                    <a:pt x="6988619" y="9525"/>
                  </a:lnTo>
                  <a:close/>
                </a:path>
                <a:path w="10092690" h="560070">
                  <a:moveTo>
                    <a:pt x="7604519" y="463550"/>
                  </a:moveTo>
                  <a:lnTo>
                    <a:pt x="7532865" y="363855"/>
                  </a:lnTo>
                  <a:lnTo>
                    <a:pt x="7443864" y="240030"/>
                  </a:lnTo>
                  <a:lnTo>
                    <a:pt x="7452766" y="191122"/>
                  </a:lnTo>
                  <a:lnTo>
                    <a:pt x="7459345" y="138747"/>
                  </a:lnTo>
                  <a:lnTo>
                    <a:pt x="7463422" y="83045"/>
                  </a:lnTo>
                  <a:lnTo>
                    <a:pt x="7464819" y="24130"/>
                  </a:lnTo>
                  <a:lnTo>
                    <a:pt x="7355599" y="20320"/>
                  </a:lnTo>
                  <a:lnTo>
                    <a:pt x="7355484" y="24130"/>
                  </a:lnTo>
                  <a:lnTo>
                    <a:pt x="7353643" y="86207"/>
                  </a:lnTo>
                  <a:lnTo>
                    <a:pt x="7348258" y="147548"/>
                  </a:lnTo>
                  <a:lnTo>
                    <a:pt x="7339673" y="203822"/>
                  </a:lnTo>
                  <a:lnTo>
                    <a:pt x="7328078" y="254584"/>
                  </a:lnTo>
                  <a:lnTo>
                    <a:pt x="7313689" y="299326"/>
                  </a:lnTo>
                  <a:lnTo>
                    <a:pt x="7296721" y="337578"/>
                  </a:lnTo>
                  <a:lnTo>
                    <a:pt x="7255815" y="392645"/>
                  </a:lnTo>
                  <a:lnTo>
                    <a:pt x="7207009" y="415925"/>
                  </a:lnTo>
                  <a:lnTo>
                    <a:pt x="7207009" y="526427"/>
                  </a:lnTo>
                  <a:lnTo>
                    <a:pt x="7247445" y="521385"/>
                  </a:lnTo>
                  <a:lnTo>
                    <a:pt x="7285355" y="507136"/>
                  </a:lnTo>
                  <a:lnTo>
                    <a:pt x="7320445" y="483958"/>
                  </a:lnTo>
                  <a:lnTo>
                    <a:pt x="7352398" y="452145"/>
                  </a:lnTo>
                  <a:lnTo>
                    <a:pt x="7380948" y="412013"/>
                  </a:lnTo>
                  <a:lnTo>
                    <a:pt x="7405764" y="363855"/>
                  </a:lnTo>
                  <a:lnTo>
                    <a:pt x="7517524" y="525792"/>
                  </a:lnTo>
                  <a:lnTo>
                    <a:pt x="7604519" y="463550"/>
                  </a:lnTo>
                  <a:close/>
                </a:path>
                <a:path w="10092690" h="560070">
                  <a:moveTo>
                    <a:pt x="7726439" y="9525"/>
                  </a:moveTo>
                  <a:lnTo>
                    <a:pt x="7619124" y="9525"/>
                  </a:lnTo>
                  <a:lnTo>
                    <a:pt x="7619124" y="551827"/>
                  </a:lnTo>
                  <a:lnTo>
                    <a:pt x="7726439" y="551827"/>
                  </a:lnTo>
                  <a:lnTo>
                    <a:pt x="7726439" y="9525"/>
                  </a:lnTo>
                  <a:close/>
                </a:path>
                <a:path w="10092690" h="560070">
                  <a:moveTo>
                    <a:pt x="8336051" y="432435"/>
                  </a:moveTo>
                  <a:lnTo>
                    <a:pt x="7787411" y="432435"/>
                  </a:lnTo>
                  <a:lnTo>
                    <a:pt x="7787411" y="532777"/>
                  </a:lnTo>
                  <a:lnTo>
                    <a:pt x="8336051" y="532777"/>
                  </a:lnTo>
                  <a:lnTo>
                    <a:pt x="8336051" y="432435"/>
                  </a:lnTo>
                  <a:close/>
                </a:path>
                <a:path w="10092690" h="560070">
                  <a:moveTo>
                    <a:pt x="8336686" y="271145"/>
                  </a:moveTo>
                  <a:lnTo>
                    <a:pt x="8244865" y="215900"/>
                  </a:lnTo>
                  <a:lnTo>
                    <a:pt x="8105546" y="132080"/>
                  </a:lnTo>
                  <a:lnTo>
                    <a:pt x="8115655" y="106476"/>
                  </a:lnTo>
                  <a:lnTo>
                    <a:pt x="8124037" y="80098"/>
                  </a:lnTo>
                  <a:lnTo>
                    <a:pt x="8130629" y="52882"/>
                  </a:lnTo>
                  <a:lnTo>
                    <a:pt x="8135391" y="24765"/>
                  </a:lnTo>
                  <a:lnTo>
                    <a:pt x="8026171" y="7620"/>
                  </a:lnTo>
                  <a:lnTo>
                    <a:pt x="8015148" y="59931"/>
                  </a:lnTo>
                  <a:lnTo>
                    <a:pt x="7997418" y="107378"/>
                  </a:lnTo>
                  <a:lnTo>
                    <a:pt x="7973847" y="149313"/>
                  </a:lnTo>
                  <a:lnTo>
                    <a:pt x="7945285" y="185102"/>
                  </a:lnTo>
                  <a:lnTo>
                    <a:pt x="7912582" y="214109"/>
                  </a:lnTo>
                  <a:lnTo>
                    <a:pt x="7876591" y="235686"/>
                  </a:lnTo>
                  <a:lnTo>
                    <a:pt x="7838186" y="249199"/>
                  </a:lnTo>
                  <a:lnTo>
                    <a:pt x="7798206" y="254000"/>
                  </a:lnTo>
                  <a:lnTo>
                    <a:pt x="7798206" y="355600"/>
                  </a:lnTo>
                  <a:lnTo>
                    <a:pt x="7849006" y="350951"/>
                  </a:lnTo>
                  <a:lnTo>
                    <a:pt x="7897571" y="338010"/>
                  </a:lnTo>
                  <a:lnTo>
                    <a:pt x="7943304" y="317423"/>
                  </a:lnTo>
                  <a:lnTo>
                    <a:pt x="7985646" y="289801"/>
                  </a:lnTo>
                  <a:lnTo>
                    <a:pt x="8024038" y="255752"/>
                  </a:lnTo>
                  <a:lnTo>
                    <a:pt x="8057921" y="215900"/>
                  </a:lnTo>
                  <a:lnTo>
                    <a:pt x="8280171" y="358140"/>
                  </a:lnTo>
                  <a:lnTo>
                    <a:pt x="8336686" y="271145"/>
                  </a:lnTo>
                  <a:close/>
                </a:path>
                <a:path w="10092690" h="560070">
                  <a:moveTo>
                    <a:pt x="8650376" y="222885"/>
                  </a:moveTo>
                  <a:lnTo>
                    <a:pt x="8625649" y="230225"/>
                  </a:lnTo>
                  <a:lnTo>
                    <a:pt x="8595449" y="235826"/>
                  </a:lnTo>
                  <a:lnTo>
                    <a:pt x="8561438" y="239407"/>
                  </a:lnTo>
                  <a:lnTo>
                    <a:pt x="8525281" y="240665"/>
                  </a:lnTo>
                  <a:lnTo>
                    <a:pt x="8482101" y="240665"/>
                  </a:lnTo>
                  <a:lnTo>
                    <a:pt x="8482101" y="207010"/>
                  </a:lnTo>
                  <a:lnTo>
                    <a:pt x="8607831" y="207010"/>
                  </a:lnTo>
                  <a:lnTo>
                    <a:pt x="8607831" y="130175"/>
                  </a:lnTo>
                  <a:lnTo>
                    <a:pt x="8482101" y="130175"/>
                  </a:lnTo>
                  <a:lnTo>
                    <a:pt x="8482101" y="97155"/>
                  </a:lnTo>
                  <a:lnTo>
                    <a:pt x="8618626" y="97155"/>
                  </a:lnTo>
                  <a:lnTo>
                    <a:pt x="8618626" y="15875"/>
                  </a:lnTo>
                  <a:lnTo>
                    <a:pt x="8382406" y="15875"/>
                  </a:lnTo>
                  <a:lnTo>
                    <a:pt x="8382406" y="321310"/>
                  </a:lnTo>
                  <a:lnTo>
                    <a:pt x="8518931" y="321310"/>
                  </a:lnTo>
                  <a:lnTo>
                    <a:pt x="8556879" y="320040"/>
                  </a:lnTo>
                  <a:lnTo>
                    <a:pt x="8592985" y="316318"/>
                  </a:lnTo>
                  <a:lnTo>
                    <a:pt x="8624926" y="310337"/>
                  </a:lnTo>
                  <a:lnTo>
                    <a:pt x="8650376" y="302260"/>
                  </a:lnTo>
                  <a:lnTo>
                    <a:pt x="8650376" y="240665"/>
                  </a:lnTo>
                  <a:lnTo>
                    <a:pt x="8650376" y="222885"/>
                  </a:lnTo>
                  <a:close/>
                </a:path>
                <a:path w="10092690" h="560070">
                  <a:moveTo>
                    <a:pt x="8774836" y="12065"/>
                  </a:moveTo>
                  <a:lnTo>
                    <a:pt x="8675776" y="12065"/>
                  </a:lnTo>
                  <a:lnTo>
                    <a:pt x="8675776" y="98425"/>
                  </a:lnTo>
                  <a:lnTo>
                    <a:pt x="8635136" y="98425"/>
                  </a:lnTo>
                  <a:lnTo>
                    <a:pt x="8635136" y="192405"/>
                  </a:lnTo>
                  <a:lnTo>
                    <a:pt x="8675776" y="192405"/>
                  </a:lnTo>
                  <a:lnTo>
                    <a:pt x="8675776" y="325120"/>
                  </a:lnTo>
                  <a:lnTo>
                    <a:pt x="8774836" y="325120"/>
                  </a:lnTo>
                  <a:lnTo>
                    <a:pt x="8774836" y="12065"/>
                  </a:lnTo>
                  <a:close/>
                </a:path>
                <a:path w="10092690" h="560070">
                  <a:moveTo>
                    <a:pt x="8912631" y="349885"/>
                  </a:moveTo>
                  <a:lnTo>
                    <a:pt x="8807221" y="349885"/>
                  </a:lnTo>
                  <a:lnTo>
                    <a:pt x="8807221" y="432435"/>
                  </a:lnTo>
                  <a:lnTo>
                    <a:pt x="8807221" y="469265"/>
                  </a:lnTo>
                  <a:lnTo>
                    <a:pt x="8518931" y="469265"/>
                  </a:lnTo>
                  <a:lnTo>
                    <a:pt x="8518931" y="432435"/>
                  </a:lnTo>
                  <a:lnTo>
                    <a:pt x="8807221" y="432435"/>
                  </a:lnTo>
                  <a:lnTo>
                    <a:pt x="8807221" y="349885"/>
                  </a:lnTo>
                  <a:lnTo>
                    <a:pt x="8413521" y="349885"/>
                  </a:lnTo>
                  <a:lnTo>
                    <a:pt x="8413521" y="551827"/>
                  </a:lnTo>
                  <a:lnTo>
                    <a:pt x="8912631" y="551827"/>
                  </a:lnTo>
                  <a:lnTo>
                    <a:pt x="8912631" y="469265"/>
                  </a:lnTo>
                  <a:lnTo>
                    <a:pt x="8912631" y="432435"/>
                  </a:lnTo>
                  <a:lnTo>
                    <a:pt x="8912631" y="349885"/>
                  </a:lnTo>
                  <a:close/>
                </a:path>
                <a:path w="10092690" h="560070">
                  <a:moveTo>
                    <a:pt x="8912631" y="9525"/>
                  </a:moveTo>
                  <a:lnTo>
                    <a:pt x="8812301" y="9525"/>
                  </a:lnTo>
                  <a:lnTo>
                    <a:pt x="8812301" y="330835"/>
                  </a:lnTo>
                  <a:lnTo>
                    <a:pt x="8912631" y="330835"/>
                  </a:lnTo>
                  <a:lnTo>
                    <a:pt x="8912631" y="9525"/>
                  </a:lnTo>
                  <a:close/>
                </a:path>
                <a:path w="10092690" h="560070">
                  <a:moveTo>
                    <a:pt x="9484766" y="193040"/>
                  </a:moveTo>
                  <a:lnTo>
                    <a:pt x="9480182" y="154724"/>
                  </a:lnTo>
                  <a:lnTo>
                    <a:pt x="9460497" y="111125"/>
                  </a:lnTo>
                  <a:lnTo>
                    <a:pt x="9415869" y="63500"/>
                  </a:lnTo>
                  <a:lnTo>
                    <a:pt x="9379407" y="42506"/>
                  </a:lnTo>
                  <a:lnTo>
                    <a:pt x="9371101" y="39509"/>
                  </a:lnTo>
                  <a:lnTo>
                    <a:pt x="9371101" y="193040"/>
                  </a:lnTo>
                  <a:lnTo>
                    <a:pt x="9360992" y="226466"/>
                  </a:lnTo>
                  <a:lnTo>
                    <a:pt x="9332608" y="252336"/>
                  </a:lnTo>
                  <a:lnTo>
                    <a:pt x="9288856" y="269036"/>
                  </a:lnTo>
                  <a:lnTo>
                    <a:pt x="9232671" y="274955"/>
                  </a:lnTo>
                  <a:lnTo>
                    <a:pt x="9176487" y="269036"/>
                  </a:lnTo>
                  <a:lnTo>
                    <a:pt x="9132735" y="252336"/>
                  </a:lnTo>
                  <a:lnTo>
                    <a:pt x="9104351" y="226466"/>
                  </a:lnTo>
                  <a:lnTo>
                    <a:pt x="9094241" y="193040"/>
                  </a:lnTo>
                  <a:lnTo>
                    <a:pt x="9104351" y="159613"/>
                  </a:lnTo>
                  <a:lnTo>
                    <a:pt x="9132735" y="133756"/>
                  </a:lnTo>
                  <a:lnTo>
                    <a:pt x="9176487" y="117055"/>
                  </a:lnTo>
                  <a:lnTo>
                    <a:pt x="9232671" y="111125"/>
                  </a:lnTo>
                  <a:lnTo>
                    <a:pt x="9288856" y="117055"/>
                  </a:lnTo>
                  <a:lnTo>
                    <a:pt x="9332608" y="133756"/>
                  </a:lnTo>
                  <a:lnTo>
                    <a:pt x="9360992" y="159613"/>
                  </a:lnTo>
                  <a:lnTo>
                    <a:pt x="9371101" y="193040"/>
                  </a:lnTo>
                  <a:lnTo>
                    <a:pt x="9371101" y="39509"/>
                  </a:lnTo>
                  <a:lnTo>
                    <a:pt x="9336354" y="26949"/>
                  </a:lnTo>
                  <a:lnTo>
                    <a:pt x="9287256" y="17297"/>
                  </a:lnTo>
                  <a:lnTo>
                    <a:pt x="9232671" y="13970"/>
                  </a:lnTo>
                  <a:lnTo>
                    <a:pt x="9178087" y="17297"/>
                  </a:lnTo>
                  <a:lnTo>
                    <a:pt x="9128989" y="26949"/>
                  </a:lnTo>
                  <a:lnTo>
                    <a:pt x="9085936" y="42506"/>
                  </a:lnTo>
                  <a:lnTo>
                    <a:pt x="9049474" y="63500"/>
                  </a:lnTo>
                  <a:lnTo>
                    <a:pt x="9020162" y="89509"/>
                  </a:lnTo>
                  <a:lnTo>
                    <a:pt x="8985161" y="154724"/>
                  </a:lnTo>
                  <a:lnTo>
                    <a:pt x="8980576" y="193040"/>
                  </a:lnTo>
                  <a:lnTo>
                    <a:pt x="8985161" y="231368"/>
                  </a:lnTo>
                  <a:lnTo>
                    <a:pt x="9020162" y="296583"/>
                  </a:lnTo>
                  <a:lnTo>
                    <a:pt x="9049474" y="322580"/>
                  </a:lnTo>
                  <a:lnTo>
                    <a:pt x="9085936" y="343585"/>
                  </a:lnTo>
                  <a:lnTo>
                    <a:pt x="9128989" y="359143"/>
                  </a:lnTo>
                  <a:lnTo>
                    <a:pt x="9178087" y="368795"/>
                  </a:lnTo>
                  <a:lnTo>
                    <a:pt x="9232671" y="372110"/>
                  </a:lnTo>
                  <a:lnTo>
                    <a:pt x="9287256" y="368795"/>
                  </a:lnTo>
                  <a:lnTo>
                    <a:pt x="9336354" y="359143"/>
                  </a:lnTo>
                  <a:lnTo>
                    <a:pt x="9379407" y="343585"/>
                  </a:lnTo>
                  <a:lnTo>
                    <a:pt x="9415869" y="322580"/>
                  </a:lnTo>
                  <a:lnTo>
                    <a:pt x="9445193" y="296583"/>
                  </a:lnTo>
                  <a:lnTo>
                    <a:pt x="9480182" y="231368"/>
                  </a:lnTo>
                  <a:lnTo>
                    <a:pt x="9484766" y="193040"/>
                  </a:lnTo>
                  <a:close/>
                </a:path>
                <a:path w="10092690" h="560070">
                  <a:moveTo>
                    <a:pt x="9506991" y="432435"/>
                  </a:moveTo>
                  <a:lnTo>
                    <a:pt x="8958351" y="432435"/>
                  </a:lnTo>
                  <a:lnTo>
                    <a:pt x="8958351" y="532777"/>
                  </a:lnTo>
                  <a:lnTo>
                    <a:pt x="9506991" y="532777"/>
                  </a:lnTo>
                  <a:lnTo>
                    <a:pt x="9506991" y="432435"/>
                  </a:lnTo>
                  <a:close/>
                </a:path>
                <a:path w="10092690" h="560070">
                  <a:moveTo>
                    <a:pt x="10092461" y="435229"/>
                  </a:moveTo>
                  <a:lnTo>
                    <a:pt x="9872751" y="435229"/>
                  </a:lnTo>
                  <a:lnTo>
                    <a:pt x="9872751" y="374269"/>
                  </a:lnTo>
                  <a:lnTo>
                    <a:pt x="10068966" y="374269"/>
                  </a:lnTo>
                  <a:lnTo>
                    <a:pt x="10068966" y="280289"/>
                  </a:lnTo>
                  <a:lnTo>
                    <a:pt x="9680346" y="280289"/>
                  </a:lnTo>
                  <a:lnTo>
                    <a:pt x="9680346" y="242189"/>
                  </a:lnTo>
                  <a:lnTo>
                    <a:pt x="10062616" y="242189"/>
                  </a:lnTo>
                  <a:lnTo>
                    <a:pt x="10062616" y="153289"/>
                  </a:lnTo>
                  <a:lnTo>
                    <a:pt x="10062616" y="116459"/>
                  </a:lnTo>
                  <a:lnTo>
                    <a:pt x="10062616" y="22479"/>
                  </a:lnTo>
                  <a:lnTo>
                    <a:pt x="9573031" y="22479"/>
                  </a:lnTo>
                  <a:lnTo>
                    <a:pt x="9573031" y="116459"/>
                  </a:lnTo>
                  <a:lnTo>
                    <a:pt x="9956571" y="116459"/>
                  </a:lnTo>
                  <a:lnTo>
                    <a:pt x="9956571" y="153289"/>
                  </a:lnTo>
                  <a:lnTo>
                    <a:pt x="9574301" y="153289"/>
                  </a:lnTo>
                  <a:lnTo>
                    <a:pt x="9574301" y="242189"/>
                  </a:lnTo>
                  <a:lnTo>
                    <a:pt x="9574301" y="280289"/>
                  </a:lnTo>
                  <a:lnTo>
                    <a:pt x="9574301" y="374269"/>
                  </a:lnTo>
                  <a:lnTo>
                    <a:pt x="9763531" y="374269"/>
                  </a:lnTo>
                  <a:lnTo>
                    <a:pt x="9763531" y="435229"/>
                  </a:lnTo>
                  <a:lnTo>
                    <a:pt x="9543821" y="435229"/>
                  </a:lnTo>
                  <a:lnTo>
                    <a:pt x="9543821" y="533019"/>
                  </a:lnTo>
                  <a:lnTo>
                    <a:pt x="10092461" y="533019"/>
                  </a:lnTo>
                  <a:lnTo>
                    <a:pt x="10092461" y="4352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44173" y="5734977"/>
              <a:ext cx="8021955" cy="565785"/>
            </a:xfrm>
            <a:custGeom>
              <a:avLst/>
              <a:gdLst/>
              <a:ahLst/>
              <a:cxnLst/>
              <a:rect l="l" t="t" r="r" b="b"/>
              <a:pathLst>
                <a:path w="8021955" h="565785">
                  <a:moveTo>
                    <a:pt x="517525" y="16510"/>
                  </a:moveTo>
                  <a:lnTo>
                    <a:pt x="410210" y="16510"/>
                  </a:lnTo>
                  <a:lnTo>
                    <a:pt x="410210" y="119380"/>
                  </a:lnTo>
                  <a:lnTo>
                    <a:pt x="354330" y="119380"/>
                  </a:lnTo>
                  <a:lnTo>
                    <a:pt x="354330" y="57150"/>
                  </a:lnTo>
                  <a:lnTo>
                    <a:pt x="234950" y="57150"/>
                  </a:lnTo>
                  <a:lnTo>
                    <a:pt x="234950" y="6985"/>
                  </a:lnTo>
                  <a:lnTo>
                    <a:pt x="125730" y="6985"/>
                  </a:lnTo>
                  <a:lnTo>
                    <a:pt x="125730" y="57150"/>
                  </a:lnTo>
                  <a:lnTo>
                    <a:pt x="6350" y="57150"/>
                  </a:lnTo>
                  <a:lnTo>
                    <a:pt x="6350" y="143510"/>
                  </a:lnTo>
                  <a:lnTo>
                    <a:pt x="123190" y="143510"/>
                  </a:lnTo>
                  <a:lnTo>
                    <a:pt x="106616" y="180009"/>
                  </a:lnTo>
                  <a:lnTo>
                    <a:pt x="80162" y="211137"/>
                  </a:lnTo>
                  <a:lnTo>
                    <a:pt x="44424" y="233705"/>
                  </a:lnTo>
                  <a:lnTo>
                    <a:pt x="0" y="244475"/>
                  </a:lnTo>
                  <a:lnTo>
                    <a:pt x="0" y="334645"/>
                  </a:lnTo>
                  <a:lnTo>
                    <a:pt x="52857" y="327444"/>
                  </a:lnTo>
                  <a:lnTo>
                    <a:pt x="100482" y="309880"/>
                  </a:lnTo>
                  <a:lnTo>
                    <a:pt x="142163" y="283756"/>
                  </a:lnTo>
                  <a:lnTo>
                    <a:pt x="177165" y="250825"/>
                  </a:lnTo>
                  <a:lnTo>
                    <a:pt x="321945" y="330835"/>
                  </a:lnTo>
                  <a:lnTo>
                    <a:pt x="370205" y="252095"/>
                  </a:lnTo>
                  <a:lnTo>
                    <a:pt x="367842" y="250825"/>
                  </a:lnTo>
                  <a:lnTo>
                    <a:pt x="224155" y="173355"/>
                  </a:lnTo>
                  <a:lnTo>
                    <a:pt x="226796" y="166103"/>
                  </a:lnTo>
                  <a:lnTo>
                    <a:pt x="229069" y="158673"/>
                  </a:lnTo>
                  <a:lnTo>
                    <a:pt x="231114" y="151130"/>
                  </a:lnTo>
                  <a:lnTo>
                    <a:pt x="233045" y="143510"/>
                  </a:lnTo>
                  <a:lnTo>
                    <a:pt x="339090" y="143510"/>
                  </a:lnTo>
                  <a:lnTo>
                    <a:pt x="339090" y="214630"/>
                  </a:lnTo>
                  <a:lnTo>
                    <a:pt x="410210" y="214630"/>
                  </a:lnTo>
                  <a:lnTo>
                    <a:pt x="410210" y="338455"/>
                  </a:lnTo>
                  <a:lnTo>
                    <a:pt x="517525" y="338455"/>
                  </a:lnTo>
                  <a:lnTo>
                    <a:pt x="517525" y="119380"/>
                  </a:lnTo>
                  <a:lnTo>
                    <a:pt x="517525" y="16510"/>
                  </a:lnTo>
                  <a:close/>
                </a:path>
                <a:path w="8021955" h="565785">
                  <a:moveTo>
                    <a:pt x="522605" y="455295"/>
                  </a:moveTo>
                  <a:lnTo>
                    <a:pt x="517017" y="427355"/>
                  </a:lnTo>
                  <a:lnTo>
                    <a:pt x="516153" y="423024"/>
                  </a:lnTo>
                  <a:lnTo>
                    <a:pt x="497725" y="397141"/>
                  </a:lnTo>
                  <a:lnTo>
                    <a:pt x="468718" y="377139"/>
                  </a:lnTo>
                  <a:lnTo>
                    <a:pt x="430542" y="362496"/>
                  </a:lnTo>
                  <a:lnTo>
                    <a:pt x="407670" y="357619"/>
                  </a:lnTo>
                  <a:lnTo>
                    <a:pt x="407670" y="455295"/>
                  </a:lnTo>
                  <a:lnTo>
                    <a:pt x="397294" y="469049"/>
                  </a:lnTo>
                  <a:lnTo>
                    <a:pt x="368935" y="477608"/>
                  </a:lnTo>
                  <a:lnTo>
                    <a:pt x="326771" y="482003"/>
                  </a:lnTo>
                  <a:lnTo>
                    <a:pt x="274955" y="483247"/>
                  </a:lnTo>
                  <a:lnTo>
                    <a:pt x="223139" y="482003"/>
                  </a:lnTo>
                  <a:lnTo>
                    <a:pt x="180975" y="477608"/>
                  </a:lnTo>
                  <a:lnTo>
                    <a:pt x="152615" y="469049"/>
                  </a:lnTo>
                  <a:lnTo>
                    <a:pt x="142240" y="455295"/>
                  </a:lnTo>
                  <a:lnTo>
                    <a:pt x="152615" y="441833"/>
                  </a:lnTo>
                  <a:lnTo>
                    <a:pt x="180975" y="433235"/>
                  </a:lnTo>
                  <a:lnTo>
                    <a:pt x="223139" y="428688"/>
                  </a:lnTo>
                  <a:lnTo>
                    <a:pt x="274955" y="427355"/>
                  </a:lnTo>
                  <a:lnTo>
                    <a:pt x="326771" y="428688"/>
                  </a:lnTo>
                  <a:lnTo>
                    <a:pt x="368935" y="433235"/>
                  </a:lnTo>
                  <a:lnTo>
                    <a:pt x="397294" y="441833"/>
                  </a:lnTo>
                  <a:lnTo>
                    <a:pt x="407670" y="455295"/>
                  </a:lnTo>
                  <a:lnTo>
                    <a:pt x="407670" y="357619"/>
                  </a:lnTo>
                  <a:lnTo>
                    <a:pt x="384594" y="352679"/>
                  </a:lnTo>
                  <a:lnTo>
                    <a:pt x="332257" y="347167"/>
                  </a:lnTo>
                  <a:lnTo>
                    <a:pt x="274955" y="345440"/>
                  </a:lnTo>
                  <a:lnTo>
                    <a:pt x="217652" y="347167"/>
                  </a:lnTo>
                  <a:lnTo>
                    <a:pt x="165315" y="352679"/>
                  </a:lnTo>
                  <a:lnTo>
                    <a:pt x="119367" y="362496"/>
                  </a:lnTo>
                  <a:lnTo>
                    <a:pt x="81191" y="377139"/>
                  </a:lnTo>
                  <a:lnTo>
                    <a:pt x="33756" y="423024"/>
                  </a:lnTo>
                  <a:lnTo>
                    <a:pt x="27305" y="455295"/>
                  </a:lnTo>
                  <a:lnTo>
                    <a:pt x="33756" y="487578"/>
                  </a:lnTo>
                  <a:lnTo>
                    <a:pt x="81191" y="533463"/>
                  </a:lnTo>
                  <a:lnTo>
                    <a:pt x="119367" y="548106"/>
                  </a:lnTo>
                  <a:lnTo>
                    <a:pt x="165315" y="557923"/>
                  </a:lnTo>
                  <a:lnTo>
                    <a:pt x="217652" y="563435"/>
                  </a:lnTo>
                  <a:lnTo>
                    <a:pt x="274955" y="565162"/>
                  </a:lnTo>
                  <a:lnTo>
                    <a:pt x="332257" y="563435"/>
                  </a:lnTo>
                  <a:lnTo>
                    <a:pt x="384594" y="557923"/>
                  </a:lnTo>
                  <a:lnTo>
                    <a:pt x="430542" y="548106"/>
                  </a:lnTo>
                  <a:lnTo>
                    <a:pt x="468718" y="533463"/>
                  </a:lnTo>
                  <a:lnTo>
                    <a:pt x="516153" y="487578"/>
                  </a:lnTo>
                  <a:lnTo>
                    <a:pt x="517017" y="483247"/>
                  </a:lnTo>
                  <a:lnTo>
                    <a:pt x="522605" y="455295"/>
                  </a:lnTo>
                  <a:close/>
                </a:path>
                <a:path w="8021955" h="565785">
                  <a:moveTo>
                    <a:pt x="908685" y="22860"/>
                  </a:moveTo>
                  <a:lnTo>
                    <a:pt x="585470" y="22860"/>
                  </a:lnTo>
                  <a:lnTo>
                    <a:pt x="585470" y="114300"/>
                  </a:lnTo>
                  <a:lnTo>
                    <a:pt x="799465" y="114300"/>
                  </a:lnTo>
                  <a:lnTo>
                    <a:pt x="799465" y="122555"/>
                  </a:lnTo>
                  <a:lnTo>
                    <a:pt x="772629" y="183921"/>
                  </a:lnTo>
                  <a:lnTo>
                    <a:pt x="740803" y="206057"/>
                  </a:lnTo>
                  <a:lnTo>
                    <a:pt x="698246" y="222275"/>
                  </a:lnTo>
                  <a:lnTo>
                    <a:pt x="646074" y="232397"/>
                  </a:lnTo>
                  <a:lnTo>
                    <a:pt x="585470" y="236220"/>
                  </a:lnTo>
                  <a:lnTo>
                    <a:pt x="585470" y="329565"/>
                  </a:lnTo>
                  <a:lnTo>
                    <a:pt x="639889" y="327469"/>
                  </a:lnTo>
                  <a:lnTo>
                    <a:pt x="690778" y="321106"/>
                  </a:lnTo>
                  <a:lnTo>
                    <a:pt x="737616" y="310337"/>
                  </a:lnTo>
                  <a:lnTo>
                    <a:pt x="779894" y="295046"/>
                  </a:lnTo>
                  <a:lnTo>
                    <a:pt x="817092" y="275120"/>
                  </a:lnTo>
                  <a:lnTo>
                    <a:pt x="848677" y="250431"/>
                  </a:lnTo>
                  <a:lnTo>
                    <a:pt x="874153" y="220853"/>
                  </a:lnTo>
                  <a:lnTo>
                    <a:pt x="893000" y="186270"/>
                  </a:lnTo>
                  <a:lnTo>
                    <a:pt x="904671" y="146558"/>
                  </a:lnTo>
                  <a:lnTo>
                    <a:pt x="908685" y="101600"/>
                  </a:lnTo>
                  <a:lnTo>
                    <a:pt x="908685" y="22860"/>
                  </a:lnTo>
                  <a:close/>
                </a:path>
                <a:path w="8021955" h="565785">
                  <a:moveTo>
                    <a:pt x="1085215" y="358140"/>
                  </a:moveTo>
                  <a:lnTo>
                    <a:pt x="603885" y="358140"/>
                  </a:lnTo>
                  <a:lnTo>
                    <a:pt x="603885" y="450215"/>
                  </a:lnTo>
                  <a:lnTo>
                    <a:pt x="975995" y="450215"/>
                  </a:lnTo>
                  <a:lnTo>
                    <a:pt x="975995" y="565162"/>
                  </a:lnTo>
                  <a:lnTo>
                    <a:pt x="1085215" y="565162"/>
                  </a:lnTo>
                  <a:lnTo>
                    <a:pt x="1085215" y="358140"/>
                  </a:lnTo>
                  <a:close/>
                </a:path>
                <a:path w="8021955" h="565785">
                  <a:moveTo>
                    <a:pt x="1148715" y="115570"/>
                  </a:moveTo>
                  <a:lnTo>
                    <a:pt x="1085215" y="115570"/>
                  </a:lnTo>
                  <a:lnTo>
                    <a:pt x="1085215" y="16510"/>
                  </a:lnTo>
                  <a:lnTo>
                    <a:pt x="977900" y="16510"/>
                  </a:lnTo>
                  <a:lnTo>
                    <a:pt x="977900" y="339090"/>
                  </a:lnTo>
                  <a:lnTo>
                    <a:pt x="1085215" y="339090"/>
                  </a:lnTo>
                  <a:lnTo>
                    <a:pt x="1085215" y="219710"/>
                  </a:lnTo>
                  <a:lnTo>
                    <a:pt x="1148715" y="219710"/>
                  </a:lnTo>
                  <a:lnTo>
                    <a:pt x="1148715" y="115570"/>
                  </a:lnTo>
                  <a:close/>
                </a:path>
                <a:path w="8021955" h="565785">
                  <a:moveTo>
                    <a:pt x="1539875" y="220980"/>
                  </a:moveTo>
                  <a:lnTo>
                    <a:pt x="1397635" y="142240"/>
                  </a:lnTo>
                  <a:lnTo>
                    <a:pt x="1399514" y="134620"/>
                  </a:lnTo>
                  <a:lnTo>
                    <a:pt x="1401216" y="127000"/>
                  </a:lnTo>
                  <a:lnTo>
                    <a:pt x="1402549" y="119380"/>
                  </a:lnTo>
                  <a:lnTo>
                    <a:pt x="1403350" y="111760"/>
                  </a:lnTo>
                  <a:lnTo>
                    <a:pt x="1520825" y="111760"/>
                  </a:lnTo>
                  <a:lnTo>
                    <a:pt x="1520825" y="22860"/>
                  </a:lnTo>
                  <a:lnTo>
                    <a:pt x="1175385" y="22860"/>
                  </a:lnTo>
                  <a:lnTo>
                    <a:pt x="1175385" y="111760"/>
                  </a:lnTo>
                  <a:lnTo>
                    <a:pt x="1294765" y="111760"/>
                  </a:lnTo>
                  <a:lnTo>
                    <a:pt x="1280198" y="149491"/>
                  </a:lnTo>
                  <a:lnTo>
                    <a:pt x="1253413" y="182651"/>
                  </a:lnTo>
                  <a:lnTo>
                    <a:pt x="1215567" y="206870"/>
                  </a:lnTo>
                  <a:lnTo>
                    <a:pt x="1167765" y="217805"/>
                  </a:lnTo>
                  <a:lnTo>
                    <a:pt x="1167765" y="311785"/>
                  </a:lnTo>
                  <a:lnTo>
                    <a:pt x="1224267" y="304050"/>
                  </a:lnTo>
                  <a:lnTo>
                    <a:pt x="1274927" y="285115"/>
                  </a:lnTo>
                  <a:lnTo>
                    <a:pt x="1318679" y="257136"/>
                  </a:lnTo>
                  <a:lnTo>
                    <a:pt x="1354455" y="222250"/>
                  </a:lnTo>
                  <a:lnTo>
                    <a:pt x="1489710" y="300355"/>
                  </a:lnTo>
                  <a:lnTo>
                    <a:pt x="1539074" y="222250"/>
                  </a:lnTo>
                  <a:lnTo>
                    <a:pt x="1539875" y="220980"/>
                  </a:lnTo>
                  <a:close/>
                </a:path>
                <a:path w="8021955" h="565785">
                  <a:moveTo>
                    <a:pt x="1675765" y="443865"/>
                  </a:moveTo>
                  <a:lnTo>
                    <a:pt x="1651190" y="380390"/>
                  </a:lnTo>
                  <a:lnTo>
                    <a:pt x="1584833" y="341934"/>
                  </a:lnTo>
                  <a:lnTo>
                    <a:pt x="1560195" y="335927"/>
                  </a:lnTo>
                  <a:lnTo>
                    <a:pt x="1560195" y="443865"/>
                  </a:lnTo>
                  <a:lnTo>
                    <a:pt x="1550149" y="460413"/>
                  </a:lnTo>
                  <a:lnTo>
                    <a:pt x="1522653" y="471411"/>
                  </a:lnTo>
                  <a:lnTo>
                    <a:pt x="1481709" y="477532"/>
                  </a:lnTo>
                  <a:lnTo>
                    <a:pt x="1431290" y="479437"/>
                  </a:lnTo>
                  <a:lnTo>
                    <a:pt x="1380883" y="477532"/>
                  </a:lnTo>
                  <a:lnTo>
                    <a:pt x="1339938" y="471411"/>
                  </a:lnTo>
                  <a:lnTo>
                    <a:pt x="1312443" y="460413"/>
                  </a:lnTo>
                  <a:lnTo>
                    <a:pt x="1302385" y="443865"/>
                  </a:lnTo>
                  <a:lnTo>
                    <a:pt x="1312443" y="427596"/>
                  </a:lnTo>
                  <a:lnTo>
                    <a:pt x="1339938" y="416560"/>
                  </a:lnTo>
                  <a:lnTo>
                    <a:pt x="1380883" y="410298"/>
                  </a:lnTo>
                  <a:lnTo>
                    <a:pt x="1431290" y="408305"/>
                  </a:lnTo>
                  <a:lnTo>
                    <a:pt x="1481709" y="410298"/>
                  </a:lnTo>
                  <a:lnTo>
                    <a:pt x="1522653" y="416560"/>
                  </a:lnTo>
                  <a:lnTo>
                    <a:pt x="1550149" y="427596"/>
                  </a:lnTo>
                  <a:lnTo>
                    <a:pt x="1560195" y="443865"/>
                  </a:lnTo>
                  <a:lnTo>
                    <a:pt x="1560195" y="335927"/>
                  </a:lnTo>
                  <a:lnTo>
                    <a:pt x="1539468" y="330860"/>
                  </a:lnTo>
                  <a:lnTo>
                    <a:pt x="1487830" y="324573"/>
                  </a:lnTo>
                  <a:lnTo>
                    <a:pt x="1431290" y="322580"/>
                  </a:lnTo>
                  <a:lnTo>
                    <a:pt x="1374762" y="324573"/>
                  </a:lnTo>
                  <a:lnTo>
                    <a:pt x="1323124" y="330860"/>
                  </a:lnTo>
                  <a:lnTo>
                    <a:pt x="1277759" y="341934"/>
                  </a:lnTo>
                  <a:lnTo>
                    <a:pt x="1240053" y="358279"/>
                  </a:lnTo>
                  <a:lnTo>
                    <a:pt x="1193190" y="408762"/>
                  </a:lnTo>
                  <a:lnTo>
                    <a:pt x="1186815" y="443865"/>
                  </a:lnTo>
                  <a:lnTo>
                    <a:pt x="1193190" y="478980"/>
                  </a:lnTo>
                  <a:lnTo>
                    <a:pt x="1240053" y="529463"/>
                  </a:lnTo>
                  <a:lnTo>
                    <a:pt x="1277759" y="545807"/>
                  </a:lnTo>
                  <a:lnTo>
                    <a:pt x="1323124" y="556882"/>
                  </a:lnTo>
                  <a:lnTo>
                    <a:pt x="1374762" y="563168"/>
                  </a:lnTo>
                  <a:lnTo>
                    <a:pt x="1431290" y="565162"/>
                  </a:lnTo>
                  <a:lnTo>
                    <a:pt x="1487830" y="563168"/>
                  </a:lnTo>
                  <a:lnTo>
                    <a:pt x="1539468" y="556882"/>
                  </a:lnTo>
                  <a:lnTo>
                    <a:pt x="1584833" y="545807"/>
                  </a:lnTo>
                  <a:lnTo>
                    <a:pt x="1622539" y="529463"/>
                  </a:lnTo>
                  <a:lnTo>
                    <a:pt x="1669110" y="479437"/>
                  </a:lnTo>
                  <a:lnTo>
                    <a:pt x="1669389" y="478980"/>
                  </a:lnTo>
                  <a:lnTo>
                    <a:pt x="1675765" y="443865"/>
                  </a:lnTo>
                  <a:close/>
                </a:path>
                <a:path w="8021955" h="565785">
                  <a:moveTo>
                    <a:pt x="1734185" y="99695"/>
                  </a:moveTo>
                  <a:lnTo>
                    <a:pt x="1670685" y="99695"/>
                  </a:lnTo>
                  <a:lnTo>
                    <a:pt x="1670685" y="16510"/>
                  </a:lnTo>
                  <a:lnTo>
                    <a:pt x="1563370" y="16510"/>
                  </a:lnTo>
                  <a:lnTo>
                    <a:pt x="1563370" y="314960"/>
                  </a:lnTo>
                  <a:lnTo>
                    <a:pt x="1670685" y="314960"/>
                  </a:lnTo>
                  <a:lnTo>
                    <a:pt x="1670685" y="201930"/>
                  </a:lnTo>
                  <a:lnTo>
                    <a:pt x="1734185" y="201930"/>
                  </a:lnTo>
                  <a:lnTo>
                    <a:pt x="1734185" y="99695"/>
                  </a:lnTo>
                  <a:close/>
                </a:path>
                <a:path w="8021955" h="565785">
                  <a:moveTo>
                    <a:pt x="2012327" y="281305"/>
                  </a:moveTo>
                  <a:lnTo>
                    <a:pt x="2009457" y="208686"/>
                  </a:lnTo>
                  <a:lnTo>
                    <a:pt x="2001012" y="149263"/>
                  </a:lnTo>
                  <a:lnTo>
                    <a:pt x="1992388" y="120015"/>
                  </a:lnTo>
                  <a:lnTo>
                    <a:pt x="1987080" y="102006"/>
                  </a:lnTo>
                  <a:lnTo>
                    <a:pt x="1967826" y="66395"/>
                  </a:lnTo>
                  <a:lnTo>
                    <a:pt x="1943404" y="41783"/>
                  </a:lnTo>
                  <a:lnTo>
                    <a:pt x="1913953" y="27482"/>
                  </a:lnTo>
                  <a:lnTo>
                    <a:pt x="1912632" y="27305"/>
                  </a:lnTo>
                  <a:lnTo>
                    <a:pt x="1912632" y="281305"/>
                  </a:lnTo>
                  <a:lnTo>
                    <a:pt x="1910854" y="353923"/>
                  </a:lnTo>
                  <a:lnTo>
                    <a:pt x="1905165" y="404101"/>
                  </a:lnTo>
                  <a:lnTo>
                    <a:pt x="1894941" y="433209"/>
                  </a:lnTo>
                  <a:lnTo>
                    <a:pt x="1879612" y="442595"/>
                  </a:lnTo>
                  <a:lnTo>
                    <a:pt x="1864271" y="433209"/>
                  </a:lnTo>
                  <a:lnTo>
                    <a:pt x="1854047" y="404101"/>
                  </a:lnTo>
                  <a:lnTo>
                    <a:pt x="1848358" y="353923"/>
                  </a:lnTo>
                  <a:lnTo>
                    <a:pt x="1846592" y="281305"/>
                  </a:lnTo>
                  <a:lnTo>
                    <a:pt x="1848358" y="208686"/>
                  </a:lnTo>
                  <a:lnTo>
                    <a:pt x="1854047" y="158521"/>
                  </a:lnTo>
                  <a:lnTo>
                    <a:pt x="1864271" y="129413"/>
                  </a:lnTo>
                  <a:lnTo>
                    <a:pt x="1879612" y="120015"/>
                  </a:lnTo>
                  <a:lnTo>
                    <a:pt x="1894941" y="129413"/>
                  </a:lnTo>
                  <a:lnTo>
                    <a:pt x="1905165" y="158521"/>
                  </a:lnTo>
                  <a:lnTo>
                    <a:pt x="1910854" y="208686"/>
                  </a:lnTo>
                  <a:lnTo>
                    <a:pt x="1912632" y="281305"/>
                  </a:lnTo>
                  <a:lnTo>
                    <a:pt x="1912632" y="27305"/>
                  </a:lnTo>
                  <a:lnTo>
                    <a:pt x="1845259" y="27482"/>
                  </a:lnTo>
                  <a:lnTo>
                    <a:pt x="1791385" y="66395"/>
                  </a:lnTo>
                  <a:lnTo>
                    <a:pt x="1772132" y="102006"/>
                  </a:lnTo>
                  <a:lnTo>
                    <a:pt x="1758200" y="149263"/>
                  </a:lnTo>
                  <a:lnTo>
                    <a:pt x="1749755" y="208686"/>
                  </a:lnTo>
                  <a:lnTo>
                    <a:pt x="1746885" y="281305"/>
                  </a:lnTo>
                  <a:lnTo>
                    <a:pt x="1749742" y="353923"/>
                  </a:lnTo>
                  <a:lnTo>
                    <a:pt x="1758200" y="413639"/>
                  </a:lnTo>
                  <a:lnTo>
                    <a:pt x="1772132" y="460870"/>
                  </a:lnTo>
                  <a:lnTo>
                    <a:pt x="1791385" y="496417"/>
                  </a:lnTo>
                  <a:lnTo>
                    <a:pt x="1845259" y="535165"/>
                  </a:lnTo>
                  <a:lnTo>
                    <a:pt x="1879612" y="539762"/>
                  </a:lnTo>
                  <a:lnTo>
                    <a:pt x="1913953" y="535165"/>
                  </a:lnTo>
                  <a:lnTo>
                    <a:pt x="1943404" y="520954"/>
                  </a:lnTo>
                  <a:lnTo>
                    <a:pt x="1967826" y="496417"/>
                  </a:lnTo>
                  <a:lnTo>
                    <a:pt x="1987080" y="460870"/>
                  </a:lnTo>
                  <a:lnTo>
                    <a:pt x="1992464" y="442595"/>
                  </a:lnTo>
                  <a:lnTo>
                    <a:pt x="2001012" y="413639"/>
                  </a:lnTo>
                  <a:lnTo>
                    <a:pt x="2009470" y="353923"/>
                  </a:lnTo>
                  <a:lnTo>
                    <a:pt x="2012327" y="281305"/>
                  </a:lnTo>
                  <a:close/>
                </a:path>
                <a:path w="8021955" h="565785">
                  <a:moveTo>
                    <a:pt x="2286647" y="16510"/>
                  </a:moveTo>
                  <a:lnTo>
                    <a:pt x="2186317" y="16510"/>
                  </a:lnTo>
                  <a:lnTo>
                    <a:pt x="2186317" y="215900"/>
                  </a:lnTo>
                  <a:lnTo>
                    <a:pt x="2141232" y="215900"/>
                  </a:lnTo>
                  <a:lnTo>
                    <a:pt x="2141232" y="19050"/>
                  </a:lnTo>
                  <a:lnTo>
                    <a:pt x="2042172" y="19050"/>
                  </a:lnTo>
                  <a:lnTo>
                    <a:pt x="2042172" y="549287"/>
                  </a:lnTo>
                  <a:lnTo>
                    <a:pt x="2141232" y="549287"/>
                  </a:lnTo>
                  <a:lnTo>
                    <a:pt x="2141232" y="317500"/>
                  </a:lnTo>
                  <a:lnTo>
                    <a:pt x="2186317" y="317500"/>
                  </a:lnTo>
                  <a:lnTo>
                    <a:pt x="2186317" y="558812"/>
                  </a:lnTo>
                  <a:lnTo>
                    <a:pt x="2286647" y="558812"/>
                  </a:lnTo>
                  <a:lnTo>
                    <a:pt x="2286647" y="317500"/>
                  </a:lnTo>
                  <a:lnTo>
                    <a:pt x="2286647" y="215900"/>
                  </a:lnTo>
                  <a:lnTo>
                    <a:pt x="2286647" y="16510"/>
                  </a:lnTo>
                  <a:close/>
                </a:path>
                <a:path w="8021955" h="565785">
                  <a:moveTo>
                    <a:pt x="2687332" y="179705"/>
                  </a:moveTo>
                  <a:lnTo>
                    <a:pt x="2681478" y="133718"/>
                  </a:lnTo>
                  <a:lnTo>
                    <a:pt x="2664637" y="94107"/>
                  </a:lnTo>
                  <a:lnTo>
                    <a:pt x="2637879" y="61760"/>
                  </a:lnTo>
                  <a:lnTo>
                    <a:pt x="2602293" y="37566"/>
                  </a:lnTo>
                  <a:lnTo>
                    <a:pt x="2580652" y="30010"/>
                  </a:lnTo>
                  <a:lnTo>
                    <a:pt x="2580652" y="179705"/>
                  </a:lnTo>
                  <a:lnTo>
                    <a:pt x="2575242" y="210947"/>
                  </a:lnTo>
                  <a:lnTo>
                    <a:pt x="2560256" y="233845"/>
                  </a:lnTo>
                  <a:lnTo>
                    <a:pt x="2537523" y="247929"/>
                  </a:lnTo>
                  <a:lnTo>
                    <a:pt x="2508897" y="252730"/>
                  </a:lnTo>
                  <a:lnTo>
                    <a:pt x="2480272" y="247929"/>
                  </a:lnTo>
                  <a:lnTo>
                    <a:pt x="2457539" y="233845"/>
                  </a:lnTo>
                  <a:lnTo>
                    <a:pt x="2442553" y="210947"/>
                  </a:lnTo>
                  <a:lnTo>
                    <a:pt x="2437142" y="179705"/>
                  </a:lnTo>
                  <a:lnTo>
                    <a:pt x="2442553" y="148475"/>
                  </a:lnTo>
                  <a:lnTo>
                    <a:pt x="2457539" y="125577"/>
                  </a:lnTo>
                  <a:lnTo>
                    <a:pt x="2480272" y="111480"/>
                  </a:lnTo>
                  <a:lnTo>
                    <a:pt x="2508897" y="106680"/>
                  </a:lnTo>
                  <a:lnTo>
                    <a:pt x="2537523" y="111480"/>
                  </a:lnTo>
                  <a:lnTo>
                    <a:pt x="2560256" y="125577"/>
                  </a:lnTo>
                  <a:lnTo>
                    <a:pt x="2575242" y="148475"/>
                  </a:lnTo>
                  <a:lnTo>
                    <a:pt x="2580652" y="179705"/>
                  </a:lnTo>
                  <a:lnTo>
                    <a:pt x="2580652" y="30010"/>
                  </a:lnTo>
                  <a:lnTo>
                    <a:pt x="2558935" y="22402"/>
                  </a:lnTo>
                  <a:lnTo>
                    <a:pt x="2508897" y="17145"/>
                  </a:lnTo>
                  <a:lnTo>
                    <a:pt x="2458859" y="22402"/>
                  </a:lnTo>
                  <a:lnTo>
                    <a:pt x="2415502" y="37566"/>
                  </a:lnTo>
                  <a:lnTo>
                    <a:pt x="2379903" y="61760"/>
                  </a:lnTo>
                  <a:lnTo>
                    <a:pt x="2353157" y="94107"/>
                  </a:lnTo>
                  <a:lnTo>
                    <a:pt x="2336317" y="133718"/>
                  </a:lnTo>
                  <a:lnTo>
                    <a:pt x="2330462" y="179705"/>
                  </a:lnTo>
                  <a:lnTo>
                    <a:pt x="2336317" y="225933"/>
                  </a:lnTo>
                  <a:lnTo>
                    <a:pt x="2353157" y="265595"/>
                  </a:lnTo>
                  <a:lnTo>
                    <a:pt x="2379903" y="297903"/>
                  </a:lnTo>
                  <a:lnTo>
                    <a:pt x="2415502" y="321995"/>
                  </a:lnTo>
                  <a:lnTo>
                    <a:pt x="2458859" y="337058"/>
                  </a:lnTo>
                  <a:lnTo>
                    <a:pt x="2508897" y="342265"/>
                  </a:lnTo>
                  <a:lnTo>
                    <a:pt x="2558935" y="337058"/>
                  </a:lnTo>
                  <a:lnTo>
                    <a:pt x="2602293" y="321995"/>
                  </a:lnTo>
                  <a:lnTo>
                    <a:pt x="2637879" y="297903"/>
                  </a:lnTo>
                  <a:lnTo>
                    <a:pt x="2664637" y="265595"/>
                  </a:lnTo>
                  <a:lnTo>
                    <a:pt x="2670098" y="252730"/>
                  </a:lnTo>
                  <a:lnTo>
                    <a:pt x="2681478" y="225933"/>
                  </a:lnTo>
                  <a:lnTo>
                    <a:pt x="2687332" y="179705"/>
                  </a:lnTo>
                  <a:close/>
                </a:path>
                <a:path w="8021955" h="565785">
                  <a:moveTo>
                    <a:pt x="2856877" y="16510"/>
                  </a:moveTo>
                  <a:lnTo>
                    <a:pt x="2749562" y="16510"/>
                  </a:lnTo>
                  <a:lnTo>
                    <a:pt x="2749562" y="417830"/>
                  </a:lnTo>
                  <a:lnTo>
                    <a:pt x="2856877" y="417830"/>
                  </a:lnTo>
                  <a:lnTo>
                    <a:pt x="2856877" y="16510"/>
                  </a:lnTo>
                  <a:close/>
                </a:path>
                <a:path w="8021955" h="565785">
                  <a:moveTo>
                    <a:pt x="2864497" y="462280"/>
                  </a:moveTo>
                  <a:lnTo>
                    <a:pt x="2487307" y="462280"/>
                  </a:lnTo>
                  <a:lnTo>
                    <a:pt x="2487307" y="368935"/>
                  </a:lnTo>
                  <a:lnTo>
                    <a:pt x="2378087" y="368935"/>
                  </a:lnTo>
                  <a:lnTo>
                    <a:pt x="2378087" y="558812"/>
                  </a:lnTo>
                  <a:lnTo>
                    <a:pt x="2864497" y="558812"/>
                  </a:lnTo>
                  <a:lnTo>
                    <a:pt x="2864497" y="462280"/>
                  </a:lnTo>
                  <a:close/>
                </a:path>
                <a:path w="8021955" h="565785">
                  <a:moveTo>
                    <a:pt x="3278517" y="196215"/>
                  </a:moveTo>
                  <a:lnTo>
                    <a:pt x="3272688" y="146367"/>
                  </a:lnTo>
                  <a:lnTo>
                    <a:pt x="3256038" y="103492"/>
                  </a:lnTo>
                  <a:lnTo>
                    <a:pt x="3229787" y="68503"/>
                  </a:lnTo>
                  <a:lnTo>
                    <a:pt x="3195167" y="42367"/>
                  </a:lnTo>
                  <a:lnTo>
                    <a:pt x="3175647" y="34709"/>
                  </a:lnTo>
                  <a:lnTo>
                    <a:pt x="3175647" y="196215"/>
                  </a:lnTo>
                  <a:lnTo>
                    <a:pt x="3170720" y="228282"/>
                  </a:lnTo>
                  <a:lnTo>
                    <a:pt x="3156674" y="253606"/>
                  </a:lnTo>
                  <a:lnTo>
                    <a:pt x="3134664" y="270243"/>
                  </a:lnTo>
                  <a:lnTo>
                    <a:pt x="3105797" y="276225"/>
                  </a:lnTo>
                  <a:lnTo>
                    <a:pt x="3076664" y="270243"/>
                  </a:lnTo>
                  <a:lnTo>
                    <a:pt x="3054680" y="253606"/>
                  </a:lnTo>
                  <a:lnTo>
                    <a:pt x="3040786" y="228282"/>
                  </a:lnTo>
                  <a:lnTo>
                    <a:pt x="3035947" y="196215"/>
                  </a:lnTo>
                  <a:lnTo>
                    <a:pt x="3040786" y="164426"/>
                  </a:lnTo>
                  <a:lnTo>
                    <a:pt x="3054680" y="139065"/>
                  </a:lnTo>
                  <a:lnTo>
                    <a:pt x="3076664" y="122275"/>
                  </a:lnTo>
                  <a:lnTo>
                    <a:pt x="3105797" y="116205"/>
                  </a:lnTo>
                  <a:lnTo>
                    <a:pt x="3134664" y="122275"/>
                  </a:lnTo>
                  <a:lnTo>
                    <a:pt x="3156674" y="139065"/>
                  </a:lnTo>
                  <a:lnTo>
                    <a:pt x="3170720" y="164426"/>
                  </a:lnTo>
                  <a:lnTo>
                    <a:pt x="3175647" y="196215"/>
                  </a:lnTo>
                  <a:lnTo>
                    <a:pt x="3175647" y="34709"/>
                  </a:lnTo>
                  <a:lnTo>
                    <a:pt x="3153422" y="25984"/>
                  </a:lnTo>
                  <a:lnTo>
                    <a:pt x="3105797" y="20320"/>
                  </a:lnTo>
                  <a:lnTo>
                    <a:pt x="3057893" y="25984"/>
                  </a:lnTo>
                  <a:lnTo>
                    <a:pt x="3015983" y="42367"/>
                  </a:lnTo>
                  <a:lnTo>
                    <a:pt x="2981261" y="68503"/>
                  </a:lnTo>
                  <a:lnTo>
                    <a:pt x="2954947" y="103492"/>
                  </a:lnTo>
                  <a:lnTo>
                    <a:pt x="2938272" y="146367"/>
                  </a:lnTo>
                  <a:lnTo>
                    <a:pt x="2932442" y="196215"/>
                  </a:lnTo>
                  <a:lnTo>
                    <a:pt x="2938272" y="246075"/>
                  </a:lnTo>
                  <a:lnTo>
                    <a:pt x="2954947" y="288950"/>
                  </a:lnTo>
                  <a:lnTo>
                    <a:pt x="2981261" y="323938"/>
                  </a:lnTo>
                  <a:lnTo>
                    <a:pt x="3015983" y="350075"/>
                  </a:lnTo>
                  <a:lnTo>
                    <a:pt x="3057893" y="366445"/>
                  </a:lnTo>
                  <a:lnTo>
                    <a:pt x="3105797" y="372110"/>
                  </a:lnTo>
                  <a:lnTo>
                    <a:pt x="3153422" y="366445"/>
                  </a:lnTo>
                  <a:lnTo>
                    <a:pt x="3195167" y="350075"/>
                  </a:lnTo>
                  <a:lnTo>
                    <a:pt x="3229787" y="323938"/>
                  </a:lnTo>
                  <a:lnTo>
                    <a:pt x="3256038" y="288950"/>
                  </a:lnTo>
                  <a:lnTo>
                    <a:pt x="3260979" y="276225"/>
                  </a:lnTo>
                  <a:lnTo>
                    <a:pt x="3272688" y="246075"/>
                  </a:lnTo>
                  <a:lnTo>
                    <a:pt x="3278517" y="196215"/>
                  </a:lnTo>
                  <a:close/>
                </a:path>
                <a:path w="8021955" h="565785">
                  <a:moveTo>
                    <a:pt x="3305187" y="411480"/>
                  </a:moveTo>
                  <a:lnTo>
                    <a:pt x="3276117" y="421284"/>
                  </a:lnTo>
                  <a:lnTo>
                    <a:pt x="3241217" y="427990"/>
                  </a:lnTo>
                  <a:lnTo>
                    <a:pt x="3203206" y="431850"/>
                  </a:lnTo>
                  <a:lnTo>
                    <a:pt x="3164852" y="433070"/>
                  </a:lnTo>
                  <a:lnTo>
                    <a:pt x="2917837" y="433070"/>
                  </a:lnTo>
                  <a:lnTo>
                    <a:pt x="2917837" y="533412"/>
                  </a:lnTo>
                  <a:lnTo>
                    <a:pt x="3160407" y="533412"/>
                  </a:lnTo>
                  <a:lnTo>
                    <a:pt x="3201073" y="531977"/>
                  </a:lnTo>
                  <a:lnTo>
                    <a:pt x="3240417" y="527697"/>
                  </a:lnTo>
                  <a:lnTo>
                    <a:pt x="3275965" y="520547"/>
                  </a:lnTo>
                  <a:lnTo>
                    <a:pt x="3305187" y="510552"/>
                  </a:lnTo>
                  <a:lnTo>
                    <a:pt x="3305187" y="411480"/>
                  </a:lnTo>
                  <a:close/>
                </a:path>
                <a:path w="8021955" h="565785">
                  <a:moveTo>
                    <a:pt x="3443617" y="16510"/>
                  </a:moveTo>
                  <a:lnTo>
                    <a:pt x="3336302" y="16510"/>
                  </a:lnTo>
                  <a:lnTo>
                    <a:pt x="3336302" y="558812"/>
                  </a:lnTo>
                  <a:lnTo>
                    <a:pt x="3443617" y="558812"/>
                  </a:lnTo>
                  <a:lnTo>
                    <a:pt x="3443617" y="16510"/>
                  </a:lnTo>
                  <a:close/>
                </a:path>
                <a:path w="8021955" h="565785">
                  <a:moveTo>
                    <a:pt x="3999763" y="179705"/>
                  </a:moveTo>
                  <a:lnTo>
                    <a:pt x="3994010" y="133718"/>
                  </a:lnTo>
                  <a:lnTo>
                    <a:pt x="3977436" y="94107"/>
                  </a:lnTo>
                  <a:lnTo>
                    <a:pt x="3951097" y="61760"/>
                  </a:lnTo>
                  <a:lnTo>
                    <a:pt x="3916032" y="37566"/>
                  </a:lnTo>
                  <a:lnTo>
                    <a:pt x="3893083" y="29438"/>
                  </a:lnTo>
                  <a:lnTo>
                    <a:pt x="3893083" y="179705"/>
                  </a:lnTo>
                  <a:lnTo>
                    <a:pt x="3887978" y="210947"/>
                  </a:lnTo>
                  <a:lnTo>
                    <a:pt x="3873716" y="233845"/>
                  </a:lnTo>
                  <a:lnTo>
                    <a:pt x="3851821" y="247929"/>
                  </a:lnTo>
                  <a:lnTo>
                    <a:pt x="3823868" y="252730"/>
                  </a:lnTo>
                  <a:lnTo>
                    <a:pt x="3795903" y="247929"/>
                  </a:lnTo>
                  <a:lnTo>
                    <a:pt x="3774021" y="233845"/>
                  </a:lnTo>
                  <a:lnTo>
                    <a:pt x="3759746" y="210947"/>
                  </a:lnTo>
                  <a:lnTo>
                    <a:pt x="3754653" y="179705"/>
                  </a:lnTo>
                  <a:lnTo>
                    <a:pt x="3759746" y="148475"/>
                  </a:lnTo>
                  <a:lnTo>
                    <a:pt x="3774021" y="125577"/>
                  </a:lnTo>
                  <a:lnTo>
                    <a:pt x="3795903" y="111480"/>
                  </a:lnTo>
                  <a:lnTo>
                    <a:pt x="3823868" y="106680"/>
                  </a:lnTo>
                  <a:lnTo>
                    <a:pt x="3851821" y="111480"/>
                  </a:lnTo>
                  <a:lnTo>
                    <a:pt x="3873716" y="125577"/>
                  </a:lnTo>
                  <a:lnTo>
                    <a:pt x="3887978" y="148475"/>
                  </a:lnTo>
                  <a:lnTo>
                    <a:pt x="3893083" y="179705"/>
                  </a:lnTo>
                  <a:lnTo>
                    <a:pt x="3893083" y="29438"/>
                  </a:lnTo>
                  <a:lnTo>
                    <a:pt x="3873271" y="22402"/>
                  </a:lnTo>
                  <a:lnTo>
                    <a:pt x="3823868" y="17145"/>
                  </a:lnTo>
                  <a:lnTo>
                    <a:pt x="3774452" y="22402"/>
                  </a:lnTo>
                  <a:lnTo>
                    <a:pt x="3731691" y="37566"/>
                  </a:lnTo>
                  <a:lnTo>
                    <a:pt x="3696627" y="61760"/>
                  </a:lnTo>
                  <a:lnTo>
                    <a:pt x="3670287" y="94107"/>
                  </a:lnTo>
                  <a:lnTo>
                    <a:pt x="3653726" y="133718"/>
                  </a:lnTo>
                  <a:lnTo>
                    <a:pt x="3647973" y="179705"/>
                  </a:lnTo>
                  <a:lnTo>
                    <a:pt x="3653726" y="225933"/>
                  </a:lnTo>
                  <a:lnTo>
                    <a:pt x="3670287" y="265595"/>
                  </a:lnTo>
                  <a:lnTo>
                    <a:pt x="3696627" y="297903"/>
                  </a:lnTo>
                  <a:lnTo>
                    <a:pt x="3731691" y="321995"/>
                  </a:lnTo>
                  <a:lnTo>
                    <a:pt x="3774452" y="337058"/>
                  </a:lnTo>
                  <a:lnTo>
                    <a:pt x="3823868" y="342265"/>
                  </a:lnTo>
                  <a:lnTo>
                    <a:pt x="3873271" y="337058"/>
                  </a:lnTo>
                  <a:lnTo>
                    <a:pt x="3916032" y="321995"/>
                  </a:lnTo>
                  <a:lnTo>
                    <a:pt x="3951097" y="297903"/>
                  </a:lnTo>
                  <a:lnTo>
                    <a:pt x="3977436" y="265595"/>
                  </a:lnTo>
                  <a:lnTo>
                    <a:pt x="3982809" y="252730"/>
                  </a:lnTo>
                  <a:lnTo>
                    <a:pt x="3994010" y="225933"/>
                  </a:lnTo>
                  <a:lnTo>
                    <a:pt x="3999763" y="179705"/>
                  </a:lnTo>
                  <a:close/>
                </a:path>
                <a:path w="8021955" h="565785">
                  <a:moveTo>
                    <a:pt x="4172483" y="462280"/>
                  </a:moveTo>
                  <a:lnTo>
                    <a:pt x="3801643" y="462280"/>
                  </a:lnTo>
                  <a:lnTo>
                    <a:pt x="3801643" y="368935"/>
                  </a:lnTo>
                  <a:lnTo>
                    <a:pt x="3692423" y="368935"/>
                  </a:lnTo>
                  <a:lnTo>
                    <a:pt x="3692423" y="558812"/>
                  </a:lnTo>
                  <a:lnTo>
                    <a:pt x="4172483" y="558812"/>
                  </a:lnTo>
                  <a:lnTo>
                    <a:pt x="4172483" y="462280"/>
                  </a:lnTo>
                  <a:close/>
                </a:path>
                <a:path w="8021955" h="565785">
                  <a:moveTo>
                    <a:pt x="4228363" y="124460"/>
                  </a:moveTo>
                  <a:lnTo>
                    <a:pt x="4164863" y="124460"/>
                  </a:lnTo>
                  <a:lnTo>
                    <a:pt x="4164863" y="16510"/>
                  </a:lnTo>
                  <a:lnTo>
                    <a:pt x="4057548" y="16510"/>
                  </a:lnTo>
                  <a:lnTo>
                    <a:pt x="4057548" y="417830"/>
                  </a:lnTo>
                  <a:lnTo>
                    <a:pt x="4164863" y="417830"/>
                  </a:lnTo>
                  <a:lnTo>
                    <a:pt x="4164863" y="228600"/>
                  </a:lnTo>
                  <a:lnTo>
                    <a:pt x="4228363" y="228600"/>
                  </a:lnTo>
                  <a:lnTo>
                    <a:pt x="4228363" y="124460"/>
                  </a:lnTo>
                  <a:close/>
                </a:path>
                <a:path w="8021955" h="565785">
                  <a:moveTo>
                    <a:pt x="4627143" y="268605"/>
                  </a:moveTo>
                  <a:lnTo>
                    <a:pt x="4600486" y="250190"/>
                  </a:lnTo>
                  <a:lnTo>
                    <a:pt x="4477283" y="165100"/>
                  </a:lnTo>
                  <a:lnTo>
                    <a:pt x="4480738" y="152615"/>
                  </a:lnTo>
                  <a:lnTo>
                    <a:pt x="4483468" y="139941"/>
                  </a:lnTo>
                  <a:lnTo>
                    <a:pt x="4485500" y="127152"/>
                  </a:lnTo>
                  <a:lnTo>
                    <a:pt x="4486808" y="114300"/>
                  </a:lnTo>
                  <a:lnTo>
                    <a:pt x="4603648" y="114300"/>
                  </a:lnTo>
                  <a:lnTo>
                    <a:pt x="4603648" y="22860"/>
                  </a:lnTo>
                  <a:lnTo>
                    <a:pt x="4258208" y="22860"/>
                  </a:lnTo>
                  <a:lnTo>
                    <a:pt x="4258208" y="114300"/>
                  </a:lnTo>
                  <a:lnTo>
                    <a:pt x="4378858" y="114300"/>
                  </a:lnTo>
                  <a:lnTo>
                    <a:pt x="4365066" y="164236"/>
                  </a:lnTo>
                  <a:lnTo>
                    <a:pt x="4338536" y="207010"/>
                  </a:lnTo>
                  <a:lnTo>
                    <a:pt x="4300093" y="237896"/>
                  </a:lnTo>
                  <a:lnTo>
                    <a:pt x="4250588" y="252095"/>
                  </a:lnTo>
                  <a:lnTo>
                    <a:pt x="4250588" y="349250"/>
                  </a:lnTo>
                  <a:lnTo>
                    <a:pt x="4306151" y="340918"/>
                  </a:lnTo>
                  <a:lnTo>
                    <a:pt x="4355998" y="320205"/>
                  </a:lnTo>
                  <a:lnTo>
                    <a:pt x="4399178" y="289242"/>
                  </a:lnTo>
                  <a:lnTo>
                    <a:pt x="4434738" y="250190"/>
                  </a:lnTo>
                  <a:lnTo>
                    <a:pt x="4566818" y="344805"/>
                  </a:lnTo>
                  <a:lnTo>
                    <a:pt x="4627143" y="268605"/>
                  </a:lnTo>
                  <a:close/>
                </a:path>
                <a:path w="8021955" h="565785">
                  <a:moveTo>
                    <a:pt x="4768113" y="16510"/>
                  </a:moveTo>
                  <a:lnTo>
                    <a:pt x="4660798" y="16510"/>
                  </a:lnTo>
                  <a:lnTo>
                    <a:pt x="4660798" y="132080"/>
                  </a:lnTo>
                  <a:lnTo>
                    <a:pt x="4588408" y="132080"/>
                  </a:lnTo>
                  <a:lnTo>
                    <a:pt x="4588408" y="225425"/>
                  </a:lnTo>
                  <a:lnTo>
                    <a:pt x="4660798" y="225425"/>
                  </a:lnTo>
                  <a:lnTo>
                    <a:pt x="4660798" y="418465"/>
                  </a:lnTo>
                  <a:lnTo>
                    <a:pt x="4768113" y="418465"/>
                  </a:lnTo>
                  <a:lnTo>
                    <a:pt x="4768113" y="16510"/>
                  </a:lnTo>
                  <a:close/>
                </a:path>
                <a:path w="8021955" h="565785">
                  <a:moveTo>
                    <a:pt x="4775733" y="462915"/>
                  </a:moveTo>
                  <a:lnTo>
                    <a:pt x="4392193" y="462915"/>
                  </a:lnTo>
                  <a:lnTo>
                    <a:pt x="4392193" y="368935"/>
                  </a:lnTo>
                  <a:lnTo>
                    <a:pt x="4282973" y="368935"/>
                  </a:lnTo>
                  <a:lnTo>
                    <a:pt x="4282973" y="558812"/>
                  </a:lnTo>
                  <a:lnTo>
                    <a:pt x="4775733" y="558812"/>
                  </a:lnTo>
                  <a:lnTo>
                    <a:pt x="4775733" y="462915"/>
                  </a:lnTo>
                  <a:close/>
                </a:path>
                <a:path w="8021955" h="565785">
                  <a:moveTo>
                    <a:pt x="5347233" y="109855"/>
                  </a:moveTo>
                  <a:lnTo>
                    <a:pt x="5314962" y="49771"/>
                  </a:lnTo>
                  <a:lnTo>
                    <a:pt x="5277383" y="30403"/>
                  </a:lnTo>
                  <a:lnTo>
                    <a:pt x="5233568" y="18821"/>
                  </a:lnTo>
                  <a:lnTo>
                    <a:pt x="5233568" y="109855"/>
                  </a:lnTo>
                  <a:lnTo>
                    <a:pt x="5224170" y="121602"/>
                  </a:lnTo>
                  <a:lnTo>
                    <a:pt x="5197449" y="129463"/>
                  </a:lnTo>
                  <a:lnTo>
                    <a:pt x="5155616" y="133883"/>
                  </a:lnTo>
                  <a:lnTo>
                    <a:pt x="5100853" y="135255"/>
                  </a:lnTo>
                  <a:lnTo>
                    <a:pt x="5046091" y="133883"/>
                  </a:lnTo>
                  <a:lnTo>
                    <a:pt x="5004257" y="129463"/>
                  </a:lnTo>
                  <a:lnTo>
                    <a:pt x="4977536" y="121602"/>
                  </a:lnTo>
                  <a:lnTo>
                    <a:pt x="4968138" y="109855"/>
                  </a:lnTo>
                  <a:lnTo>
                    <a:pt x="4977536" y="98386"/>
                  </a:lnTo>
                  <a:lnTo>
                    <a:pt x="5004257" y="90487"/>
                  </a:lnTo>
                  <a:lnTo>
                    <a:pt x="5046091" y="85928"/>
                  </a:lnTo>
                  <a:lnTo>
                    <a:pt x="5100853" y="84455"/>
                  </a:lnTo>
                  <a:lnTo>
                    <a:pt x="5155616" y="85928"/>
                  </a:lnTo>
                  <a:lnTo>
                    <a:pt x="5197449" y="90487"/>
                  </a:lnTo>
                  <a:lnTo>
                    <a:pt x="5224170" y="98386"/>
                  </a:lnTo>
                  <a:lnTo>
                    <a:pt x="5233568" y="109855"/>
                  </a:lnTo>
                  <a:lnTo>
                    <a:pt x="5233568" y="18821"/>
                  </a:lnTo>
                  <a:lnTo>
                    <a:pt x="5227955" y="17335"/>
                  </a:lnTo>
                  <a:lnTo>
                    <a:pt x="5168493" y="9944"/>
                  </a:lnTo>
                  <a:lnTo>
                    <a:pt x="5100853" y="7620"/>
                  </a:lnTo>
                  <a:lnTo>
                    <a:pt x="5033213" y="9944"/>
                  </a:lnTo>
                  <a:lnTo>
                    <a:pt x="4973764" y="17335"/>
                  </a:lnTo>
                  <a:lnTo>
                    <a:pt x="4924323" y="30403"/>
                  </a:lnTo>
                  <a:lnTo>
                    <a:pt x="4886744" y="49771"/>
                  </a:lnTo>
                  <a:lnTo>
                    <a:pt x="4854473" y="109855"/>
                  </a:lnTo>
                  <a:lnTo>
                    <a:pt x="4862842" y="143675"/>
                  </a:lnTo>
                  <a:lnTo>
                    <a:pt x="4924323" y="189318"/>
                  </a:lnTo>
                  <a:lnTo>
                    <a:pt x="4973764" y="202387"/>
                  </a:lnTo>
                  <a:lnTo>
                    <a:pt x="5033213" y="209765"/>
                  </a:lnTo>
                  <a:lnTo>
                    <a:pt x="5100853" y="212090"/>
                  </a:lnTo>
                  <a:lnTo>
                    <a:pt x="5168493" y="209765"/>
                  </a:lnTo>
                  <a:lnTo>
                    <a:pt x="5227955" y="202387"/>
                  </a:lnTo>
                  <a:lnTo>
                    <a:pt x="5277383" y="189318"/>
                  </a:lnTo>
                  <a:lnTo>
                    <a:pt x="5314962" y="169951"/>
                  </a:lnTo>
                  <a:lnTo>
                    <a:pt x="5340947" y="135255"/>
                  </a:lnTo>
                  <a:lnTo>
                    <a:pt x="5347233" y="109855"/>
                  </a:lnTo>
                  <a:close/>
                </a:path>
                <a:path w="8021955" h="565785">
                  <a:moveTo>
                    <a:pt x="5349138" y="488962"/>
                  </a:moveTo>
                  <a:lnTo>
                    <a:pt x="4963693" y="488962"/>
                  </a:lnTo>
                  <a:lnTo>
                    <a:pt x="4963693" y="470535"/>
                  </a:lnTo>
                  <a:lnTo>
                    <a:pt x="5343423" y="470535"/>
                  </a:lnTo>
                  <a:lnTo>
                    <a:pt x="5343423" y="328930"/>
                  </a:lnTo>
                  <a:lnTo>
                    <a:pt x="4857648" y="328930"/>
                  </a:lnTo>
                  <a:lnTo>
                    <a:pt x="4857648" y="396240"/>
                  </a:lnTo>
                  <a:lnTo>
                    <a:pt x="5238648" y="396240"/>
                  </a:lnTo>
                  <a:lnTo>
                    <a:pt x="5238648" y="414655"/>
                  </a:lnTo>
                  <a:lnTo>
                    <a:pt x="4858918" y="414655"/>
                  </a:lnTo>
                  <a:lnTo>
                    <a:pt x="4858918" y="558812"/>
                  </a:lnTo>
                  <a:lnTo>
                    <a:pt x="5349138" y="558812"/>
                  </a:lnTo>
                  <a:lnTo>
                    <a:pt x="5349138" y="488962"/>
                  </a:lnTo>
                  <a:close/>
                </a:path>
                <a:path w="8021955" h="565785">
                  <a:moveTo>
                    <a:pt x="5375173" y="229870"/>
                  </a:moveTo>
                  <a:lnTo>
                    <a:pt x="4826533" y="229870"/>
                  </a:lnTo>
                  <a:lnTo>
                    <a:pt x="4826533" y="307975"/>
                  </a:lnTo>
                  <a:lnTo>
                    <a:pt x="5375173" y="307975"/>
                  </a:lnTo>
                  <a:lnTo>
                    <a:pt x="5375173" y="229870"/>
                  </a:lnTo>
                  <a:close/>
                </a:path>
                <a:path w="8021955" h="565785">
                  <a:moveTo>
                    <a:pt x="5924994" y="36195"/>
                  </a:moveTo>
                  <a:lnTo>
                    <a:pt x="5798629" y="36195"/>
                  </a:lnTo>
                  <a:lnTo>
                    <a:pt x="5798629" y="0"/>
                  </a:lnTo>
                  <a:lnTo>
                    <a:pt x="5688139" y="0"/>
                  </a:lnTo>
                  <a:lnTo>
                    <a:pt x="5688139" y="36195"/>
                  </a:lnTo>
                  <a:lnTo>
                    <a:pt x="5563044" y="36195"/>
                  </a:lnTo>
                  <a:lnTo>
                    <a:pt x="5563044" y="110490"/>
                  </a:lnTo>
                  <a:lnTo>
                    <a:pt x="5924994" y="110490"/>
                  </a:lnTo>
                  <a:lnTo>
                    <a:pt x="5924994" y="36195"/>
                  </a:lnTo>
                  <a:close/>
                </a:path>
                <a:path w="8021955" h="565785">
                  <a:moveTo>
                    <a:pt x="5936424" y="290195"/>
                  </a:moveTo>
                  <a:lnTo>
                    <a:pt x="5907456" y="299440"/>
                  </a:lnTo>
                  <a:lnTo>
                    <a:pt x="5872759" y="305523"/>
                  </a:lnTo>
                  <a:lnTo>
                    <a:pt x="5834977" y="308864"/>
                  </a:lnTo>
                  <a:lnTo>
                    <a:pt x="5796724" y="309880"/>
                  </a:lnTo>
                  <a:lnTo>
                    <a:pt x="5796724" y="289560"/>
                  </a:lnTo>
                  <a:lnTo>
                    <a:pt x="5841377" y="279082"/>
                  </a:lnTo>
                  <a:lnTo>
                    <a:pt x="5875934" y="261861"/>
                  </a:lnTo>
                  <a:lnTo>
                    <a:pt x="5898083" y="238125"/>
                  </a:lnTo>
                  <a:lnTo>
                    <a:pt x="5901842" y="223520"/>
                  </a:lnTo>
                  <a:lnTo>
                    <a:pt x="5905944" y="207645"/>
                  </a:lnTo>
                  <a:lnTo>
                    <a:pt x="5893867" y="170776"/>
                  </a:lnTo>
                  <a:lnTo>
                    <a:pt x="5860300" y="144145"/>
                  </a:lnTo>
                  <a:lnTo>
                    <a:pt x="5809234" y="127990"/>
                  </a:lnTo>
                  <a:lnTo>
                    <a:pt x="5806249" y="127749"/>
                  </a:lnTo>
                  <a:lnTo>
                    <a:pt x="5806249" y="207645"/>
                  </a:lnTo>
                  <a:lnTo>
                    <a:pt x="5801893" y="214680"/>
                  </a:lnTo>
                  <a:lnTo>
                    <a:pt x="5789498" y="219633"/>
                  </a:lnTo>
                  <a:lnTo>
                    <a:pt x="5770080" y="222567"/>
                  </a:lnTo>
                  <a:lnTo>
                    <a:pt x="5744654" y="223520"/>
                  </a:lnTo>
                  <a:lnTo>
                    <a:pt x="5719229" y="222567"/>
                  </a:lnTo>
                  <a:lnTo>
                    <a:pt x="5699811" y="219633"/>
                  </a:lnTo>
                  <a:lnTo>
                    <a:pt x="5687415" y="214680"/>
                  </a:lnTo>
                  <a:lnTo>
                    <a:pt x="5683059" y="207645"/>
                  </a:lnTo>
                  <a:lnTo>
                    <a:pt x="5687415" y="200609"/>
                  </a:lnTo>
                  <a:lnTo>
                    <a:pt x="5699811" y="195668"/>
                  </a:lnTo>
                  <a:lnTo>
                    <a:pt x="5719229" y="192735"/>
                  </a:lnTo>
                  <a:lnTo>
                    <a:pt x="5744654" y="191770"/>
                  </a:lnTo>
                  <a:lnTo>
                    <a:pt x="5770080" y="192735"/>
                  </a:lnTo>
                  <a:lnTo>
                    <a:pt x="5789498" y="195668"/>
                  </a:lnTo>
                  <a:lnTo>
                    <a:pt x="5801893" y="200609"/>
                  </a:lnTo>
                  <a:lnTo>
                    <a:pt x="5806249" y="207645"/>
                  </a:lnTo>
                  <a:lnTo>
                    <a:pt x="5806249" y="127749"/>
                  </a:lnTo>
                  <a:lnTo>
                    <a:pt x="5744654" y="122555"/>
                  </a:lnTo>
                  <a:lnTo>
                    <a:pt x="5680075" y="127990"/>
                  </a:lnTo>
                  <a:lnTo>
                    <a:pt x="5629008" y="144145"/>
                  </a:lnTo>
                  <a:lnTo>
                    <a:pt x="5595442" y="170776"/>
                  </a:lnTo>
                  <a:lnTo>
                    <a:pt x="5583364" y="207645"/>
                  </a:lnTo>
                  <a:lnTo>
                    <a:pt x="5591124" y="238125"/>
                  </a:lnTo>
                  <a:lnTo>
                    <a:pt x="5613044" y="261861"/>
                  </a:lnTo>
                  <a:lnTo>
                    <a:pt x="5647118" y="278815"/>
                  </a:lnTo>
                  <a:lnTo>
                    <a:pt x="5691314" y="288925"/>
                  </a:lnTo>
                  <a:lnTo>
                    <a:pt x="5691314" y="309880"/>
                  </a:lnTo>
                  <a:lnTo>
                    <a:pt x="5564314" y="309880"/>
                  </a:lnTo>
                  <a:lnTo>
                    <a:pt x="5564314" y="387985"/>
                  </a:lnTo>
                  <a:lnTo>
                    <a:pt x="5794184" y="387985"/>
                  </a:lnTo>
                  <a:lnTo>
                    <a:pt x="5834443" y="386969"/>
                  </a:lnTo>
                  <a:lnTo>
                    <a:pt x="5872924" y="383628"/>
                  </a:lnTo>
                  <a:lnTo>
                    <a:pt x="5907595" y="377545"/>
                  </a:lnTo>
                  <a:lnTo>
                    <a:pt x="5936424" y="368300"/>
                  </a:lnTo>
                  <a:lnTo>
                    <a:pt x="5936424" y="290195"/>
                  </a:lnTo>
                  <a:close/>
                </a:path>
                <a:path w="8021955" h="565785">
                  <a:moveTo>
                    <a:pt x="6074854" y="408940"/>
                  </a:moveTo>
                  <a:lnTo>
                    <a:pt x="5593524" y="408940"/>
                  </a:lnTo>
                  <a:lnTo>
                    <a:pt x="5593524" y="488327"/>
                  </a:lnTo>
                  <a:lnTo>
                    <a:pt x="5966904" y="488327"/>
                  </a:lnTo>
                  <a:lnTo>
                    <a:pt x="5966904" y="565162"/>
                  </a:lnTo>
                  <a:lnTo>
                    <a:pt x="6074854" y="565162"/>
                  </a:lnTo>
                  <a:lnTo>
                    <a:pt x="6074854" y="408940"/>
                  </a:lnTo>
                  <a:close/>
                </a:path>
                <a:path w="8021955" h="565785">
                  <a:moveTo>
                    <a:pt x="6137084" y="135255"/>
                  </a:moveTo>
                  <a:lnTo>
                    <a:pt x="6074854" y="135255"/>
                  </a:lnTo>
                  <a:lnTo>
                    <a:pt x="6074854" y="16510"/>
                  </a:lnTo>
                  <a:lnTo>
                    <a:pt x="5967539" y="16510"/>
                  </a:lnTo>
                  <a:lnTo>
                    <a:pt x="5967539" y="389890"/>
                  </a:lnTo>
                  <a:lnTo>
                    <a:pt x="6074854" y="389890"/>
                  </a:lnTo>
                  <a:lnTo>
                    <a:pt x="6074854" y="234950"/>
                  </a:lnTo>
                  <a:lnTo>
                    <a:pt x="6137084" y="234950"/>
                  </a:lnTo>
                  <a:lnTo>
                    <a:pt x="6137084" y="135255"/>
                  </a:lnTo>
                  <a:close/>
                </a:path>
                <a:path w="8021955" h="565785">
                  <a:moveTo>
                    <a:pt x="6698424" y="439420"/>
                  </a:moveTo>
                  <a:lnTo>
                    <a:pt x="6478714" y="439420"/>
                  </a:lnTo>
                  <a:lnTo>
                    <a:pt x="6478714" y="357225"/>
                  </a:lnTo>
                  <a:lnTo>
                    <a:pt x="6668579" y="357225"/>
                  </a:lnTo>
                  <a:lnTo>
                    <a:pt x="6668579" y="260985"/>
                  </a:lnTo>
                  <a:lnTo>
                    <a:pt x="6668579" y="29210"/>
                  </a:lnTo>
                  <a:lnTo>
                    <a:pt x="6563169" y="29210"/>
                  </a:lnTo>
                  <a:lnTo>
                    <a:pt x="6563169" y="98145"/>
                  </a:lnTo>
                  <a:lnTo>
                    <a:pt x="6563169" y="193395"/>
                  </a:lnTo>
                  <a:lnTo>
                    <a:pt x="6563169" y="260705"/>
                  </a:lnTo>
                  <a:lnTo>
                    <a:pt x="6285039" y="260705"/>
                  </a:lnTo>
                  <a:lnTo>
                    <a:pt x="6285039" y="193395"/>
                  </a:lnTo>
                  <a:lnTo>
                    <a:pt x="6563169" y="193395"/>
                  </a:lnTo>
                  <a:lnTo>
                    <a:pt x="6563169" y="98145"/>
                  </a:lnTo>
                  <a:lnTo>
                    <a:pt x="6285039" y="98145"/>
                  </a:lnTo>
                  <a:lnTo>
                    <a:pt x="6285039" y="29565"/>
                  </a:lnTo>
                  <a:lnTo>
                    <a:pt x="6179629" y="29565"/>
                  </a:lnTo>
                  <a:lnTo>
                    <a:pt x="6179629" y="98145"/>
                  </a:lnTo>
                  <a:lnTo>
                    <a:pt x="6179629" y="193395"/>
                  </a:lnTo>
                  <a:lnTo>
                    <a:pt x="6179629" y="260705"/>
                  </a:lnTo>
                  <a:lnTo>
                    <a:pt x="6179629" y="357225"/>
                  </a:lnTo>
                  <a:lnTo>
                    <a:pt x="6369494" y="357225"/>
                  </a:lnTo>
                  <a:lnTo>
                    <a:pt x="6369494" y="439420"/>
                  </a:lnTo>
                  <a:lnTo>
                    <a:pt x="6149784" y="439420"/>
                  </a:lnTo>
                  <a:lnTo>
                    <a:pt x="6149784" y="539762"/>
                  </a:lnTo>
                  <a:lnTo>
                    <a:pt x="6698424" y="539762"/>
                  </a:lnTo>
                  <a:lnTo>
                    <a:pt x="6698424" y="439420"/>
                  </a:lnTo>
                  <a:close/>
                </a:path>
                <a:path w="8021955" h="565785">
                  <a:moveTo>
                    <a:pt x="7209561" y="29210"/>
                  </a:moveTo>
                  <a:lnTo>
                    <a:pt x="6902856" y="29210"/>
                  </a:lnTo>
                  <a:lnTo>
                    <a:pt x="6902856" y="127000"/>
                  </a:lnTo>
                  <a:lnTo>
                    <a:pt x="7100341" y="127000"/>
                  </a:lnTo>
                  <a:lnTo>
                    <a:pt x="7100341" y="175895"/>
                  </a:lnTo>
                  <a:lnTo>
                    <a:pt x="7097204" y="232422"/>
                  </a:lnTo>
                  <a:lnTo>
                    <a:pt x="7087794" y="282676"/>
                  </a:lnTo>
                  <a:lnTo>
                    <a:pt x="7072185" y="326301"/>
                  </a:lnTo>
                  <a:lnTo>
                    <a:pt x="7050418" y="362902"/>
                  </a:lnTo>
                  <a:lnTo>
                    <a:pt x="7022554" y="392137"/>
                  </a:lnTo>
                  <a:lnTo>
                    <a:pt x="6988632" y="413613"/>
                  </a:lnTo>
                  <a:lnTo>
                    <a:pt x="6948716" y="426961"/>
                  </a:lnTo>
                  <a:lnTo>
                    <a:pt x="6902856" y="431800"/>
                  </a:lnTo>
                  <a:lnTo>
                    <a:pt x="6902856" y="533412"/>
                  </a:lnTo>
                  <a:lnTo>
                    <a:pt x="6948386" y="530580"/>
                  </a:lnTo>
                  <a:lnTo>
                    <a:pt x="6990842" y="522224"/>
                  </a:lnTo>
                  <a:lnTo>
                    <a:pt x="7030085" y="508533"/>
                  </a:lnTo>
                  <a:lnTo>
                    <a:pt x="7065912" y="489686"/>
                  </a:lnTo>
                  <a:lnTo>
                    <a:pt x="7098182" y="465874"/>
                  </a:lnTo>
                  <a:lnTo>
                    <a:pt x="7126694" y="437286"/>
                  </a:lnTo>
                  <a:lnTo>
                    <a:pt x="7151306" y="404101"/>
                  </a:lnTo>
                  <a:lnTo>
                    <a:pt x="7171817" y="366522"/>
                  </a:lnTo>
                  <a:lnTo>
                    <a:pt x="7188073" y="324713"/>
                  </a:lnTo>
                  <a:lnTo>
                    <a:pt x="7199897" y="278892"/>
                  </a:lnTo>
                  <a:lnTo>
                    <a:pt x="7207123" y="229222"/>
                  </a:lnTo>
                  <a:lnTo>
                    <a:pt x="7209561" y="175895"/>
                  </a:lnTo>
                  <a:lnTo>
                    <a:pt x="7209561" y="29210"/>
                  </a:lnTo>
                  <a:close/>
                </a:path>
                <a:path w="8021955" h="565785">
                  <a:moveTo>
                    <a:pt x="7460399" y="214630"/>
                  </a:moveTo>
                  <a:lnTo>
                    <a:pt x="7396886" y="214630"/>
                  </a:lnTo>
                  <a:lnTo>
                    <a:pt x="7396886" y="16510"/>
                  </a:lnTo>
                  <a:lnTo>
                    <a:pt x="7289571" y="16510"/>
                  </a:lnTo>
                  <a:lnTo>
                    <a:pt x="7289571" y="558812"/>
                  </a:lnTo>
                  <a:lnTo>
                    <a:pt x="7396886" y="558812"/>
                  </a:lnTo>
                  <a:lnTo>
                    <a:pt x="7396886" y="318770"/>
                  </a:lnTo>
                  <a:lnTo>
                    <a:pt x="7460399" y="318770"/>
                  </a:lnTo>
                  <a:lnTo>
                    <a:pt x="7460399" y="214630"/>
                  </a:lnTo>
                  <a:close/>
                </a:path>
                <a:path w="8021955" h="565785">
                  <a:moveTo>
                    <a:pt x="7995069" y="458470"/>
                  </a:moveTo>
                  <a:lnTo>
                    <a:pt x="7963319" y="396100"/>
                  </a:lnTo>
                  <a:lnTo>
                    <a:pt x="7926006" y="375843"/>
                  </a:lnTo>
                  <a:lnTo>
                    <a:pt x="7880769" y="363283"/>
                  </a:lnTo>
                  <a:lnTo>
                    <a:pt x="7880769" y="458470"/>
                  </a:lnTo>
                  <a:lnTo>
                    <a:pt x="7871003" y="470954"/>
                  </a:lnTo>
                  <a:lnTo>
                    <a:pt x="7843621" y="479196"/>
                  </a:lnTo>
                  <a:lnTo>
                    <a:pt x="7801470" y="483743"/>
                  </a:lnTo>
                  <a:lnTo>
                    <a:pt x="7747419" y="485152"/>
                  </a:lnTo>
                  <a:lnTo>
                    <a:pt x="7693355" y="483743"/>
                  </a:lnTo>
                  <a:lnTo>
                    <a:pt x="7651216" y="479196"/>
                  </a:lnTo>
                  <a:lnTo>
                    <a:pt x="7623823" y="470954"/>
                  </a:lnTo>
                  <a:lnTo>
                    <a:pt x="7614069" y="458470"/>
                  </a:lnTo>
                  <a:lnTo>
                    <a:pt x="7623823" y="446278"/>
                  </a:lnTo>
                  <a:lnTo>
                    <a:pt x="7651216" y="437997"/>
                  </a:lnTo>
                  <a:lnTo>
                    <a:pt x="7693355" y="433298"/>
                  </a:lnTo>
                  <a:lnTo>
                    <a:pt x="7747419" y="431800"/>
                  </a:lnTo>
                  <a:lnTo>
                    <a:pt x="7801470" y="433298"/>
                  </a:lnTo>
                  <a:lnTo>
                    <a:pt x="7843621" y="437997"/>
                  </a:lnTo>
                  <a:lnTo>
                    <a:pt x="7871003" y="446278"/>
                  </a:lnTo>
                  <a:lnTo>
                    <a:pt x="7880769" y="458470"/>
                  </a:lnTo>
                  <a:lnTo>
                    <a:pt x="7880769" y="363283"/>
                  </a:lnTo>
                  <a:lnTo>
                    <a:pt x="7876527" y="362102"/>
                  </a:lnTo>
                  <a:lnTo>
                    <a:pt x="7816469" y="354279"/>
                  </a:lnTo>
                  <a:lnTo>
                    <a:pt x="7747419" y="351790"/>
                  </a:lnTo>
                  <a:lnTo>
                    <a:pt x="7678356" y="354279"/>
                  </a:lnTo>
                  <a:lnTo>
                    <a:pt x="7618298" y="362102"/>
                  </a:lnTo>
                  <a:lnTo>
                    <a:pt x="7568819" y="375843"/>
                  </a:lnTo>
                  <a:lnTo>
                    <a:pt x="7531519" y="396100"/>
                  </a:lnTo>
                  <a:lnTo>
                    <a:pt x="7499769" y="458470"/>
                  </a:lnTo>
                  <a:lnTo>
                    <a:pt x="7507960" y="493496"/>
                  </a:lnTo>
                  <a:lnTo>
                    <a:pt x="7568819" y="541108"/>
                  </a:lnTo>
                  <a:lnTo>
                    <a:pt x="7618298" y="554850"/>
                  </a:lnTo>
                  <a:lnTo>
                    <a:pt x="7678356" y="562673"/>
                  </a:lnTo>
                  <a:lnTo>
                    <a:pt x="7747419" y="565162"/>
                  </a:lnTo>
                  <a:lnTo>
                    <a:pt x="7816469" y="562673"/>
                  </a:lnTo>
                  <a:lnTo>
                    <a:pt x="7876527" y="554850"/>
                  </a:lnTo>
                  <a:lnTo>
                    <a:pt x="7926006" y="541108"/>
                  </a:lnTo>
                  <a:lnTo>
                    <a:pt x="7963319" y="520852"/>
                  </a:lnTo>
                  <a:lnTo>
                    <a:pt x="7988821" y="485152"/>
                  </a:lnTo>
                  <a:lnTo>
                    <a:pt x="7995069" y="458470"/>
                  </a:lnTo>
                  <a:close/>
                </a:path>
                <a:path w="8021955" h="565785">
                  <a:moveTo>
                    <a:pt x="7995069" y="133350"/>
                  </a:moveTo>
                  <a:lnTo>
                    <a:pt x="7613434" y="133350"/>
                  </a:lnTo>
                  <a:lnTo>
                    <a:pt x="7613434" y="13335"/>
                  </a:lnTo>
                  <a:lnTo>
                    <a:pt x="7506119" y="13335"/>
                  </a:lnTo>
                  <a:lnTo>
                    <a:pt x="7506119" y="215265"/>
                  </a:lnTo>
                  <a:lnTo>
                    <a:pt x="7995069" y="215265"/>
                  </a:lnTo>
                  <a:lnTo>
                    <a:pt x="7995069" y="133350"/>
                  </a:lnTo>
                  <a:close/>
                </a:path>
                <a:path w="8021955" h="565785">
                  <a:moveTo>
                    <a:pt x="8021739" y="245745"/>
                  </a:moveTo>
                  <a:lnTo>
                    <a:pt x="7473099" y="245745"/>
                  </a:lnTo>
                  <a:lnTo>
                    <a:pt x="7473099" y="328295"/>
                  </a:lnTo>
                  <a:lnTo>
                    <a:pt x="8021739" y="328295"/>
                  </a:lnTo>
                  <a:lnTo>
                    <a:pt x="8021739" y="245745"/>
                  </a:lnTo>
                  <a:close/>
                </a:path>
              </a:pathLst>
            </a:custGeom>
            <a:solidFill>
              <a:srgbClr val="FF809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66094"/>
            <a:ext cx="18288000" cy="9095105"/>
            <a:chOff x="0" y="666094"/>
            <a:chExt cx="18288000" cy="90951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66094"/>
              <a:ext cx="18288000" cy="909472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7954" y="2869817"/>
              <a:ext cx="12692090" cy="45473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3803" y="5495659"/>
              <a:ext cx="1339320" cy="135577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2699" y="5802576"/>
              <a:ext cx="669660" cy="67788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3803" y="4672039"/>
              <a:ext cx="1339320" cy="133932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2699" y="4974843"/>
              <a:ext cx="669660" cy="66966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1641" y="6309645"/>
              <a:ext cx="1348357" cy="134434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699" y="6613584"/>
              <a:ext cx="674178" cy="6721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129512" y="1436115"/>
              <a:ext cx="2953385" cy="410209"/>
            </a:xfrm>
            <a:custGeom>
              <a:avLst/>
              <a:gdLst/>
              <a:ahLst/>
              <a:cxnLst/>
              <a:rect l="l" t="t" r="r" b="b"/>
              <a:pathLst>
                <a:path w="2953385" h="410210">
                  <a:moveTo>
                    <a:pt x="233819" y="30226"/>
                  </a:moveTo>
                  <a:lnTo>
                    <a:pt x="23571" y="30226"/>
                  </a:lnTo>
                  <a:lnTo>
                    <a:pt x="23571" y="76898"/>
                  </a:lnTo>
                  <a:lnTo>
                    <a:pt x="176034" y="76898"/>
                  </a:lnTo>
                  <a:lnTo>
                    <a:pt x="175958" y="79133"/>
                  </a:lnTo>
                  <a:lnTo>
                    <a:pt x="175399" y="96291"/>
                  </a:lnTo>
                  <a:lnTo>
                    <a:pt x="173926" y="117957"/>
                  </a:lnTo>
                  <a:lnTo>
                    <a:pt x="171284" y="142227"/>
                  </a:lnTo>
                  <a:lnTo>
                    <a:pt x="167144" y="169354"/>
                  </a:lnTo>
                  <a:lnTo>
                    <a:pt x="224485" y="176022"/>
                  </a:lnTo>
                  <a:lnTo>
                    <a:pt x="229882" y="139446"/>
                  </a:lnTo>
                  <a:lnTo>
                    <a:pt x="232651" y="107124"/>
                  </a:lnTo>
                  <a:lnTo>
                    <a:pt x="233680" y="79133"/>
                  </a:lnTo>
                  <a:lnTo>
                    <a:pt x="233692" y="76898"/>
                  </a:lnTo>
                  <a:lnTo>
                    <a:pt x="233819" y="55562"/>
                  </a:lnTo>
                  <a:lnTo>
                    <a:pt x="233819" y="30226"/>
                  </a:lnTo>
                  <a:close/>
                </a:path>
                <a:path w="2953385" h="410210">
                  <a:moveTo>
                    <a:pt x="255155" y="234251"/>
                  </a:moveTo>
                  <a:lnTo>
                    <a:pt x="252476" y="202692"/>
                  </a:lnTo>
                  <a:lnTo>
                    <a:pt x="251599" y="192468"/>
                  </a:lnTo>
                  <a:lnTo>
                    <a:pt x="222478" y="196075"/>
                  </a:lnTo>
                  <a:lnTo>
                    <a:pt x="192646" y="198920"/>
                  </a:lnTo>
                  <a:lnTo>
                    <a:pt x="162407" y="201104"/>
                  </a:lnTo>
                  <a:lnTo>
                    <a:pt x="132029" y="202692"/>
                  </a:lnTo>
                  <a:lnTo>
                    <a:pt x="132029" y="125349"/>
                  </a:lnTo>
                  <a:lnTo>
                    <a:pt x="74688" y="125349"/>
                  </a:lnTo>
                  <a:lnTo>
                    <a:pt x="74688" y="204914"/>
                  </a:lnTo>
                  <a:lnTo>
                    <a:pt x="35852" y="205308"/>
                  </a:lnTo>
                  <a:lnTo>
                    <a:pt x="0" y="205308"/>
                  </a:lnTo>
                  <a:lnTo>
                    <a:pt x="5346" y="252031"/>
                  </a:lnTo>
                  <a:lnTo>
                    <a:pt x="50190" y="251510"/>
                  </a:lnTo>
                  <a:lnTo>
                    <a:pt x="99301" y="250063"/>
                  </a:lnTo>
                  <a:lnTo>
                    <a:pt x="150964" y="247103"/>
                  </a:lnTo>
                  <a:lnTo>
                    <a:pt x="203492" y="242036"/>
                  </a:lnTo>
                  <a:lnTo>
                    <a:pt x="255155" y="234251"/>
                  </a:lnTo>
                  <a:close/>
                </a:path>
                <a:path w="2953385" h="410210">
                  <a:moveTo>
                    <a:pt x="345389" y="356044"/>
                  </a:moveTo>
                  <a:lnTo>
                    <a:pt x="118249" y="356044"/>
                  </a:lnTo>
                  <a:lnTo>
                    <a:pt x="118249" y="279590"/>
                  </a:lnTo>
                  <a:lnTo>
                    <a:pt x="59575" y="279590"/>
                  </a:lnTo>
                  <a:lnTo>
                    <a:pt x="59575" y="402717"/>
                  </a:lnTo>
                  <a:lnTo>
                    <a:pt x="345389" y="402717"/>
                  </a:lnTo>
                  <a:lnTo>
                    <a:pt x="345389" y="356044"/>
                  </a:lnTo>
                  <a:close/>
                </a:path>
                <a:path w="2953385" h="410210">
                  <a:moveTo>
                    <a:pt x="381393" y="124904"/>
                  </a:moveTo>
                  <a:lnTo>
                    <a:pt x="332498" y="124904"/>
                  </a:lnTo>
                  <a:lnTo>
                    <a:pt x="332498" y="0"/>
                  </a:lnTo>
                  <a:lnTo>
                    <a:pt x="273824" y="0"/>
                  </a:lnTo>
                  <a:lnTo>
                    <a:pt x="273824" y="306705"/>
                  </a:lnTo>
                  <a:lnTo>
                    <a:pt x="332498" y="306705"/>
                  </a:lnTo>
                  <a:lnTo>
                    <a:pt x="332498" y="173355"/>
                  </a:lnTo>
                  <a:lnTo>
                    <a:pt x="381393" y="173355"/>
                  </a:lnTo>
                  <a:lnTo>
                    <a:pt x="381393" y="124904"/>
                  </a:lnTo>
                  <a:close/>
                </a:path>
                <a:path w="2953385" h="410210">
                  <a:moveTo>
                    <a:pt x="612089" y="242697"/>
                  </a:moveTo>
                  <a:lnTo>
                    <a:pt x="607275" y="206248"/>
                  </a:lnTo>
                  <a:lnTo>
                    <a:pt x="607174" y="205460"/>
                  </a:lnTo>
                  <a:lnTo>
                    <a:pt x="605866" y="195580"/>
                  </a:lnTo>
                  <a:lnTo>
                    <a:pt x="574382" y="200380"/>
                  </a:lnTo>
                  <a:lnTo>
                    <a:pt x="542645" y="203581"/>
                  </a:lnTo>
                  <a:lnTo>
                    <a:pt x="508736" y="205460"/>
                  </a:lnTo>
                  <a:lnTo>
                    <a:pt x="470738" y="206248"/>
                  </a:lnTo>
                  <a:lnTo>
                    <a:pt x="470738" y="160464"/>
                  </a:lnTo>
                  <a:lnTo>
                    <a:pt x="591197" y="160464"/>
                  </a:lnTo>
                  <a:lnTo>
                    <a:pt x="591197" y="28448"/>
                  </a:lnTo>
                  <a:lnTo>
                    <a:pt x="412064" y="28448"/>
                  </a:lnTo>
                  <a:lnTo>
                    <a:pt x="412064" y="75120"/>
                  </a:lnTo>
                  <a:lnTo>
                    <a:pt x="533412" y="75120"/>
                  </a:lnTo>
                  <a:lnTo>
                    <a:pt x="533412" y="116459"/>
                  </a:lnTo>
                  <a:lnTo>
                    <a:pt x="412508" y="116459"/>
                  </a:lnTo>
                  <a:lnTo>
                    <a:pt x="412508" y="253365"/>
                  </a:lnTo>
                  <a:lnTo>
                    <a:pt x="444068" y="253365"/>
                  </a:lnTo>
                  <a:lnTo>
                    <a:pt x="493141" y="252945"/>
                  </a:lnTo>
                  <a:lnTo>
                    <a:pt x="535584" y="251371"/>
                  </a:lnTo>
                  <a:lnTo>
                    <a:pt x="574281" y="248119"/>
                  </a:lnTo>
                  <a:lnTo>
                    <a:pt x="612089" y="242697"/>
                  </a:lnTo>
                  <a:close/>
                </a:path>
                <a:path w="2953385" h="410210">
                  <a:moveTo>
                    <a:pt x="739216" y="444"/>
                  </a:moveTo>
                  <a:lnTo>
                    <a:pt x="680542" y="444"/>
                  </a:lnTo>
                  <a:lnTo>
                    <a:pt x="680542" y="62230"/>
                  </a:lnTo>
                  <a:lnTo>
                    <a:pt x="615200" y="62230"/>
                  </a:lnTo>
                  <a:lnTo>
                    <a:pt x="615200" y="108902"/>
                  </a:lnTo>
                  <a:lnTo>
                    <a:pt x="680542" y="108902"/>
                  </a:lnTo>
                  <a:lnTo>
                    <a:pt x="680542" y="154686"/>
                  </a:lnTo>
                  <a:lnTo>
                    <a:pt x="615200" y="154686"/>
                  </a:lnTo>
                  <a:lnTo>
                    <a:pt x="615200" y="201803"/>
                  </a:lnTo>
                  <a:lnTo>
                    <a:pt x="680542" y="201803"/>
                  </a:lnTo>
                  <a:lnTo>
                    <a:pt x="680542" y="303593"/>
                  </a:lnTo>
                  <a:lnTo>
                    <a:pt x="739216" y="303593"/>
                  </a:lnTo>
                  <a:lnTo>
                    <a:pt x="739216" y="444"/>
                  </a:lnTo>
                  <a:close/>
                </a:path>
                <a:path w="2953385" h="410210">
                  <a:moveTo>
                    <a:pt x="749439" y="355600"/>
                  </a:moveTo>
                  <a:lnTo>
                    <a:pt x="524522" y="355600"/>
                  </a:lnTo>
                  <a:lnTo>
                    <a:pt x="524522" y="279590"/>
                  </a:lnTo>
                  <a:lnTo>
                    <a:pt x="465848" y="279590"/>
                  </a:lnTo>
                  <a:lnTo>
                    <a:pt x="465848" y="402272"/>
                  </a:lnTo>
                  <a:lnTo>
                    <a:pt x="749439" y="402272"/>
                  </a:lnTo>
                  <a:lnTo>
                    <a:pt x="749439" y="355600"/>
                  </a:lnTo>
                  <a:close/>
                </a:path>
                <a:path w="2953385" h="410210">
                  <a:moveTo>
                    <a:pt x="1213421" y="444"/>
                  </a:moveTo>
                  <a:lnTo>
                    <a:pt x="1154747" y="444"/>
                  </a:lnTo>
                  <a:lnTo>
                    <a:pt x="1154747" y="57340"/>
                  </a:lnTo>
                  <a:lnTo>
                    <a:pt x="1154747" y="104013"/>
                  </a:lnTo>
                  <a:lnTo>
                    <a:pt x="1154747" y="156908"/>
                  </a:lnTo>
                  <a:lnTo>
                    <a:pt x="1088961" y="156908"/>
                  </a:lnTo>
                  <a:lnTo>
                    <a:pt x="1090383" y="150685"/>
                  </a:lnTo>
                  <a:lnTo>
                    <a:pt x="1091349" y="144132"/>
                  </a:lnTo>
                  <a:lnTo>
                    <a:pt x="1091895" y="137414"/>
                  </a:lnTo>
                  <a:lnTo>
                    <a:pt x="1092073" y="130683"/>
                  </a:lnTo>
                  <a:lnTo>
                    <a:pt x="1091844" y="123774"/>
                  </a:lnTo>
                  <a:lnTo>
                    <a:pt x="1091184" y="117017"/>
                  </a:lnTo>
                  <a:lnTo>
                    <a:pt x="1090193" y="110439"/>
                  </a:lnTo>
                  <a:lnTo>
                    <a:pt x="1088961" y="104013"/>
                  </a:lnTo>
                  <a:lnTo>
                    <a:pt x="1154747" y="104013"/>
                  </a:lnTo>
                  <a:lnTo>
                    <a:pt x="1154747" y="57340"/>
                  </a:lnTo>
                  <a:lnTo>
                    <a:pt x="1063625" y="57340"/>
                  </a:lnTo>
                  <a:lnTo>
                    <a:pt x="1047254" y="43649"/>
                  </a:lnTo>
                  <a:lnTo>
                    <a:pt x="1036510" y="37858"/>
                  </a:lnTo>
                  <a:lnTo>
                    <a:pt x="1036510" y="130683"/>
                  </a:lnTo>
                  <a:lnTo>
                    <a:pt x="1032560" y="153733"/>
                  </a:lnTo>
                  <a:lnTo>
                    <a:pt x="1021626" y="171081"/>
                  </a:lnTo>
                  <a:lnTo>
                    <a:pt x="1005001" y="182003"/>
                  </a:lnTo>
                  <a:lnTo>
                    <a:pt x="984059" y="185801"/>
                  </a:lnTo>
                  <a:lnTo>
                    <a:pt x="963371" y="182003"/>
                  </a:lnTo>
                  <a:lnTo>
                    <a:pt x="946886" y="171081"/>
                  </a:lnTo>
                  <a:lnTo>
                    <a:pt x="935990" y="153733"/>
                  </a:lnTo>
                  <a:lnTo>
                    <a:pt x="932053" y="130683"/>
                  </a:lnTo>
                  <a:lnTo>
                    <a:pt x="935990" y="107886"/>
                  </a:lnTo>
                  <a:lnTo>
                    <a:pt x="946886" y="90678"/>
                  </a:lnTo>
                  <a:lnTo>
                    <a:pt x="963371" y="79806"/>
                  </a:lnTo>
                  <a:lnTo>
                    <a:pt x="984059" y="76009"/>
                  </a:lnTo>
                  <a:lnTo>
                    <a:pt x="1005001" y="79806"/>
                  </a:lnTo>
                  <a:lnTo>
                    <a:pt x="1021626" y="90678"/>
                  </a:lnTo>
                  <a:lnTo>
                    <a:pt x="1032560" y="107886"/>
                  </a:lnTo>
                  <a:lnTo>
                    <a:pt x="1036510" y="130683"/>
                  </a:lnTo>
                  <a:lnTo>
                    <a:pt x="1036510" y="37858"/>
                  </a:lnTo>
                  <a:lnTo>
                    <a:pt x="1028344" y="33451"/>
                  </a:lnTo>
                  <a:lnTo>
                    <a:pt x="1007186" y="27089"/>
                  </a:lnTo>
                  <a:lnTo>
                    <a:pt x="984059" y="24892"/>
                  </a:lnTo>
                  <a:lnTo>
                    <a:pt x="941743" y="32854"/>
                  </a:lnTo>
                  <a:lnTo>
                    <a:pt x="907605" y="54952"/>
                  </a:lnTo>
                  <a:lnTo>
                    <a:pt x="884796" y="88468"/>
                  </a:lnTo>
                  <a:lnTo>
                    <a:pt x="876490" y="130683"/>
                  </a:lnTo>
                  <a:lnTo>
                    <a:pt x="884796" y="173164"/>
                  </a:lnTo>
                  <a:lnTo>
                    <a:pt x="907605" y="206806"/>
                  </a:lnTo>
                  <a:lnTo>
                    <a:pt x="941743" y="228942"/>
                  </a:lnTo>
                  <a:lnTo>
                    <a:pt x="984059" y="236918"/>
                  </a:lnTo>
                  <a:lnTo>
                    <a:pt x="1007325" y="234645"/>
                  </a:lnTo>
                  <a:lnTo>
                    <a:pt x="1028788" y="228092"/>
                  </a:lnTo>
                  <a:lnTo>
                    <a:pt x="1048004" y="217601"/>
                  </a:lnTo>
                  <a:lnTo>
                    <a:pt x="1064514" y="203581"/>
                  </a:lnTo>
                  <a:lnTo>
                    <a:pt x="1154747" y="203581"/>
                  </a:lnTo>
                  <a:lnTo>
                    <a:pt x="1154747" y="300037"/>
                  </a:lnTo>
                  <a:lnTo>
                    <a:pt x="1213421" y="300037"/>
                  </a:lnTo>
                  <a:lnTo>
                    <a:pt x="1213421" y="203581"/>
                  </a:lnTo>
                  <a:lnTo>
                    <a:pt x="1213421" y="185801"/>
                  </a:lnTo>
                  <a:lnTo>
                    <a:pt x="1213421" y="156908"/>
                  </a:lnTo>
                  <a:lnTo>
                    <a:pt x="1213421" y="104013"/>
                  </a:lnTo>
                  <a:lnTo>
                    <a:pt x="1213421" y="76009"/>
                  </a:lnTo>
                  <a:lnTo>
                    <a:pt x="1213421" y="57340"/>
                  </a:lnTo>
                  <a:lnTo>
                    <a:pt x="1213421" y="444"/>
                  </a:lnTo>
                  <a:close/>
                </a:path>
                <a:path w="2953385" h="410210">
                  <a:moveTo>
                    <a:pt x="1222756" y="356044"/>
                  </a:moveTo>
                  <a:lnTo>
                    <a:pt x="1002284" y="356044"/>
                  </a:lnTo>
                  <a:lnTo>
                    <a:pt x="1002284" y="270700"/>
                  </a:lnTo>
                  <a:lnTo>
                    <a:pt x="943610" y="270700"/>
                  </a:lnTo>
                  <a:lnTo>
                    <a:pt x="943610" y="402717"/>
                  </a:lnTo>
                  <a:lnTo>
                    <a:pt x="1222756" y="402717"/>
                  </a:lnTo>
                  <a:lnTo>
                    <a:pt x="1222756" y="356044"/>
                  </a:lnTo>
                  <a:close/>
                </a:path>
                <a:path w="2953385" h="410210">
                  <a:moveTo>
                    <a:pt x="1632585" y="198247"/>
                  </a:moveTo>
                  <a:lnTo>
                    <a:pt x="1578800" y="198247"/>
                  </a:lnTo>
                  <a:lnTo>
                    <a:pt x="1584718" y="157975"/>
                  </a:lnTo>
                  <a:lnTo>
                    <a:pt x="1587754" y="122402"/>
                  </a:lnTo>
                  <a:lnTo>
                    <a:pt x="1588871" y="90424"/>
                  </a:lnTo>
                  <a:lnTo>
                    <a:pt x="1589024" y="24003"/>
                  </a:lnTo>
                  <a:lnTo>
                    <a:pt x="1304988" y="24003"/>
                  </a:lnTo>
                  <a:lnTo>
                    <a:pt x="1304988" y="71120"/>
                  </a:lnTo>
                  <a:lnTo>
                    <a:pt x="1531683" y="71120"/>
                  </a:lnTo>
                  <a:lnTo>
                    <a:pt x="1531391" y="98488"/>
                  </a:lnTo>
                  <a:lnTo>
                    <a:pt x="1529969" y="128346"/>
                  </a:lnTo>
                  <a:lnTo>
                    <a:pt x="1526628" y="161378"/>
                  </a:lnTo>
                  <a:lnTo>
                    <a:pt x="1520571" y="198247"/>
                  </a:lnTo>
                  <a:lnTo>
                    <a:pt x="1262761" y="198247"/>
                  </a:lnTo>
                  <a:lnTo>
                    <a:pt x="1262761" y="245364"/>
                  </a:lnTo>
                  <a:lnTo>
                    <a:pt x="1415669" y="245364"/>
                  </a:lnTo>
                  <a:lnTo>
                    <a:pt x="1415669" y="409829"/>
                  </a:lnTo>
                  <a:lnTo>
                    <a:pt x="1475232" y="409829"/>
                  </a:lnTo>
                  <a:lnTo>
                    <a:pt x="1475232" y="245364"/>
                  </a:lnTo>
                  <a:lnTo>
                    <a:pt x="1632585" y="245364"/>
                  </a:lnTo>
                  <a:lnTo>
                    <a:pt x="1632585" y="198247"/>
                  </a:lnTo>
                  <a:close/>
                </a:path>
                <a:path w="2953385" h="410210">
                  <a:moveTo>
                    <a:pt x="1955723" y="24892"/>
                  </a:moveTo>
                  <a:lnTo>
                    <a:pt x="1898383" y="24892"/>
                  </a:lnTo>
                  <a:lnTo>
                    <a:pt x="1898383" y="71120"/>
                  </a:lnTo>
                  <a:lnTo>
                    <a:pt x="1898383" y="152463"/>
                  </a:lnTo>
                  <a:lnTo>
                    <a:pt x="1814817" y="152463"/>
                  </a:lnTo>
                  <a:lnTo>
                    <a:pt x="1814817" y="71120"/>
                  </a:lnTo>
                  <a:lnTo>
                    <a:pt x="1898383" y="71120"/>
                  </a:lnTo>
                  <a:lnTo>
                    <a:pt x="1898383" y="24892"/>
                  </a:lnTo>
                  <a:lnTo>
                    <a:pt x="1757032" y="24892"/>
                  </a:lnTo>
                  <a:lnTo>
                    <a:pt x="1757032" y="198247"/>
                  </a:lnTo>
                  <a:lnTo>
                    <a:pt x="1955723" y="198247"/>
                  </a:lnTo>
                  <a:lnTo>
                    <a:pt x="1955723" y="152463"/>
                  </a:lnTo>
                  <a:lnTo>
                    <a:pt x="1955723" y="71120"/>
                  </a:lnTo>
                  <a:lnTo>
                    <a:pt x="1955723" y="24892"/>
                  </a:lnTo>
                  <a:close/>
                </a:path>
                <a:path w="2953385" h="410210">
                  <a:moveTo>
                    <a:pt x="2076183" y="889"/>
                  </a:moveTo>
                  <a:lnTo>
                    <a:pt x="2017509" y="889"/>
                  </a:lnTo>
                  <a:lnTo>
                    <a:pt x="2017509" y="232918"/>
                  </a:lnTo>
                  <a:lnTo>
                    <a:pt x="2076183" y="232918"/>
                  </a:lnTo>
                  <a:lnTo>
                    <a:pt x="2076183" y="889"/>
                  </a:lnTo>
                  <a:close/>
                </a:path>
                <a:path w="2953385" h="410210">
                  <a:moveTo>
                    <a:pt x="2097963" y="364934"/>
                  </a:moveTo>
                  <a:lnTo>
                    <a:pt x="2044712" y="355523"/>
                  </a:lnTo>
                  <a:lnTo>
                    <a:pt x="2024773" y="347154"/>
                  </a:lnTo>
                  <a:lnTo>
                    <a:pt x="2005952" y="339267"/>
                  </a:lnTo>
                  <a:lnTo>
                    <a:pt x="1981200" y="319189"/>
                  </a:lnTo>
                  <a:lnTo>
                    <a:pt x="1969947" y="298259"/>
                  </a:lnTo>
                  <a:lnTo>
                    <a:pt x="2082850" y="298259"/>
                  </a:lnTo>
                  <a:lnTo>
                    <a:pt x="2082850" y="254698"/>
                  </a:lnTo>
                  <a:lnTo>
                    <a:pt x="1968614" y="254698"/>
                  </a:lnTo>
                  <a:lnTo>
                    <a:pt x="1968614" y="221361"/>
                  </a:lnTo>
                  <a:lnTo>
                    <a:pt x="1909051" y="221361"/>
                  </a:lnTo>
                  <a:lnTo>
                    <a:pt x="1909051" y="254698"/>
                  </a:lnTo>
                  <a:lnTo>
                    <a:pt x="1794370" y="254698"/>
                  </a:lnTo>
                  <a:lnTo>
                    <a:pt x="1794370" y="298259"/>
                  </a:lnTo>
                  <a:lnTo>
                    <a:pt x="1907717" y="298259"/>
                  </a:lnTo>
                  <a:lnTo>
                    <a:pt x="1896643" y="319684"/>
                  </a:lnTo>
                  <a:lnTo>
                    <a:pt x="1871776" y="339598"/>
                  </a:lnTo>
                  <a:lnTo>
                    <a:pt x="1832648" y="355523"/>
                  </a:lnTo>
                  <a:lnTo>
                    <a:pt x="1778812" y="364934"/>
                  </a:lnTo>
                  <a:lnTo>
                    <a:pt x="1797037" y="408495"/>
                  </a:lnTo>
                  <a:lnTo>
                    <a:pt x="1845157" y="400850"/>
                  </a:lnTo>
                  <a:lnTo>
                    <a:pt x="1844941" y="400850"/>
                  </a:lnTo>
                  <a:lnTo>
                    <a:pt x="1884438" y="387502"/>
                  </a:lnTo>
                  <a:lnTo>
                    <a:pt x="1915871" y="369239"/>
                  </a:lnTo>
                  <a:lnTo>
                    <a:pt x="1938832" y="347154"/>
                  </a:lnTo>
                  <a:lnTo>
                    <a:pt x="1961718" y="369062"/>
                  </a:lnTo>
                  <a:lnTo>
                    <a:pt x="1992896" y="387337"/>
                  </a:lnTo>
                  <a:lnTo>
                    <a:pt x="2032165" y="400850"/>
                  </a:lnTo>
                  <a:lnTo>
                    <a:pt x="2079294" y="408495"/>
                  </a:lnTo>
                  <a:lnTo>
                    <a:pt x="2097963" y="364934"/>
                  </a:lnTo>
                  <a:close/>
                </a:path>
                <a:path w="2953385" h="410210">
                  <a:moveTo>
                    <a:pt x="2456192" y="272034"/>
                  </a:moveTo>
                  <a:lnTo>
                    <a:pt x="2413647" y="240525"/>
                  </a:lnTo>
                  <a:lnTo>
                    <a:pt x="2391499" y="208026"/>
                  </a:lnTo>
                  <a:lnTo>
                    <a:pt x="2384183" y="197307"/>
                  </a:lnTo>
                  <a:lnTo>
                    <a:pt x="2367051" y="146329"/>
                  </a:lnTo>
                  <a:lnTo>
                    <a:pt x="2361514" y="91567"/>
                  </a:lnTo>
                  <a:lnTo>
                    <a:pt x="2361514" y="32004"/>
                  </a:lnTo>
                  <a:lnTo>
                    <a:pt x="2302395" y="32004"/>
                  </a:lnTo>
                  <a:lnTo>
                    <a:pt x="2302395" y="91567"/>
                  </a:lnTo>
                  <a:lnTo>
                    <a:pt x="2298611" y="137058"/>
                  </a:lnTo>
                  <a:lnTo>
                    <a:pt x="2287028" y="180771"/>
                  </a:lnTo>
                  <a:lnTo>
                    <a:pt x="2267356" y="220421"/>
                  </a:lnTo>
                  <a:lnTo>
                    <a:pt x="2239238" y="253682"/>
                  </a:lnTo>
                  <a:lnTo>
                    <a:pt x="2202383" y="278257"/>
                  </a:lnTo>
                  <a:lnTo>
                    <a:pt x="2237498" y="325818"/>
                  </a:lnTo>
                  <a:lnTo>
                    <a:pt x="2269299" y="305168"/>
                  </a:lnTo>
                  <a:lnTo>
                    <a:pt x="2295512" y="277926"/>
                  </a:lnTo>
                  <a:lnTo>
                    <a:pt x="2316378" y="245186"/>
                  </a:lnTo>
                  <a:lnTo>
                    <a:pt x="2332177" y="208026"/>
                  </a:lnTo>
                  <a:lnTo>
                    <a:pt x="2347125" y="242824"/>
                  </a:lnTo>
                  <a:lnTo>
                    <a:pt x="2366734" y="273316"/>
                  </a:lnTo>
                  <a:lnTo>
                    <a:pt x="2391181" y="298729"/>
                  </a:lnTo>
                  <a:lnTo>
                    <a:pt x="2420632" y="318262"/>
                  </a:lnTo>
                  <a:lnTo>
                    <a:pt x="2456192" y="272034"/>
                  </a:lnTo>
                  <a:close/>
                </a:path>
                <a:path w="2953385" h="410210">
                  <a:moveTo>
                    <a:pt x="2590876" y="157797"/>
                  </a:moveTo>
                  <a:lnTo>
                    <a:pt x="2531313" y="157797"/>
                  </a:lnTo>
                  <a:lnTo>
                    <a:pt x="2531313" y="444"/>
                  </a:lnTo>
                  <a:lnTo>
                    <a:pt x="2472639" y="444"/>
                  </a:lnTo>
                  <a:lnTo>
                    <a:pt x="2472639" y="409829"/>
                  </a:lnTo>
                  <a:lnTo>
                    <a:pt x="2531313" y="409829"/>
                  </a:lnTo>
                  <a:lnTo>
                    <a:pt x="2531313" y="206692"/>
                  </a:lnTo>
                  <a:lnTo>
                    <a:pt x="2590876" y="206692"/>
                  </a:lnTo>
                  <a:lnTo>
                    <a:pt x="2590876" y="157797"/>
                  </a:lnTo>
                  <a:close/>
                </a:path>
                <a:path w="2953385" h="410210">
                  <a:moveTo>
                    <a:pt x="2773565" y="308038"/>
                  </a:moveTo>
                  <a:lnTo>
                    <a:pt x="2769590" y="269367"/>
                  </a:lnTo>
                  <a:lnTo>
                    <a:pt x="2769501" y="268414"/>
                  </a:lnTo>
                  <a:lnTo>
                    <a:pt x="2768676" y="260477"/>
                  </a:lnTo>
                  <a:lnTo>
                    <a:pt x="2742514" y="264185"/>
                  </a:lnTo>
                  <a:lnTo>
                    <a:pt x="2717673" y="266763"/>
                  </a:lnTo>
                  <a:lnTo>
                    <a:pt x="2693670" y="268414"/>
                  </a:lnTo>
                  <a:lnTo>
                    <a:pt x="2669997" y="269367"/>
                  </a:lnTo>
                  <a:lnTo>
                    <a:pt x="2669997" y="197802"/>
                  </a:lnTo>
                  <a:lnTo>
                    <a:pt x="2750896" y="197802"/>
                  </a:lnTo>
                  <a:lnTo>
                    <a:pt x="2750896" y="39560"/>
                  </a:lnTo>
                  <a:lnTo>
                    <a:pt x="2612656" y="39560"/>
                  </a:lnTo>
                  <a:lnTo>
                    <a:pt x="2612656" y="86233"/>
                  </a:lnTo>
                  <a:lnTo>
                    <a:pt x="2694444" y="86233"/>
                  </a:lnTo>
                  <a:lnTo>
                    <a:pt x="2694444" y="151574"/>
                  </a:lnTo>
                  <a:lnTo>
                    <a:pt x="2613101" y="151574"/>
                  </a:lnTo>
                  <a:lnTo>
                    <a:pt x="2613101" y="317817"/>
                  </a:lnTo>
                  <a:lnTo>
                    <a:pt x="2640215" y="317817"/>
                  </a:lnTo>
                  <a:lnTo>
                    <a:pt x="2673185" y="317487"/>
                  </a:lnTo>
                  <a:lnTo>
                    <a:pt x="2705557" y="316103"/>
                  </a:lnTo>
                  <a:lnTo>
                    <a:pt x="2738602" y="313131"/>
                  </a:lnTo>
                  <a:lnTo>
                    <a:pt x="2773565" y="308038"/>
                  </a:lnTo>
                  <a:close/>
                </a:path>
                <a:path w="2953385" h="410210">
                  <a:moveTo>
                    <a:pt x="2868244" y="6667"/>
                  </a:moveTo>
                  <a:lnTo>
                    <a:pt x="2813570" y="6667"/>
                  </a:lnTo>
                  <a:lnTo>
                    <a:pt x="2813570" y="100901"/>
                  </a:lnTo>
                  <a:lnTo>
                    <a:pt x="2770454" y="100901"/>
                  </a:lnTo>
                  <a:lnTo>
                    <a:pt x="2770454" y="148018"/>
                  </a:lnTo>
                  <a:lnTo>
                    <a:pt x="2813570" y="148018"/>
                  </a:lnTo>
                  <a:lnTo>
                    <a:pt x="2813570" y="202247"/>
                  </a:lnTo>
                  <a:lnTo>
                    <a:pt x="2770454" y="202247"/>
                  </a:lnTo>
                  <a:lnTo>
                    <a:pt x="2770454" y="249364"/>
                  </a:lnTo>
                  <a:lnTo>
                    <a:pt x="2813570" y="249364"/>
                  </a:lnTo>
                  <a:lnTo>
                    <a:pt x="2813570" y="390715"/>
                  </a:lnTo>
                  <a:lnTo>
                    <a:pt x="2868244" y="390715"/>
                  </a:lnTo>
                  <a:lnTo>
                    <a:pt x="2868244" y="6667"/>
                  </a:lnTo>
                  <a:close/>
                </a:path>
                <a:path w="2953385" h="410210">
                  <a:moveTo>
                    <a:pt x="2953143" y="0"/>
                  </a:moveTo>
                  <a:lnTo>
                    <a:pt x="2897581" y="0"/>
                  </a:lnTo>
                  <a:lnTo>
                    <a:pt x="2897581" y="409829"/>
                  </a:lnTo>
                  <a:lnTo>
                    <a:pt x="2953143" y="409829"/>
                  </a:lnTo>
                  <a:lnTo>
                    <a:pt x="2953143" y="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29641" y="74587"/>
                  </a:lnTo>
                  <a:lnTo>
                    <a:pt x="29641" y="927"/>
                  </a:lnTo>
                  <a:lnTo>
                    <a:pt x="0" y="92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5527" y="1056659"/>
              <a:ext cx="260512" cy="186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146" y="1431645"/>
            <a:ext cx="742315" cy="410209"/>
          </a:xfrm>
          <a:custGeom>
            <a:avLst/>
            <a:gdLst/>
            <a:ahLst/>
            <a:cxnLst/>
            <a:rect l="l" t="t" r="r" b="b"/>
            <a:pathLst>
              <a:path w="742314" h="410210">
                <a:moveTo>
                  <a:pt x="356501" y="145351"/>
                </a:moveTo>
                <a:lnTo>
                  <a:pt x="295427" y="128828"/>
                </a:lnTo>
                <a:lnTo>
                  <a:pt x="256451" y="104457"/>
                </a:lnTo>
                <a:lnTo>
                  <a:pt x="251650" y="101460"/>
                </a:lnTo>
                <a:lnTo>
                  <a:pt x="225298" y="67589"/>
                </a:lnTo>
                <a:lnTo>
                  <a:pt x="216484" y="31559"/>
                </a:lnTo>
                <a:lnTo>
                  <a:pt x="216484" y="12001"/>
                </a:lnTo>
                <a:lnTo>
                  <a:pt x="153809" y="12001"/>
                </a:lnTo>
                <a:lnTo>
                  <a:pt x="153809" y="31559"/>
                </a:lnTo>
                <a:lnTo>
                  <a:pt x="145059" y="67779"/>
                </a:lnTo>
                <a:lnTo>
                  <a:pt x="118795" y="101625"/>
                </a:lnTo>
                <a:lnTo>
                  <a:pt x="75145" y="128828"/>
                </a:lnTo>
                <a:lnTo>
                  <a:pt x="75272" y="128828"/>
                </a:lnTo>
                <a:lnTo>
                  <a:pt x="13792" y="145351"/>
                </a:lnTo>
                <a:lnTo>
                  <a:pt x="36017" y="192468"/>
                </a:lnTo>
                <a:lnTo>
                  <a:pt x="85852" y="180403"/>
                </a:lnTo>
                <a:lnTo>
                  <a:pt x="127685" y="160972"/>
                </a:lnTo>
                <a:lnTo>
                  <a:pt x="161023" y="135280"/>
                </a:lnTo>
                <a:lnTo>
                  <a:pt x="185369" y="104457"/>
                </a:lnTo>
                <a:lnTo>
                  <a:pt x="209626" y="135280"/>
                </a:lnTo>
                <a:lnTo>
                  <a:pt x="242811" y="160972"/>
                </a:lnTo>
                <a:lnTo>
                  <a:pt x="284505" y="180403"/>
                </a:lnTo>
                <a:lnTo>
                  <a:pt x="334276" y="192468"/>
                </a:lnTo>
                <a:lnTo>
                  <a:pt x="356501" y="145351"/>
                </a:lnTo>
                <a:close/>
              </a:path>
              <a:path w="742314" h="410210">
                <a:moveTo>
                  <a:pt x="369836" y="222694"/>
                </a:moveTo>
                <a:lnTo>
                  <a:pt x="0" y="222694"/>
                </a:lnTo>
                <a:lnTo>
                  <a:pt x="0" y="270256"/>
                </a:lnTo>
                <a:lnTo>
                  <a:pt x="154254" y="270256"/>
                </a:lnTo>
                <a:lnTo>
                  <a:pt x="154254" y="409829"/>
                </a:lnTo>
                <a:lnTo>
                  <a:pt x="212928" y="409829"/>
                </a:lnTo>
                <a:lnTo>
                  <a:pt x="212928" y="270256"/>
                </a:lnTo>
                <a:lnTo>
                  <a:pt x="369836" y="270256"/>
                </a:lnTo>
                <a:lnTo>
                  <a:pt x="369836" y="222694"/>
                </a:lnTo>
                <a:close/>
              </a:path>
              <a:path w="742314" h="410210">
                <a:moveTo>
                  <a:pt x="576973" y="171577"/>
                </a:moveTo>
                <a:lnTo>
                  <a:pt x="570471" y="142659"/>
                </a:lnTo>
                <a:lnTo>
                  <a:pt x="570141" y="142240"/>
                </a:lnTo>
                <a:lnTo>
                  <a:pt x="552297" y="120180"/>
                </a:lnTo>
                <a:lnTo>
                  <a:pt x="524967" y="105905"/>
                </a:lnTo>
                <a:lnTo>
                  <a:pt x="524967" y="171577"/>
                </a:lnTo>
                <a:lnTo>
                  <a:pt x="522401" y="184302"/>
                </a:lnTo>
                <a:lnTo>
                  <a:pt x="515124" y="193636"/>
                </a:lnTo>
                <a:lnTo>
                  <a:pt x="503770" y="199402"/>
                </a:lnTo>
                <a:lnTo>
                  <a:pt x="488962" y="201358"/>
                </a:lnTo>
                <a:lnTo>
                  <a:pt x="474078" y="199402"/>
                </a:lnTo>
                <a:lnTo>
                  <a:pt x="462572" y="193636"/>
                </a:lnTo>
                <a:lnTo>
                  <a:pt x="455142" y="184302"/>
                </a:lnTo>
                <a:lnTo>
                  <a:pt x="452513" y="171577"/>
                </a:lnTo>
                <a:lnTo>
                  <a:pt x="455142" y="158927"/>
                </a:lnTo>
                <a:lnTo>
                  <a:pt x="462572" y="149745"/>
                </a:lnTo>
                <a:lnTo>
                  <a:pt x="474078" y="144145"/>
                </a:lnTo>
                <a:lnTo>
                  <a:pt x="488962" y="142240"/>
                </a:lnTo>
                <a:lnTo>
                  <a:pt x="503770" y="144145"/>
                </a:lnTo>
                <a:lnTo>
                  <a:pt x="515124" y="149745"/>
                </a:lnTo>
                <a:lnTo>
                  <a:pt x="522401" y="158927"/>
                </a:lnTo>
                <a:lnTo>
                  <a:pt x="524967" y="171577"/>
                </a:lnTo>
                <a:lnTo>
                  <a:pt x="524967" y="105905"/>
                </a:lnTo>
                <a:lnTo>
                  <a:pt x="524459" y="105638"/>
                </a:lnTo>
                <a:lnTo>
                  <a:pt x="488962" y="100457"/>
                </a:lnTo>
                <a:lnTo>
                  <a:pt x="453199" y="105638"/>
                </a:lnTo>
                <a:lnTo>
                  <a:pt x="425234" y="120180"/>
                </a:lnTo>
                <a:lnTo>
                  <a:pt x="407009" y="142659"/>
                </a:lnTo>
                <a:lnTo>
                  <a:pt x="400507" y="171577"/>
                </a:lnTo>
                <a:lnTo>
                  <a:pt x="407009" y="200571"/>
                </a:lnTo>
                <a:lnTo>
                  <a:pt x="425234" y="223202"/>
                </a:lnTo>
                <a:lnTo>
                  <a:pt x="453199" y="237896"/>
                </a:lnTo>
                <a:lnTo>
                  <a:pt x="488962" y="243141"/>
                </a:lnTo>
                <a:lnTo>
                  <a:pt x="524459" y="237896"/>
                </a:lnTo>
                <a:lnTo>
                  <a:pt x="552297" y="223202"/>
                </a:lnTo>
                <a:lnTo>
                  <a:pt x="569836" y="201358"/>
                </a:lnTo>
                <a:lnTo>
                  <a:pt x="570471" y="200571"/>
                </a:lnTo>
                <a:lnTo>
                  <a:pt x="576973" y="171577"/>
                </a:lnTo>
                <a:close/>
              </a:path>
              <a:path w="742314" h="410210">
                <a:moveTo>
                  <a:pt x="588086" y="41783"/>
                </a:moveTo>
                <a:lnTo>
                  <a:pt x="516966" y="41783"/>
                </a:lnTo>
                <a:lnTo>
                  <a:pt x="516966" y="4445"/>
                </a:lnTo>
                <a:lnTo>
                  <a:pt x="459181" y="4445"/>
                </a:lnTo>
                <a:lnTo>
                  <a:pt x="459181" y="41783"/>
                </a:lnTo>
                <a:lnTo>
                  <a:pt x="388505" y="41783"/>
                </a:lnTo>
                <a:lnTo>
                  <a:pt x="388505" y="87122"/>
                </a:lnTo>
                <a:lnTo>
                  <a:pt x="588086" y="87122"/>
                </a:lnTo>
                <a:lnTo>
                  <a:pt x="588086" y="41783"/>
                </a:lnTo>
                <a:close/>
              </a:path>
              <a:path w="742314" h="410210">
                <a:moveTo>
                  <a:pt x="739660" y="0"/>
                </a:moveTo>
                <a:lnTo>
                  <a:pt x="684098" y="0"/>
                </a:lnTo>
                <a:lnTo>
                  <a:pt x="684098" y="100901"/>
                </a:lnTo>
                <a:lnTo>
                  <a:pt x="653872" y="100901"/>
                </a:lnTo>
                <a:lnTo>
                  <a:pt x="653872" y="7556"/>
                </a:lnTo>
                <a:lnTo>
                  <a:pt x="599198" y="7556"/>
                </a:lnTo>
                <a:lnTo>
                  <a:pt x="599198" y="243141"/>
                </a:lnTo>
                <a:lnTo>
                  <a:pt x="653872" y="243141"/>
                </a:lnTo>
                <a:lnTo>
                  <a:pt x="653872" y="148463"/>
                </a:lnTo>
                <a:lnTo>
                  <a:pt x="684098" y="148463"/>
                </a:lnTo>
                <a:lnTo>
                  <a:pt x="684098" y="256032"/>
                </a:lnTo>
                <a:lnTo>
                  <a:pt x="739660" y="256032"/>
                </a:lnTo>
                <a:lnTo>
                  <a:pt x="739660" y="148463"/>
                </a:lnTo>
                <a:lnTo>
                  <a:pt x="739660" y="100901"/>
                </a:lnTo>
                <a:lnTo>
                  <a:pt x="739660" y="0"/>
                </a:lnTo>
                <a:close/>
              </a:path>
              <a:path w="742314" h="410210">
                <a:moveTo>
                  <a:pt x="741883" y="335153"/>
                </a:moveTo>
                <a:lnTo>
                  <a:pt x="732561" y="304482"/>
                </a:lnTo>
                <a:lnTo>
                  <a:pt x="732243" y="303428"/>
                </a:lnTo>
                <a:lnTo>
                  <a:pt x="704430" y="279984"/>
                </a:lnTo>
                <a:lnTo>
                  <a:pt x="683209" y="273037"/>
                </a:lnTo>
                <a:lnTo>
                  <a:pt x="683209" y="335153"/>
                </a:lnTo>
                <a:lnTo>
                  <a:pt x="678053" y="348945"/>
                </a:lnTo>
                <a:lnTo>
                  <a:pt x="662597" y="358495"/>
                </a:lnTo>
                <a:lnTo>
                  <a:pt x="636892" y="364032"/>
                </a:lnTo>
                <a:lnTo>
                  <a:pt x="600976" y="365823"/>
                </a:lnTo>
                <a:lnTo>
                  <a:pt x="565061" y="364032"/>
                </a:lnTo>
                <a:lnTo>
                  <a:pt x="539356" y="358495"/>
                </a:lnTo>
                <a:lnTo>
                  <a:pt x="523900" y="348945"/>
                </a:lnTo>
                <a:lnTo>
                  <a:pt x="518744" y="335153"/>
                </a:lnTo>
                <a:lnTo>
                  <a:pt x="523900" y="321360"/>
                </a:lnTo>
                <a:lnTo>
                  <a:pt x="539356" y="311823"/>
                </a:lnTo>
                <a:lnTo>
                  <a:pt x="565061" y="306273"/>
                </a:lnTo>
                <a:lnTo>
                  <a:pt x="600976" y="304482"/>
                </a:lnTo>
                <a:lnTo>
                  <a:pt x="636892" y="306273"/>
                </a:lnTo>
                <a:lnTo>
                  <a:pt x="662597" y="311823"/>
                </a:lnTo>
                <a:lnTo>
                  <a:pt x="678053" y="321360"/>
                </a:lnTo>
                <a:lnTo>
                  <a:pt x="683209" y="335153"/>
                </a:lnTo>
                <a:lnTo>
                  <a:pt x="683209" y="273037"/>
                </a:lnTo>
                <a:lnTo>
                  <a:pt x="660120" y="265455"/>
                </a:lnTo>
                <a:lnTo>
                  <a:pt x="600976" y="260477"/>
                </a:lnTo>
                <a:lnTo>
                  <a:pt x="541832" y="265455"/>
                </a:lnTo>
                <a:lnTo>
                  <a:pt x="497522" y="279984"/>
                </a:lnTo>
                <a:lnTo>
                  <a:pt x="469709" y="303428"/>
                </a:lnTo>
                <a:lnTo>
                  <a:pt x="460070" y="335153"/>
                </a:lnTo>
                <a:lnTo>
                  <a:pt x="469709" y="366826"/>
                </a:lnTo>
                <a:lnTo>
                  <a:pt x="497522" y="390105"/>
                </a:lnTo>
                <a:lnTo>
                  <a:pt x="541832" y="404482"/>
                </a:lnTo>
                <a:lnTo>
                  <a:pt x="600976" y="409384"/>
                </a:lnTo>
                <a:lnTo>
                  <a:pt x="660120" y="404482"/>
                </a:lnTo>
                <a:lnTo>
                  <a:pt x="704430" y="390105"/>
                </a:lnTo>
                <a:lnTo>
                  <a:pt x="732243" y="366826"/>
                </a:lnTo>
                <a:lnTo>
                  <a:pt x="732548" y="365823"/>
                </a:lnTo>
                <a:lnTo>
                  <a:pt x="741883" y="33515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51669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4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4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4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60609" y="1431200"/>
            <a:ext cx="719455" cy="410845"/>
          </a:xfrm>
          <a:custGeom>
            <a:avLst/>
            <a:gdLst/>
            <a:ahLst/>
            <a:cxnLst/>
            <a:rect l="l" t="t" r="r" b="b"/>
            <a:pathLst>
              <a:path w="719454" h="410844">
                <a:moveTo>
                  <a:pt x="228917" y="291592"/>
                </a:moveTo>
                <a:lnTo>
                  <a:pt x="225171" y="260477"/>
                </a:lnTo>
                <a:lnTo>
                  <a:pt x="223139" y="243586"/>
                </a:lnTo>
                <a:lnTo>
                  <a:pt x="180505" y="250723"/>
                </a:lnTo>
                <a:lnTo>
                  <a:pt x="138734" y="255701"/>
                </a:lnTo>
                <a:lnTo>
                  <a:pt x="98056" y="258838"/>
                </a:lnTo>
                <a:lnTo>
                  <a:pt x="58674" y="260477"/>
                </a:lnTo>
                <a:lnTo>
                  <a:pt x="58674" y="39116"/>
                </a:lnTo>
                <a:lnTo>
                  <a:pt x="0" y="39116"/>
                </a:lnTo>
                <a:lnTo>
                  <a:pt x="0" y="309372"/>
                </a:lnTo>
                <a:lnTo>
                  <a:pt x="35560" y="309372"/>
                </a:lnTo>
                <a:lnTo>
                  <a:pt x="81330" y="308597"/>
                </a:lnTo>
                <a:lnTo>
                  <a:pt x="129070" y="305816"/>
                </a:lnTo>
                <a:lnTo>
                  <a:pt x="178384" y="300380"/>
                </a:lnTo>
                <a:lnTo>
                  <a:pt x="228917" y="291592"/>
                </a:lnTo>
                <a:close/>
              </a:path>
              <a:path w="719454" h="410844">
                <a:moveTo>
                  <a:pt x="365379" y="154686"/>
                </a:moveTo>
                <a:lnTo>
                  <a:pt x="308038" y="154686"/>
                </a:lnTo>
                <a:lnTo>
                  <a:pt x="308038" y="0"/>
                </a:lnTo>
                <a:lnTo>
                  <a:pt x="249364" y="0"/>
                </a:lnTo>
                <a:lnTo>
                  <a:pt x="249364" y="408940"/>
                </a:lnTo>
                <a:lnTo>
                  <a:pt x="308038" y="408940"/>
                </a:lnTo>
                <a:lnTo>
                  <a:pt x="308038" y="203136"/>
                </a:lnTo>
                <a:lnTo>
                  <a:pt x="365379" y="203136"/>
                </a:lnTo>
                <a:lnTo>
                  <a:pt x="365379" y="154686"/>
                </a:lnTo>
                <a:close/>
              </a:path>
              <a:path w="719454" h="410844">
                <a:moveTo>
                  <a:pt x="638302" y="301371"/>
                </a:moveTo>
                <a:lnTo>
                  <a:pt x="633818" y="267144"/>
                </a:lnTo>
                <a:lnTo>
                  <a:pt x="633704" y="266255"/>
                </a:lnTo>
                <a:lnTo>
                  <a:pt x="632079" y="253809"/>
                </a:lnTo>
                <a:lnTo>
                  <a:pt x="589648" y="259956"/>
                </a:lnTo>
                <a:lnTo>
                  <a:pt x="547954" y="263982"/>
                </a:lnTo>
                <a:lnTo>
                  <a:pt x="505434" y="266255"/>
                </a:lnTo>
                <a:lnTo>
                  <a:pt x="460502" y="267144"/>
                </a:lnTo>
                <a:lnTo>
                  <a:pt x="460502" y="193357"/>
                </a:lnTo>
                <a:lnTo>
                  <a:pt x="593407" y="193357"/>
                </a:lnTo>
                <a:lnTo>
                  <a:pt x="593407" y="35115"/>
                </a:lnTo>
                <a:lnTo>
                  <a:pt x="400050" y="35115"/>
                </a:lnTo>
                <a:lnTo>
                  <a:pt x="400050" y="81788"/>
                </a:lnTo>
                <a:lnTo>
                  <a:pt x="533400" y="81788"/>
                </a:lnTo>
                <a:lnTo>
                  <a:pt x="533400" y="147129"/>
                </a:lnTo>
                <a:lnTo>
                  <a:pt x="400494" y="147129"/>
                </a:lnTo>
                <a:lnTo>
                  <a:pt x="400494" y="315595"/>
                </a:lnTo>
                <a:lnTo>
                  <a:pt x="437388" y="315595"/>
                </a:lnTo>
                <a:lnTo>
                  <a:pt x="490715" y="314998"/>
                </a:lnTo>
                <a:lnTo>
                  <a:pt x="540677" y="312826"/>
                </a:lnTo>
                <a:lnTo>
                  <a:pt x="589216" y="308470"/>
                </a:lnTo>
                <a:lnTo>
                  <a:pt x="638302" y="301371"/>
                </a:lnTo>
                <a:close/>
              </a:path>
              <a:path w="719454" h="410844">
                <a:moveTo>
                  <a:pt x="719201" y="0"/>
                </a:moveTo>
                <a:lnTo>
                  <a:pt x="660527" y="0"/>
                </a:lnTo>
                <a:lnTo>
                  <a:pt x="660527" y="410718"/>
                </a:lnTo>
                <a:lnTo>
                  <a:pt x="719201" y="410718"/>
                </a:lnTo>
                <a:lnTo>
                  <a:pt x="719201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30492" y="1452533"/>
            <a:ext cx="370840" cy="340995"/>
          </a:xfrm>
          <a:custGeom>
            <a:avLst/>
            <a:gdLst/>
            <a:ahLst/>
            <a:cxnLst/>
            <a:rect l="l" t="t" r="r" b="b"/>
            <a:pathLst>
              <a:path w="370839" h="340994">
                <a:moveTo>
                  <a:pt x="214250" y="293372"/>
                </a:moveTo>
                <a:lnTo>
                  <a:pt x="155576" y="293372"/>
                </a:lnTo>
                <a:lnTo>
                  <a:pt x="155576" y="224029"/>
                </a:lnTo>
                <a:lnTo>
                  <a:pt x="105958" y="211479"/>
                </a:lnTo>
                <a:lnTo>
                  <a:pt x="67008" y="187969"/>
                </a:lnTo>
                <a:lnTo>
                  <a:pt x="41561" y="154707"/>
                </a:lnTo>
                <a:lnTo>
                  <a:pt x="32448" y="112903"/>
                </a:lnTo>
                <a:lnTo>
                  <a:pt x="39941" y="74875"/>
                </a:lnTo>
                <a:lnTo>
                  <a:pt x="61024" y="43589"/>
                </a:lnTo>
                <a:lnTo>
                  <a:pt x="93608" y="20027"/>
                </a:lnTo>
                <a:lnTo>
                  <a:pt x="135601" y="5170"/>
                </a:lnTo>
                <a:lnTo>
                  <a:pt x="184913" y="0"/>
                </a:lnTo>
                <a:lnTo>
                  <a:pt x="234441" y="5170"/>
                </a:lnTo>
                <a:lnTo>
                  <a:pt x="276566" y="20027"/>
                </a:lnTo>
                <a:lnTo>
                  <a:pt x="309217" y="43589"/>
                </a:lnTo>
                <a:lnTo>
                  <a:pt x="311297" y="46672"/>
                </a:lnTo>
                <a:lnTo>
                  <a:pt x="184913" y="46672"/>
                </a:lnTo>
                <a:lnTo>
                  <a:pt x="146491" y="51145"/>
                </a:lnTo>
                <a:lnTo>
                  <a:pt x="116570" y="64119"/>
                </a:lnTo>
                <a:lnTo>
                  <a:pt x="97151" y="84927"/>
                </a:lnTo>
                <a:lnTo>
                  <a:pt x="90234" y="112903"/>
                </a:lnTo>
                <a:lnTo>
                  <a:pt x="97151" y="140879"/>
                </a:lnTo>
                <a:lnTo>
                  <a:pt x="116570" y="161688"/>
                </a:lnTo>
                <a:lnTo>
                  <a:pt x="146491" y="174661"/>
                </a:lnTo>
                <a:lnTo>
                  <a:pt x="184913" y="179134"/>
                </a:lnTo>
                <a:lnTo>
                  <a:pt x="310085" y="179134"/>
                </a:lnTo>
                <a:lnTo>
                  <a:pt x="303206" y="188135"/>
                </a:lnTo>
                <a:lnTo>
                  <a:pt x="264125" y="211666"/>
                </a:lnTo>
                <a:lnTo>
                  <a:pt x="214250" y="224029"/>
                </a:lnTo>
                <a:lnTo>
                  <a:pt x="214250" y="293372"/>
                </a:lnTo>
                <a:close/>
              </a:path>
              <a:path w="370839" h="340994">
                <a:moveTo>
                  <a:pt x="310085" y="179134"/>
                </a:moveTo>
                <a:lnTo>
                  <a:pt x="184913" y="179134"/>
                </a:lnTo>
                <a:lnTo>
                  <a:pt x="223592" y="174661"/>
                </a:lnTo>
                <a:lnTo>
                  <a:pt x="253644" y="161688"/>
                </a:lnTo>
                <a:lnTo>
                  <a:pt x="273112" y="140879"/>
                </a:lnTo>
                <a:lnTo>
                  <a:pt x="280037" y="112903"/>
                </a:lnTo>
                <a:lnTo>
                  <a:pt x="273112" y="84927"/>
                </a:lnTo>
                <a:lnTo>
                  <a:pt x="253644" y="64119"/>
                </a:lnTo>
                <a:lnTo>
                  <a:pt x="223592" y="51145"/>
                </a:lnTo>
                <a:lnTo>
                  <a:pt x="184913" y="46672"/>
                </a:lnTo>
                <a:lnTo>
                  <a:pt x="311297" y="46672"/>
                </a:lnTo>
                <a:lnTo>
                  <a:pt x="330326" y="74875"/>
                </a:lnTo>
                <a:lnTo>
                  <a:pt x="337822" y="112903"/>
                </a:lnTo>
                <a:lnTo>
                  <a:pt x="328716" y="154707"/>
                </a:lnTo>
                <a:lnTo>
                  <a:pt x="310085" y="179134"/>
                </a:lnTo>
                <a:close/>
              </a:path>
              <a:path w="370839" h="340994">
                <a:moveTo>
                  <a:pt x="370715" y="340933"/>
                </a:moveTo>
                <a:lnTo>
                  <a:pt x="0" y="340933"/>
                </a:lnTo>
                <a:lnTo>
                  <a:pt x="0" y="293372"/>
                </a:lnTo>
                <a:lnTo>
                  <a:pt x="370715" y="293372"/>
                </a:lnTo>
                <a:lnTo>
                  <a:pt x="370715" y="34093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9023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25050" y="1625154"/>
            <a:ext cx="8637898" cy="7675745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242618" y="2367939"/>
            <a:ext cx="558800" cy="305435"/>
          </a:xfrm>
          <a:custGeom>
            <a:avLst/>
            <a:gdLst/>
            <a:ahLst/>
            <a:cxnLst/>
            <a:rect l="l" t="t" r="r" b="b"/>
            <a:pathLst>
              <a:path w="558800" h="305435">
                <a:moveTo>
                  <a:pt x="264820" y="108305"/>
                </a:moveTo>
                <a:lnTo>
                  <a:pt x="219456" y="96024"/>
                </a:lnTo>
                <a:lnTo>
                  <a:pt x="186944" y="75692"/>
                </a:lnTo>
                <a:lnTo>
                  <a:pt x="160807" y="23774"/>
                </a:lnTo>
                <a:lnTo>
                  <a:pt x="160807" y="9245"/>
                </a:lnTo>
                <a:lnTo>
                  <a:pt x="114249" y="9245"/>
                </a:lnTo>
                <a:lnTo>
                  <a:pt x="114249" y="23774"/>
                </a:lnTo>
                <a:lnTo>
                  <a:pt x="107746" y="50673"/>
                </a:lnTo>
                <a:lnTo>
                  <a:pt x="88341" y="75692"/>
                </a:lnTo>
                <a:lnTo>
                  <a:pt x="84874" y="77927"/>
                </a:lnTo>
                <a:lnTo>
                  <a:pt x="55816" y="96024"/>
                </a:lnTo>
                <a:lnTo>
                  <a:pt x="10236" y="108305"/>
                </a:lnTo>
                <a:lnTo>
                  <a:pt x="26746" y="143306"/>
                </a:lnTo>
                <a:lnTo>
                  <a:pt x="63779" y="134340"/>
                </a:lnTo>
                <a:lnTo>
                  <a:pt x="94856" y="119900"/>
                </a:lnTo>
                <a:lnTo>
                  <a:pt x="119621" y="100812"/>
                </a:lnTo>
                <a:lnTo>
                  <a:pt x="137693" y="77927"/>
                </a:lnTo>
                <a:lnTo>
                  <a:pt x="155727" y="100812"/>
                </a:lnTo>
                <a:lnTo>
                  <a:pt x="180378" y="119900"/>
                </a:lnTo>
                <a:lnTo>
                  <a:pt x="211340" y="134340"/>
                </a:lnTo>
                <a:lnTo>
                  <a:pt x="248310" y="143306"/>
                </a:lnTo>
                <a:lnTo>
                  <a:pt x="264820" y="108305"/>
                </a:lnTo>
                <a:close/>
              </a:path>
              <a:path w="558800" h="305435">
                <a:moveTo>
                  <a:pt x="274726" y="165760"/>
                </a:moveTo>
                <a:lnTo>
                  <a:pt x="0" y="165760"/>
                </a:lnTo>
                <a:lnTo>
                  <a:pt x="0" y="201091"/>
                </a:lnTo>
                <a:lnTo>
                  <a:pt x="114579" y="201091"/>
                </a:lnTo>
                <a:lnTo>
                  <a:pt x="114579" y="304774"/>
                </a:lnTo>
                <a:lnTo>
                  <a:pt x="158165" y="304774"/>
                </a:lnTo>
                <a:lnTo>
                  <a:pt x="158165" y="201091"/>
                </a:lnTo>
                <a:lnTo>
                  <a:pt x="274726" y="201091"/>
                </a:lnTo>
                <a:lnTo>
                  <a:pt x="274726" y="165760"/>
                </a:lnTo>
                <a:close/>
              </a:path>
              <a:path w="558800" h="305435">
                <a:moveTo>
                  <a:pt x="558673" y="0"/>
                </a:moveTo>
                <a:lnTo>
                  <a:pt x="515086" y="0"/>
                </a:lnTo>
                <a:lnTo>
                  <a:pt x="515086" y="109626"/>
                </a:lnTo>
                <a:lnTo>
                  <a:pt x="464235" y="109626"/>
                </a:lnTo>
                <a:lnTo>
                  <a:pt x="455358" y="72720"/>
                </a:lnTo>
                <a:lnTo>
                  <a:pt x="448106" y="60756"/>
                </a:lnTo>
                <a:lnTo>
                  <a:pt x="438556" y="44983"/>
                </a:lnTo>
                <a:lnTo>
                  <a:pt x="423951" y="34074"/>
                </a:lnTo>
                <a:lnTo>
                  <a:pt x="423951" y="129768"/>
                </a:lnTo>
                <a:lnTo>
                  <a:pt x="421284" y="159689"/>
                </a:lnTo>
                <a:lnTo>
                  <a:pt x="413715" y="181406"/>
                </a:lnTo>
                <a:lnTo>
                  <a:pt x="401942" y="194640"/>
                </a:lnTo>
                <a:lnTo>
                  <a:pt x="386638" y="199110"/>
                </a:lnTo>
                <a:lnTo>
                  <a:pt x="371525" y="194640"/>
                </a:lnTo>
                <a:lnTo>
                  <a:pt x="359854" y="181406"/>
                </a:lnTo>
                <a:lnTo>
                  <a:pt x="352323" y="159689"/>
                </a:lnTo>
                <a:lnTo>
                  <a:pt x="349656" y="129768"/>
                </a:lnTo>
                <a:lnTo>
                  <a:pt x="352323" y="100037"/>
                </a:lnTo>
                <a:lnTo>
                  <a:pt x="359854" y="78422"/>
                </a:lnTo>
                <a:lnTo>
                  <a:pt x="371525" y="65227"/>
                </a:lnTo>
                <a:lnTo>
                  <a:pt x="386638" y="60756"/>
                </a:lnTo>
                <a:lnTo>
                  <a:pt x="401942" y="65227"/>
                </a:lnTo>
                <a:lnTo>
                  <a:pt x="413715" y="78422"/>
                </a:lnTo>
                <a:lnTo>
                  <a:pt x="421284" y="100037"/>
                </a:lnTo>
                <a:lnTo>
                  <a:pt x="423951" y="129768"/>
                </a:lnTo>
                <a:lnTo>
                  <a:pt x="423951" y="34074"/>
                </a:lnTo>
                <a:lnTo>
                  <a:pt x="415201" y="27533"/>
                </a:lnTo>
                <a:lnTo>
                  <a:pt x="386638" y="21463"/>
                </a:lnTo>
                <a:lnTo>
                  <a:pt x="355269" y="29006"/>
                </a:lnTo>
                <a:lnTo>
                  <a:pt x="330377" y="50596"/>
                </a:lnTo>
                <a:lnTo>
                  <a:pt x="313969" y="84709"/>
                </a:lnTo>
                <a:lnTo>
                  <a:pt x="308051" y="129768"/>
                </a:lnTo>
                <a:lnTo>
                  <a:pt x="313969" y="175069"/>
                </a:lnTo>
                <a:lnTo>
                  <a:pt x="330377" y="209384"/>
                </a:lnTo>
                <a:lnTo>
                  <a:pt x="355269" y="231140"/>
                </a:lnTo>
                <a:lnTo>
                  <a:pt x="386638" y="238734"/>
                </a:lnTo>
                <a:lnTo>
                  <a:pt x="416001" y="232257"/>
                </a:lnTo>
                <a:lnTo>
                  <a:pt x="439712" y="213639"/>
                </a:lnTo>
                <a:lnTo>
                  <a:pt x="447916" y="199110"/>
                </a:lnTo>
                <a:lnTo>
                  <a:pt x="456387" y="184124"/>
                </a:lnTo>
                <a:lnTo>
                  <a:pt x="464566" y="144957"/>
                </a:lnTo>
                <a:lnTo>
                  <a:pt x="515086" y="144957"/>
                </a:lnTo>
                <a:lnTo>
                  <a:pt x="515086" y="305104"/>
                </a:lnTo>
                <a:lnTo>
                  <a:pt x="558673" y="305104"/>
                </a:lnTo>
                <a:lnTo>
                  <a:pt x="558673" y="144957"/>
                </a:lnTo>
                <a:lnTo>
                  <a:pt x="558673" y="109626"/>
                </a:lnTo>
                <a:lnTo>
                  <a:pt x="558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135196" y="2368592"/>
            <a:ext cx="43815" cy="80645"/>
          </a:xfrm>
          <a:custGeom>
            <a:avLst/>
            <a:gdLst/>
            <a:ahLst/>
            <a:cxnLst/>
            <a:rect l="l" t="t" r="r" b="b"/>
            <a:pathLst>
              <a:path w="43814" h="80644">
                <a:moveTo>
                  <a:pt x="43586" y="80569"/>
                </a:moveTo>
                <a:lnTo>
                  <a:pt x="0" y="80569"/>
                </a:lnTo>
                <a:lnTo>
                  <a:pt x="0" y="0"/>
                </a:lnTo>
                <a:lnTo>
                  <a:pt x="43586" y="0"/>
                </a:lnTo>
                <a:lnTo>
                  <a:pt x="43586" y="80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937397" y="2388082"/>
            <a:ext cx="248285" cy="279400"/>
          </a:xfrm>
          <a:custGeom>
            <a:avLst/>
            <a:gdLst/>
            <a:ahLst/>
            <a:cxnLst/>
            <a:rect l="l" t="t" r="r" b="b"/>
            <a:pathLst>
              <a:path w="248285" h="279400">
                <a:moveTo>
                  <a:pt x="143637" y="660"/>
                </a:moveTo>
                <a:lnTo>
                  <a:pt x="101041" y="660"/>
                </a:lnTo>
                <a:lnTo>
                  <a:pt x="101041" y="46558"/>
                </a:lnTo>
                <a:lnTo>
                  <a:pt x="143637" y="46558"/>
                </a:lnTo>
                <a:lnTo>
                  <a:pt x="143637" y="660"/>
                </a:lnTo>
                <a:close/>
              </a:path>
              <a:path w="248285" h="279400">
                <a:moveTo>
                  <a:pt x="241376" y="60960"/>
                </a:moveTo>
                <a:lnTo>
                  <a:pt x="143637" y="60960"/>
                </a:lnTo>
                <a:lnTo>
                  <a:pt x="143637" y="46990"/>
                </a:lnTo>
                <a:lnTo>
                  <a:pt x="101041" y="46990"/>
                </a:lnTo>
                <a:lnTo>
                  <a:pt x="101041" y="80010"/>
                </a:lnTo>
                <a:lnTo>
                  <a:pt x="101041" y="96520"/>
                </a:lnTo>
                <a:lnTo>
                  <a:pt x="101041" y="123190"/>
                </a:lnTo>
                <a:lnTo>
                  <a:pt x="43256" y="123190"/>
                </a:lnTo>
                <a:lnTo>
                  <a:pt x="43256" y="80010"/>
                </a:lnTo>
                <a:lnTo>
                  <a:pt x="101041" y="80010"/>
                </a:lnTo>
                <a:lnTo>
                  <a:pt x="101041" y="46990"/>
                </a:lnTo>
                <a:lnTo>
                  <a:pt x="43256" y="46990"/>
                </a:lnTo>
                <a:lnTo>
                  <a:pt x="43256" y="0"/>
                </a:lnTo>
                <a:lnTo>
                  <a:pt x="0" y="0"/>
                </a:lnTo>
                <a:lnTo>
                  <a:pt x="0" y="157480"/>
                </a:lnTo>
                <a:lnTo>
                  <a:pt x="143637" y="157480"/>
                </a:lnTo>
                <a:lnTo>
                  <a:pt x="143637" y="123190"/>
                </a:lnTo>
                <a:lnTo>
                  <a:pt x="143637" y="96520"/>
                </a:lnTo>
                <a:lnTo>
                  <a:pt x="197789" y="96520"/>
                </a:lnTo>
                <a:lnTo>
                  <a:pt x="197789" y="204724"/>
                </a:lnTo>
                <a:lnTo>
                  <a:pt x="241376" y="204724"/>
                </a:lnTo>
                <a:lnTo>
                  <a:pt x="241376" y="96520"/>
                </a:lnTo>
                <a:lnTo>
                  <a:pt x="241376" y="96088"/>
                </a:lnTo>
                <a:lnTo>
                  <a:pt x="241376" y="80010"/>
                </a:lnTo>
                <a:lnTo>
                  <a:pt x="241376" y="60960"/>
                </a:lnTo>
                <a:close/>
              </a:path>
              <a:path w="248285" h="279400">
                <a:moveTo>
                  <a:pt x="247980" y="243840"/>
                </a:moveTo>
                <a:lnTo>
                  <a:pt x="84201" y="243840"/>
                </a:lnTo>
                <a:lnTo>
                  <a:pt x="84201" y="182880"/>
                </a:lnTo>
                <a:lnTo>
                  <a:pt x="40614" y="182880"/>
                </a:lnTo>
                <a:lnTo>
                  <a:pt x="40614" y="243840"/>
                </a:lnTo>
                <a:lnTo>
                  <a:pt x="40614" y="279400"/>
                </a:lnTo>
                <a:lnTo>
                  <a:pt x="247980" y="279400"/>
                </a:lnTo>
                <a:lnTo>
                  <a:pt x="247980" y="243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232242" y="2368262"/>
            <a:ext cx="250825" cy="304800"/>
          </a:xfrm>
          <a:custGeom>
            <a:avLst/>
            <a:gdLst/>
            <a:ahLst/>
            <a:cxnLst/>
            <a:rect l="l" t="t" r="r" b="b"/>
            <a:pathLst>
              <a:path w="250825" h="304800">
                <a:moveTo>
                  <a:pt x="250294" y="304447"/>
                </a:moveTo>
                <a:lnTo>
                  <a:pt x="206707" y="304447"/>
                </a:lnTo>
                <a:lnTo>
                  <a:pt x="206707" y="228170"/>
                </a:lnTo>
                <a:lnTo>
                  <a:pt x="43256" y="228170"/>
                </a:lnTo>
                <a:lnTo>
                  <a:pt x="43256" y="193829"/>
                </a:lnTo>
                <a:lnTo>
                  <a:pt x="250294" y="193829"/>
                </a:lnTo>
                <a:lnTo>
                  <a:pt x="250294" y="304447"/>
                </a:lnTo>
                <a:close/>
              </a:path>
              <a:path w="250825" h="304800">
                <a:moveTo>
                  <a:pt x="250294" y="40945"/>
                </a:moveTo>
                <a:lnTo>
                  <a:pt x="206707" y="40945"/>
                </a:lnTo>
                <a:lnTo>
                  <a:pt x="206707" y="0"/>
                </a:lnTo>
                <a:lnTo>
                  <a:pt x="250294" y="0"/>
                </a:lnTo>
                <a:lnTo>
                  <a:pt x="250294" y="40945"/>
                </a:lnTo>
                <a:close/>
              </a:path>
              <a:path w="250825" h="304800">
                <a:moveTo>
                  <a:pt x="79909" y="166752"/>
                </a:moveTo>
                <a:lnTo>
                  <a:pt x="48477" y="161113"/>
                </a:lnTo>
                <a:lnTo>
                  <a:pt x="23114" y="145413"/>
                </a:lnTo>
                <a:lnTo>
                  <a:pt x="6170" y="121478"/>
                </a:lnTo>
                <a:lnTo>
                  <a:pt x="0" y="91136"/>
                </a:lnTo>
                <a:lnTo>
                  <a:pt x="6170" y="60984"/>
                </a:lnTo>
                <a:lnTo>
                  <a:pt x="23114" y="37147"/>
                </a:lnTo>
                <a:lnTo>
                  <a:pt x="48477" y="21483"/>
                </a:lnTo>
                <a:lnTo>
                  <a:pt x="79909" y="15849"/>
                </a:lnTo>
                <a:lnTo>
                  <a:pt x="97858" y="17588"/>
                </a:lnTo>
                <a:lnTo>
                  <a:pt x="114291" y="22577"/>
                </a:lnTo>
                <a:lnTo>
                  <a:pt x="128805" y="30476"/>
                </a:lnTo>
                <a:lnTo>
                  <a:pt x="140996" y="40945"/>
                </a:lnTo>
                <a:lnTo>
                  <a:pt x="250294" y="40945"/>
                </a:lnTo>
                <a:lnTo>
                  <a:pt x="250294" y="53162"/>
                </a:lnTo>
                <a:lnTo>
                  <a:pt x="79909" y="53162"/>
                </a:lnTo>
                <a:lnTo>
                  <a:pt x="64539" y="55752"/>
                </a:lnTo>
                <a:lnTo>
                  <a:pt x="52295" y="63233"/>
                </a:lnTo>
                <a:lnTo>
                  <a:pt x="44200" y="75172"/>
                </a:lnTo>
                <a:lnTo>
                  <a:pt x="41275" y="91136"/>
                </a:lnTo>
                <a:lnTo>
                  <a:pt x="44145" y="106985"/>
                </a:lnTo>
                <a:lnTo>
                  <a:pt x="44200" y="107290"/>
                </a:lnTo>
                <a:lnTo>
                  <a:pt x="52295" y="119327"/>
                </a:lnTo>
                <a:lnTo>
                  <a:pt x="64539" y="126844"/>
                </a:lnTo>
                <a:lnTo>
                  <a:pt x="79909" y="129439"/>
                </a:lnTo>
                <a:lnTo>
                  <a:pt x="250294" y="129439"/>
                </a:lnTo>
                <a:lnTo>
                  <a:pt x="250294" y="141657"/>
                </a:lnTo>
                <a:lnTo>
                  <a:pt x="140666" y="141657"/>
                </a:lnTo>
                <a:lnTo>
                  <a:pt x="128479" y="152125"/>
                </a:lnTo>
                <a:lnTo>
                  <a:pt x="114002" y="160024"/>
                </a:lnTo>
                <a:lnTo>
                  <a:pt x="97667" y="165013"/>
                </a:lnTo>
                <a:lnTo>
                  <a:pt x="79909" y="166752"/>
                </a:lnTo>
                <a:close/>
              </a:path>
              <a:path w="250825" h="304800">
                <a:moveTo>
                  <a:pt x="250294" y="129439"/>
                </a:moveTo>
                <a:lnTo>
                  <a:pt x="79909" y="129439"/>
                </a:lnTo>
                <a:lnTo>
                  <a:pt x="95469" y="126844"/>
                </a:lnTo>
                <a:lnTo>
                  <a:pt x="107811" y="119327"/>
                </a:lnTo>
                <a:lnTo>
                  <a:pt x="115942" y="107290"/>
                </a:lnTo>
                <a:lnTo>
                  <a:pt x="118873" y="91136"/>
                </a:lnTo>
                <a:lnTo>
                  <a:pt x="116024" y="75616"/>
                </a:lnTo>
                <a:lnTo>
                  <a:pt x="115942" y="75172"/>
                </a:lnTo>
                <a:lnTo>
                  <a:pt x="107811" y="63233"/>
                </a:lnTo>
                <a:lnTo>
                  <a:pt x="95469" y="55752"/>
                </a:lnTo>
                <a:lnTo>
                  <a:pt x="79909" y="53162"/>
                </a:lnTo>
                <a:lnTo>
                  <a:pt x="250294" y="53162"/>
                </a:lnTo>
                <a:lnTo>
                  <a:pt x="250294" y="75616"/>
                </a:lnTo>
                <a:lnTo>
                  <a:pt x="158497" y="75616"/>
                </a:lnTo>
                <a:lnTo>
                  <a:pt x="159488" y="80569"/>
                </a:lnTo>
                <a:lnTo>
                  <a:pt x="160148" y="85522"/>
                </a:lnTo>
                <a:lnTo>
                  <a:pt x="160148" y="96419"/>
                </a:lnTo>
                <a:lnTo>
                  <a:pt x="159488" y="101702"/>
                </a:lnTo>
                <a:lnTo>
                  <a:pt x="158497" y="106985"/>
                </a:lnTo>
                <a:lnTo>
                  <a:pt x="250294" y="106985"/>
                </a:lnTo>
                <a:lnTo>
                  <a:pt x="250294" y="129439"/>
                </a:lnTo>
                <a:close/>
              </a:path>
              <a:path w="250825" h="304800">
                <a:moveTo>
                  <a:pt x="250294" y="106985"/>
                </a:moveTo>
                <a:lnTo>
                  <a:pt x="206707" y="106985"/>
                </a:lnTo>
                <a:lnTo>
                  <a:pt x="206707" y="75616"/>
                </a:lnTo>
                <a:lnTo>
                  <a:pt x="250294" y="75616"/>
                </a:lnTo>
                <a:lnTo>
                  <a:pt x="250294" y="106985"/>
                </a:lnTo>
                <a:close/>
              </a:path>
              <a:path w="250825" h="304800">
                <a:moveTo>
                  <a:pt x="250294" y="179960"/>
                </a:moveTo>
                <a:lnTo>
                  <a:pt x="206707" y="179960"/>
                </a:lnTo>
                <a:lnTo>
                  <a:pt x="206707" y="141657"/>
                </a:lnTo>
                <a:lnTo>
                  <a:pt x="250294" y="141657"/>
                </a:lnTo>
                <a:lnTo>
                  <a:pt x="250294" y="179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146" y="1431645"/>
            <a:ext cx="742315" cy="410209"/>
          </a:xfrm>
          <a:custGeom>
            <a:avLst/>
            <a:gdLst/>
            <a:ahLst/>
            <a:cxnLst/>
            <a:rect l="l" t="t" r="r" b="b"/>
            <a:pathLst>
              <a:path w="742314" h="410210">
                <a:moveTo>
                  <a:pt x="356501" y="145351"/>
                </a:moveTo>
                <a:lnTo>
                  <a:pt x="295427" y="128828"/>
                </a:lnTo>
                <a:lnTo>
                  <a:pt x="256451" y="104457"/>
                </a:lnTo>
                <a:lnTo>
                  <a:pt x="251650" y="101460"/>
                </a:lnTo>
                <a:lnTo>
                  <a:pt x="225298" y="67589"/>
                </a:lnTo>
                <a:lnTo>
                  <a:pt x="216484" y="31559"/>
                </a:lnTo>
                <a:lnTo>
                  <a:pt x="216484" y="12001"/>
                </a:lnTo>
                <a:lnTo>
                  <a:pt x="153809" y="12001"/>
                </a:lnTo>
                <a:lnTo>
                  <a:pt x="153809" y="31559"/>
                </a:lnTo>
                <a:lnTo>
                  <a:pt x="145059" y="67779"/>
                </a:lnTo>
                <a:lnTo>
                  <a:pt x="118795" y="101625"/>
                </a:lnTo>
                <a:lnTo>
                  <a:pt x="75145" y="128828"/>
                </a:lnTo>
                <a:lnTo>
                  <a:pt x="75272" y="128828"/>
                </a:lnTo>
                <a:lnTo>
                  <a:pt x="13792" y="145351"/>
                </a:lnTo>
                <a:lnTo>
                  <a:pt x="36017" y="192468"/>
                </a:lnTo>
                <a:lnTo>
                  <a:pt x="85852" y="180403"/>
                </a:lnTo>
                <a:lnTo>
                  <a:pt x="127685" y="160972"/>
                </a:lnTo>
                <a:lnTo>
                  <a:pt x="161023" y="135280"/>
                </a:lnTo>
                <a:lnTo>
                  <a:pt x="185369" y="104457"/>
                </a:lnTo>
                <a:lnTo>
                  <a:pt x="209626" y="135280"/>
                </a:lnTo>
                <a:lnTo>
                  <a:pt x="242811" y="160972"/>
                </a:lnTo>
                <a:lnTo>
                  <a:pt x="284505" y="180403"/>
                </a:lnTo>
                <a:lnTo>
                  <a:pt x="334276" y="192468"/>
                </a:lnTo>
                <a:lnTo>
                  <a:pt x="356501" y="145351"/>
                </a:lnTo>
                <a:close/>
              </a:path>
              <a:path w="742314" h="410210">
                <a:moveTo>
                  <a:pt x="369836" y="222694"/>
                </a:moveTo>
                <a:lnTo>
                  <a:pt x="0" y="222694"/>
                </a:lnTo>
                <a:lnTo>
                  <a:pt x="0" y="270256"/>
                </a:lnTo>
                <a:lnTo>
                  <a:pt x="154254" y="270256"/>
                </a:lnTo>
                <a:lnTo>
                  <a:pt x="154254" y="409829"/>
                </a:lnTo>
                <a:lnTo>
                  <a:pt x="212928" y="409829"/>
                </a:lnTo>
                <a:lnTo>
                  <a:pt x="212928" y="270256"/>
                </a:lnTo>
                <a:lnTo>
                  <a:pt x="369836" y="270256"/>
                </a:lnTo>
                <a:lnTo>
                  <a:pt x="369836" y="222694"/>
                </a:lnTo>
                <a:close/>
              </a:path>
              <a:path w="742314" h="410210">
                <a:moveTo>
                  <a:pt x="576973" y="171577"/>
                </a:moveTo>
                <a:lnTo>
                  <a:pt x="570471" y="142659"/>
                </a:lnTo>
                <a:lnTo>
                  <a:pt x="570141" y="142240"/>
                </a:lnTo>
                <a:lnTo>
                  <a:pt x="552297" y="120180"/>
                </a:lnTo>
                <a:lnTo>
                  <a:pt x="524967" y="105905"/>
                </a:lnTo>
                <a:lnTo>
                  <a:pt x="524967" y="171577"/>
                </a:lnTo>
                <a:lnTo>
                  <a:pt x="522401" y="184302"/>
                </a:lnTo>
                <a:lnTo>
                  <a:pt x="515124" y="193636"/>
                </a:lnTo>
                <a:lnTo>
                  <a:pt x="503770" y="199402"/>
                </a:lnTo>
                <a:lnTo>
                  <a:pt x="488962" y="201358"/>
                </a:lnTo>
                <a:lnTo>
                  <a:pt x="474078" y="199402"/>
                </a:lnTo>
                <a:lnTo>
                  <a:pt x="462572" y="193636"/>
                </a:lnTo>
                <a:lnTo>
                  <a:pt x="455142" y="184302"/>
                </a:lnTo>
                <a:lnTo>
                  <a:pt x="452513" y="171577"/>
                </a:lnTo>
                <a:lnTo>
                  <a:pt x="455142" y="158927"/>
                </a:lnTo>
                <a:lnTo>
                  <a:pt x="462572" y="149745"/>
                </a:lnTo>
                <a:lnTo>
                  <a:pt x="474078" y="144145"/>
                </a:lnTo>
                <a:lnTo>
                  <a:pt x="488962" y="142240"/>
                </a:lnTo>
                <a:lnTo>
                  <a:pt x="503770" y="144145"/>
                </a:lnTo>
                <a:lnTo>
                  <a:pt x="515124" y="149745"/>
                </a:lnTo>
                <a:lnTo>
                  <a:pt x="522401" y="158927"/>
                </a:lnTo>
                <a:lnTo>
                  <a:pt x="524967" y="171577"/>
                </a:lnTo>
                <a:lnTo>
                  <a:pt x="524967" y="105905"/>
                </a:lnTo>
                <a:lnTo>
                  <a:pt x="524459" y="105638"/>
                </a:lnTo>
                <a:lnTo>
                  <a:pt x="488962" y="100457"/>
                </a:lnTo>
                <a:lnTo>
                  <a:pt x="453199" y="105638"/>
                </a:lnTo>
                <a:lnTo>
                  <a:pt x="425234" y="120180"/>
                </a:lnTo>
                <a:lnTo>
                  <a:pt x="407009" y="142659"/>
                </a:lnTo>
                <a:lnTo>
                  <a:pt x="400507" y="171577"/>
                </a:lnTo>
                <a:lnTo>
                  <a:pt x="407009" y="200571"/>
                </a:lnTo>
                <a:lnTo>
                  <a:pt x="425234" y="223202"/>
                </a:lnTo>
                <a:lnTo>
                  <a:pt x="453199" y="237896"/>
                </a:lnTo>
                <a:lnTo>
                  <a:pt x="488962" y="243141"/>
                </a:lnTo>
                <a:lnTo>
                  <a:pt x="524459" y="237896"/>
                </a:lnTo>
                <a:lnTo>
                  <a:pt x="552297" y="223202"/>
                </a:lnTo>
                <a:lnTo>
                  <a:pt x="569836" y="201358"/>
                </a:lnTo>
                <a:lnTo>
                  <a:pt x="570471" y="200571"/>
                </a:lnTo>
                <a:lnTo>
                  <a:pt x="576973" y="171577"/>
                </a:lnTo>
                <a:close/>
              </a:path>
              <a:path w="742314" h="410210">
                <a:moveTo>
                  <a:pt x="588086" y="41783"/>
                </a:moveTo>
                <a:lnTo>
                  <a:pt x="516966" y="41783"/>
                </a:lnTo>
                <a:lnTo>
                  <a:pt x="516966" y="4445"/>
                </a:lnTo>
                <a:lnTo>
                  <a:pt x="459181" y="4445"/>
                </a:lnTo>
                <a:lnTo>
                  <a:pt x="459181" y="41783"/>
                </a:lnTo>
                <a:lnTo>
                  <a:pt x="388505" y="41783"/>
                </a:lnTo>
                <a:lnTo>
                  <a:pt x="388505" y="87122"/>
                </a:lnTo>
                <a:lnTo>
                  <a:pt x="588086" y="87122"/>
                </a:lnTo>
                <a:lnTo>
                  <a:pt x="588086" y="41783"/>
                </a:lnTo>
                <a:close/>
              </a:path>
              <a:path w="742314" h="410210">
                <a:moveTo>
                  <a:pt x="739660" y="0"/>
                </a:moveTo>
                <a:lnTo>
                  <a:pt x="684098" y="0"/>
                </a:lnTo>
                <a:lnTo>
                  <a:pt x="684098" y="100901"/>
                </a:lnTo>
                <a:lnTo>
                  <a:pt x="653872" y="100901"/>
                </a:lnTo>
                <a:lnTo>
                  <a:pt x="653872" y="7556"/>
                </a:lnTo>
                <a:lnTo>
                  <a:pt x="599198" y="7556"/>
                </a:lnTo>
                <a:lnTo>
                  <a:pt x="599198" y="243141"/>
                </a:lnTo>
                <a:lnTo>
                  <a:pt x="653872" y="243141"/>
                </a:lnTo>
                <a:lnTo>
                  <a:pt x="653872" y="148463"/>
                </a:lnTo>
                <a:lnTo>
                  <a:pt x="684098" y="148463"/>
                </a:lnTo>
                <a:lnTo>
                  <a:pt x="684098" y="256032"/>
                </a:lnTo>
                <a:lnTo>
                  <a:pt x="739660" y="256032"/>
                </a:lnTo>
                <a:lnTo>
                  <a:pt x="739660" y="148463"/>
                </a:lnTo>
                <a:lnTo>
                  <a:pt x="739660" y="100901"/>
                </a:lnTo>
                <a:lnTo>
                  <a:pt x="739660" y="0"/>
                </a:lnTo>
                <a:close/>
              </a:path>
              <a:path w="742314" h="410210">
                <a:moveTo>
                  <a:pt x="741883" y="335153"/>
                </a:moveTo>
                <a:lnTo>
                  <a:pt x="732561" y="304482"/>
                </a:lnTo>
                <a:lnTo>
                  <a:pt x="732243" y="303428"/>
                </a:lnTo>
                <a:lnTo>
                  <a:pt x="704430" y="279984"/>
                </a:lnTo>
                <a:lnTo>
                  <a:pt x="683209" y="273037"/>
                </a:lnTo>
                <a:lnTo>
                  <a:pt x="683209" y="335153"/>
                </a:lnTo>
                <a:lnTo>
                  <a:pt x="678053" y="348945"/>
                </a:lnTo>
                <a:lnTo>
                  <a:pt x="662597" y="358495"/>
                </a:lnTo>
                <a:lnTo>
                  <a:pt x="636892" y="364032"/>
                </a:lnTo>
                <a:lnTo>
                  <a:pt x="600976" y="365823"/>
                </a:lnTo>
                <a:lnTo>
                  <a:pt x="565061" y="364032"/>
                </a:lnTo>
                <a:lnTo>
                  <a:pt x="539356" y="358495"/>
                </a:lnTo>
                <a:lnTo>
                  <a:pt x="523900" y="348945"/>
                </a:lnTo>
                <a:lnTo>
                  <a:pt x="518744" y="335153"/>
                </a:lnTo>
                <a:lnTo>
                  <a:pt x="523900" y="321360"/>
                </a:lnTo>
                <a:lnTo>
                  <a:pt x="539356" y="311823"/>
                </a:lnTo>
                <a:lnTo>
                  <a:pt x="565061" y="306273"/>
                </a:lnTo>
                <a:lnTo>
                  <a:pt x="600976" y="304482"/>
                </a:lnTo>
                <a:lnTo>
                  <a:pt x="636892" y="306273"/>
                </a:lnTo>
                <a:lnTo>
                  <a:pt x="662597" y="311823"/>
                </a:lnTo>
                <a:lnTo>
                  <a:pt x="678053" y="321360"/>
                </a:lnTo>
                <a:lnTo>
                  <a:pt x="683209" y="335153"/>
                </a:lnTo>
                <a:lnTo>
                  <a:pt x="683209" y="273037"/>
                </a:lnTo>
                <a:lnTo>
                  <a:pt x="660120" y="265455"/>
                </a:lnTo>
                <a:lnTo>
                  <a:pt x="600976" y="260477"/>
                </a:lnTo>
                <a:lnTo>
                  <a:pt x="541832" y="265455"/>
                </a:lnTo>
                <a:lnTo>
                  <a:pt x="497522" y="279984"/>
                </a:lnTo>
                <a:lnTo>
                  <a:pt x="469709" y="303428"/>
                </a:lnTo>
                <a:lnTo>
                  <a:pt x="460070" y="335153"/>
                </a:lnTo>
                <a:lnTo>
                  <a:pt x="469709" y="366826"/>
                </a:lnTo>
                <a:lnTo>
                  <a:pt x="497522" y="390105"/>
                </a:lnTo>
                <a:lnTo>
                  <a:pt x="541832" y="404482"/>
                </a:lnTo>
                <a:lnTo>
                  <a:pt x="600976" y="409384"/>
                </a:lnTo>
                <a:lnTo>
                  <a:pt x="660120" y="404482"/>
                </a:lnTo>
                <a:lnTo>
                  <a:pt x="704430" y="390105"/>
                </a:lnTo>
                <a:lnTo>
                  <a:pt x="732243" y="366826"/>
                </a:lnTo>
                <a:lnTo>
                  <a:pt x="732548" y="365823"/>
                </a:lnTo>
                <a:lnTo>
                  <a:pt x="741883" y="33515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51669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4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4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4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60609" y="1431200"/>
            <a:ext cx="719455" cy="410845"/>
          </a:xfrm>
          <a:custGeom>
            <a:avLst/>
            <a:gdLst/>
            <a:ahLst/>
            <a:cxnLst/>
            <a:rect l="l" t="t" r="r" b="b"/>
            <a:pathLst>
              <a:path w="719454" h="410844">
                <a:moveTo>
                  <a:pt x="228917" y="291592"/>
                </a:moveTo>
                <a:lnTo>
                  <a:pt x="225171" y="260477"/>
                </a:lnTo>
                <a:lnTo>
                  <a:pt x="223139" y="243586"/>
                </a:lnTo>
                <a:lnTo>
                  <a:pt x="180505" y="250723"/>
                </a:lnTo>
                <a:lnTo>
                  <a:pt x="138734" y="255701"/>
                </a:lnTo>
                <a:lnTo>
                  <a:pt x="98056" y="258838"/>
                </a:lnTo>
                <a:lnTo>
                  <a:pt x="58674" y="260477"/>
                </a:lnTo>
                <a:lnTo>
                  <a:pt x="58674" y="39116"/>
                </a:lnTo>
                <a:lnTo>
                  <a:pt x="0" y="39116"/>
                </a:lnTo>
                <a:lnTo>
                  <a:pt x="0" y="309372"/>
                </a:lnTo>
                <a:lnTo>
                  <a:pt x="35560" y="309372"/>
                </a:lnTo>
                <a:lnTo>
                  <a:pt x="81330" y="308597"/>
                </a:lnTo>
                <a:lnTo>
                  <a:pt x="129070" y="305816"/>
                </a:lnTo>
                <a:lnTo>
                  <a:pt x="178384" y="300380"/>
                </a:lnTo>
                <a:lnTo>
                  <a:pt x="228917" y="291592"/>
                </a:lnTo>
                <a:close/>
              </a:path>
              <a:path w="719454" h="410844">
                <a:moveTo>
                  <a:pt x="365379" y="154686"/>
                </a:moveTo>
                <a:lnTo>
                  <a:pt x="308038" y="154686"/>
                </a:lnTo>
                <a:lnTo>
                  <a:pt x="308038" y="0"/>
                </a:lnTo>
                <a:lnTo>
                  <a:pt x="249364" y="0"/>
                </a:lnTo>
                <a:lnTo>
                  <a:pt x="249364" y="408940"/>
                </a:lnTo>
                <a:lnTo>
                  <a:pt x="308038" y="408940"/>
                </a:lnTo>
                <a:lnTo>
                  <a:pt x="308038" y="203136"/>
                </a:lnTo>
                <a:lnTo>
                  <a:pt x="365379" y="203136"/>
                </a:lnTo>
                <a:lnTo>
                  <a:pt x="365379" y="154686"/>
                </a:lnTo>
                <a:close/>
              </a:path>
              <a:path w="719454" h="410844">
                <a:moveTo>
                  <a:pt x="638302" y="301371"/>
                </a:moveTo>
                <a:lnTo>
                  <a:pt x="633818" y="267144"/>
                </a:lnTo>
                <a:lnTo>
                  <a:pt x="633704" y="266255"/>
                </a:lnTo>
                <a:lnTo>
                  <a:pt x="632079" y="253809"/>
                </a:lnTo>
                <a:lnTo>
                  <a:pt x="589648" y="259956"/>
                </a:lnTo>
                <a:lnTo>
                  <a:pt x="547954" y="263982"/>
                </a:lnTo>
                <a:lnTo>
                  <a:pt x="505434" y="266255"/>
                </a:lnTo>
                <a:lnTo>
                  <a:pt x="460502" y="267144"/>
                </a:lnTo>
                <a:lnTo>
                  <a:pt x="460502" y="193357"/>
                </a:lnTo>
                <a:lnTo>
                  <a:pt x="593407" y="193357"/>
                </a:lnTo>
                <a:lnTo>
                  <a:pt x="593407" y="35115"/>
                </a:lnTo>
                <a:lnTo>
                  <a:pt x="400050" y="35115"/>
                </a:lnTo>
                <a:lnTo>
                  <a:pt x="400050" y="81788"/>
                </a:lnTo>
                <a:lnTo>
                  <a:pt x="533400" y="81788"/>
                </a:lnTo>
                <a:lnTo>
                  <a:pt x="533400" y="147129"/>
                </a:lnTo>
                <a:lnTo>
                  <a:pt x="400494" y="147129"/>
                </a:lnTo>
                <a:lnTo>
                  <a:pt x="400494" y="315595"/>
                </a:lnTo>
                <a:lnTo>
                  <a:pt x="437388" y="315595"/>
                </a:lnTo>
                <a:lnTo>
                  <a:pt x="490715" y="314998"/>
                </a:lnTo>
                <a:lnTo>
                  <a:pt x="540677" y="312826"/>
                </a:lnTo>
                <a:lnTo>
                  <a:pt x="589216" y="308470"/>
                </a:lnTo>
                <a:lnTo>
                  <a:pt x="638302" y="301371"/>
                </a:lnTo>
                <a:close/>
              </a:path>
              <a:path w="719454" h="410844">
                <a:moveTo>
                  <a:pt x="719201" y="0"/>
                </a:moveTo>
                <a:lnTo>
                  <a:pt x="660527" y="0"/>
                </a:lnTo>
                <a:lnTo>
                  <a:pt x="660527" y="410718"/>
                </a:lnTo>
                <a:lnTo>
                  <a:pt x="719201" y="410718"/>
                </a:lnTo>
                <a:lnTo>
                  <a:pt x="719201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30492" y="1452533"/>
            <a:ext cx="370840" cy="340995"/>
          </a:xfrm>
          <a:custGeom>
            <a:avLst/>
            <a:gdLst/>
            <a:ahLst/>
            <a:cxnLst/>
            <a:rect l="l" t="t" r="r" b="b"/>
            <a:pathLst>
              <a:path w="370839" h="340994">
                <a:moveTo>
                  <a:pt x="214250" y="293372"/>
                </a:moveTo>
                <a:lnTo>
                  <a:pt x="155576" y="293372"/>
                </a:lnTo>
                <a:lnTo>
                  <a:pt x="155576" y="224029"/>
                </a:lnTo>
                <a:lnTo>
                  <a:pt x="105958" y="211479"/>
                </a:lnTo>
                <a:lnTo>
                  <a:pt x="67008" y="187969"/>
                </a:lnTo>
                <a:lnTo>
                  <a:pt x="41561" y="154707"/>
                </a:lnTo>
                <a:lnTo>
                  <a:pt x="32448" y="112903"/>
                </a:lnTo>
                <a:lnTo>
                  <a:pt x="39941" y="74875"/>
                </a:lnTo>
                <a:lnTo>
                  <a:pt x="61024" y="43589"/>
                </a:lnTo>
                <a:lnTo>
                  <a:pt x="93608" y="20027"/>
                </a:lnTo>
                <a:lnTo>
                  <a:pt x="135601" y="5170"/>
                </a:lnTo>
                <a:lnTo>
                  <a:pt x="184913" y="0"/>
                </a:lnTo>
                <a:lnTo>
                  <a:pt x="234441" y="5170"/>
                </a:lnTo>
                <a:lnTo>
                  <a:pt x="276566" y="20027"/>
                </a:lnTo>
                <a:lnTo>
                  <a:pt x="309217" y="43589"/>
                </a:lnTo>
                <a:lnTo>
                  <a:pt x="311297" y="46672"/>
                </a:lnTo>
                <a:lnTo>
                  <a:pt x="184913" y="46672"/>
                </a:lnTo>
                <a:lnTo>
                  <a:pt x="146491" y="51145"/>
                </a:lnTo>
                <a:lnTo>
                  <a:pt x="116570" y="64119"/>
                </a:lnTo>
                <a:lnTo>
                  <a:pt x="97151" y="84927"/>
                </a:lnTo>
                <a:lnTo>
                  <a:pt x="90234" y="112903"/>
                </a:lnTo>
                <a:lnTo>
                  <a:pt x="97151" y="140879"/>
                </a:lnTo>
                <a:lnTo>
                  <a:pt x="116570" y="161688"/>
                </a:lnTo>
                <a:lnTo>
                  <a:pt x="146491" y="174661"/>
                </a:lnTo>
                <a:lnTo>
                  <a:pt x="184913" y="179134"/>
                </a:lnTo>
                <a:lnTo>
                  <a:pt x="310085" y="179134"/>
                </a:lnTo>
                <a:lnTo>
                  <a:pt x="303206" y="188135"/>
                </a:lnTo>
                <a:lnTo>
                  <a:pt x="264125" y="211666"/>
                </a:lnTo>
                <a:lnTo>
                  <a:pt x="214250" y="224029"/>
                </a:lnTo>
                <a:lnTo>
                  <a:pt x="214250" y="293372"/>
                </a:lnTo>
                <a:close/>
              </a:path>
              <a:path w="370839" h="340994">
                <a:moveTo>
                  <a:pt x="310085" y="179134"/>
                </a:moveTo>
                <a:lnTo>
                  <a:pt x="184913" y="179134"/>
                </a:lnTo>
                <a:lnTo>
                  <a:pt x="223592" y="174661"/>
                </a:lnTo>
                <a:lnTo>
                  <a:pt x="253644" y="161688"/>
                </a:lnTo>
                <a:lnTo>
                  <a:pt x="273112" y="140879"/>
                </a:lnTo>
                <a:lnTo>
                  <a:pt x="280037" y="112903"/>
                </a:lnTo>
                <a:lnTo>
                  <a:pt x="273112" y="84927"/>
                </a:lnTo>
                <a:lnTo>
                  <a:pt x="253644" y="64119"/>
                </a:lnTo>
                <a:lnTo>
                  <a:pt x="223592" y="51145"/>
                </a:lnTo>
                <a:lnTo>
                  <a:pt x="184913" y="46672"/>
                </a:lnTo>
                <a:lnTo>
                  <a:pt x="311297" y="46672"/>
                </a:lnTo>
                <a:lnTo>
                  <a:pt x="330326" y="74875"/>
                </a:lnTo>
                <a:lnTo>
                  <a:pt x="337822" y="112903"/>
                </a:lnTo>
                <a:lnTo>
                  <a:pt x="328716" y="154707"/>
                </a:lnTo>
                <a:lnTo>
                  <a:pt x="310085" y="179134"/>
                </a:lnTo>
                <a:close/>
              </a:path>
              <a:path w="370839" h="340994">
                <a:moveTo>
                  <a:pt x="370715" y="340933"/>
                </a:moveTo>
                <a:lnTo>
                  <a:pt x="0" y="340933"/>
                </a:lnTo>
                <a:lnTo>
                  <a:pt x="0" y="293372"/>
                </a:lnTo>
                <a:lnTo>
                  <a:pt x="370715" y="293372"/>
                </a:lnTo>
                <a:lnTo>
                  <a:pt x="370715" y="34093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9023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5933" y="1625154"/>
            <a:ext cx="10727073" cy="7790111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242618" y="2367939"/>
            <a:ext cx="558800" cy="305435"/>
          </a:xfrm>
          <a:custGeom>
            <a:avLst/>
            <a:gdLst/>
            <a:ahLst/>
            <a:cxnLst/>
            <a:rect l="l" t="t" r="r" b="b"/>
            <a:pathLst>
              <a:path w="558800" h="305435">
                <a:moveTo>
                  <a:pt x="264820" y="108305"/>
                </a:moveTo>
                <a:lnTo>
                  <a:pt x="219456" y="96024"/>
                </a:lnTo>
                <a:lnTo>
                  <a:pt x="186944" y="75692"/>
                </a:lnTo>
                <a:lnTo>
                  <a:pt x="160807" y="23774"/>
                </a:lnTo>
                <a:lnTo>
                  <a:pt x="160807" y="9245"/>
                </a:lnTo>
                <a:lnTo>
                  <a:pt x="114249" y="9245"/>
                </a:lnTo>
                <a:lnTo>
                  <a:pt x="114249" y="23774"/>
                </a:lnTo>
                <a:lnTo>
                  <a:pt x="107746" y="50673"/>
                </a:lnTo>
                <a:lnTo>
                  <a:pt x="88341" y="75692"/>
                </a:lnTo>
                <a:lnTo>
                  <a:pt x="84874" y="77927"/>
                </a:lnTo>
                <a:lnTo>
                  <a:pt x="55816" y="96024"/>
                </a:lnTo>
                <a:lnTo>
                  <a:pt x="10236" y="108305"/>
                </a:lnTo>
                <a:lnTo>
                  <a:pt x="26746" y="143306"/>
                </a:lnTo>
                <a:lnTo>
                  <a:pt x="63779" y="134340"/>
                </a:lnTo>
                <a:lnTo>
                  <a:pt x="94856" y="119900"/>
                </a:lnTo>
                <a:lnTo>
                  <a:pt x="119621" y="100812"/>
                </a:lnTo>
                <a:lnTo>
                  <a:pt x="137693" y="77927"/>
                </a:lnTo>
                <a:lnTo>
                  <a:pt x="155727" y="100812"/>
                </a:lnTo>
                <a:lnTo>
                  <a:pt x="180378" y="119900"/>
                </a:lnTo>
                <a:lnTo>
                  <a:pt x="211340" y="134340"/>
                </a:lnTo>
                <a:lnTo>
                  <a:pt x="248310" y="143306"/>
                </a:lnTo>
                <a:lnTo>
                  <a:pt x="264820" y="108305"/>
                </a:lnTo>
                <a:close/>
              </a:path>
              <a:path w="558800" h="305435">
                <a:moveTo>
                  <a:pt x="274726" y="165760"/>
                </a:moveTo>
                <a:lnTo>
                  <a:pt x="0" y="165760"/>
                </a:lnTo>
                <a:lnTo>
                  <a:pt x="0" y="201091"/>
                </a:lnTo>
                <a:lnTo>
                  <a:pt x="114579" y="201091"/>
                </a:lnTo>
                <a:lnTo>
                  <a:pt x="114579" y="304774"/>
                </a:lnTo>
                <a:lnTo>
                  <a:pt x="158165" y="304774"/>
                </a:lnTo>
                <a:lnTo>
                  <a:pt x="158165" y="201091"/>
                </a:lnTo>
                <a:lnTo>
                  <a:pt x="274726" y="201091"/>
                </a:lnTo>
                <a:lnTo>
                  <a:pt x="274726" y="165760"/>
                </a:lnTo>
                <a:close/>
              </a:path>
              <a:path w="558800" h="305435">
                <a:moveTo>
                  <a:pt x="558673" y="0"/>
                </a:moveTo>
                <a:lnTo>
                  <a:pt x="515086" y="0"/>
                </a:lnTo>
                <a:lnTo>
                  <a:pt x="515086" y="109626"/>
                </a:lnTo>
                <a:lnTo>
                  <a:pt x="464235" y="109626"/>
                </a:lnTo>
                <a:lnTo>
                  <a:pt x="455358" y="72720"/>
                </a:lnTo>
                <a:lnTo>
                  <a:pt x="448106" y="60756"/>
                </a:lnTo>
                <a:lnTo>
                  <a:pt x="438556" y="44983"/>
                </a:lnTo>
                <a:lnTo>
                  <a:pt x="423951" y="34074"/>
                </a:lnTo>
                <a:lnTo>
                  <a:pt x="423951" y="129768"/>
                </a:lnTo>
                <a:lnTo>
                  <a:pt x="421284" y="159689"/>
                </a:lnTo>
                <a:lnTo>
                  <a:pt x="413715" y="181406"/>
                </a:lnTo>
                <a:lnTo>
                  <a:pt x="401942" y="194640"/>
                </a:lnTo>
                <a:lnTo>
                  <a:pt x="386638" y="199110"/>
                </a:lnTo>
                <a:lnTo>
                  <a:pt x="371525" y="194640"/>
                </a:lnTo>
                <a:lnTo>
                  <a:pt x="359854" y="181406"/>
                </a:lnTo>
                <a:lnTo>
                  <a:pt x="352323" y="159689"/>
                </a:lnTo>
                <a:lnTo>
                  <a:pt x="349656" y="129768"/>
                </a:lnTo>
                <a:lnTo>
                  <a:pt x="352323" y="100037"/>
                </a:lnTo>
                <a:lnTo>
                  <a:pt x="359854" y="78422"/>
                </a:lnTo>
                <a:lnTo>
                  <a:pt x="371525" y="65227"/>
                </a:lnTo>
                <a:lnTo>
                  <a:pt x="386638" y="60756"/>
                </a:lnTo>
                <a:lnTo>
                  <a:pt x="401942" y="65227"/>
                </a:lnTo>
                <a:lnTo>
                  <a:pt x="413715" y="78422"/>
                </a:lnTo>
                <a:lnTo>
                  <a:pt x="421284" y="100037"/>
                </a:lnTo>
                <a:lnTo>
                  <a:pt x="423951" y="129768"/>
                </a:lnTo>
                <a:lnTo>
                  <a:pt x="423951" y="34074"/>
                </a:lnTo>
                <a:lnTo>
                  <a:pt x="415201" y="27533"/>
                </a:lnTo>
                <a:lnTo>
                  <a:pt x="386638" y="21463"/>
                </a:lnTo>
                <a:lnTo>
                  <a:pt x="355269" y="29006"/>
                </a:lnTo>
                <a:lnTo>
                  <a:pt x="330377" y="50596"/>
                </a:lnTo>
                <a:lnTo>
                  <a:pt x="313969" y="84709"/>
                </a:lnTo>
                <a:lnTo>
                  <a:pt x="308051" y="129768"/>
                </a:lnTo>
                <a:lnTo>
                  <a:pt x="313969" y="175069"/>
                </a:lnTo>
                <a:lnTo>
                  <a:pt x="330377" y="209384"/>
                </a:lnTo>
                <a:lnTo>
                  <a:pt x="355269" y="231140"/>
                </a:lnTo>
                <a:lnTo>
                  <a:pt x="386638" y="238734"/>
                </a:lnTo>
                <a:lnTo>
                  <a:pt x="416001" y="232257"/>
                </a:lnTo>
                <a:lnTo>
                  <a:pt x="439712" y="213639"/>
                </a:lnTo>
                <a:lnTo>
                  <a:pt x="447916" y="199110"/>
                </a:lnTo>
                <a:lnTo>
                  <a:pt x="456387" y="184124"/>
                </a:lnTo>
                <a:lnTo>
                  <a:pt x="464566" y="144957"/>
                </a:lnTo>
                <a:lnTo>
                  <a:pt x="515086" y="144957"/>
                </a:lnTo>
                <a:lnTo>
                  <a:pt x="515086" y="305104"/>
                </a:lnTo>
                <a:lnTo>
                  <a:pt x="558673" y="305104"/>
                </a:lnTo>
                <a:lnTo>
                  <a:pt x="558673" y="144957"/>
                </a:lnTo>
                <a:lnTo>
                  <a:pt x="558673" y="109626"/>
                </a:lnTo>
                <a:lnTo>
                  <a:pt x="558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135196" y="2368592"/>
            <a:ext cx="43815" cy="80645"/>
          </a:xfrm>
          <a:custGeom>
            <a:avLst/>
            <a:gdLst/>
            <a:ahLst/>
            <a:cxnLst/>
            <a:rect l="l" t="t" r="r" b="b"/>
            <a:pathLst>
              <a:path w="43814" h="80644">
                <a:moveTo>
                  <a:pt x="43586" y="80569"/>
                </a:moveTo>
                <a:lnTo>
                  <a:pt x="0" y="80569"/>
                </a:lnTo>
                <a:lnTo>
                  <a:pt x="0" y="0"/>
                </a:lnTo>
                <a:lnTo>
                  <a:pt x="43586" y="0"/>
                </a:lnTo>
                <a:lnTo>
                  <a:pt x="43586" y="80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937397" y="2388082"/>
            <a:ext cx="248285" cy="279400"/>
          </a:xfrm>
          <a:custGeom>
            <a:avLst/>
            <a:gdLst/>
            <a:ahLst/>
            <a:cxnLst/>
            <a:rect l="l" t="t" r="r" b="b"/>
            <a:pathLst>
              <a:path w="248285" h="279400">
                <a:moveTo>
                  <a:pt x="143637" y="660"/>
                </a:moveTo>
                <a:lnTo>
                  <a:pt x="101041" y="660"/>
                </a:lnTo>
                <a:lnTo>
                  <a:pt x="101041" y="46558"/>
                </a:lnTo>
                <a:lnTo>
                  <a:pt x="143637" y="46558"/>
                </a:lnTo>
                <a:lnTo>
                  <a:pt x="143637" y="660"/>
                </a:lnTo>
                <a:close/>
              </a:path>
              <a:path w="248285" h="279400">
                <a:moveTo>
                  <a:pt x="241376" y="60960"/>
                </a:moveTo>
                <a:lnTo>
                  <a:pt x="143637" y="60960"/>
                </a:lnTo>
                <a:lnTo>
                  <a:pt x="143637" y="46990"/>
                </a:lnTo>
                <a:lnTo>
                  <a:pt x="101041" y="46990"/>
                </a:lnTo>
                <a:lnTo>
                  <a:pt x="101041" y="80010"/>
                </a:lnTo>
                <a:lnTo>
                  <a:pt x="101041" y="96520"/>
                </a:lnTo>
                <a:lnTo>
                  <a:pt x="101041" y="123190"/>
                </a:lnTo>
                <a:lnTo>
                  <a:pt x="43256" y="123190"/>
                </a:lnTo>
                <a:lnTo>
                  <a:pt x="43256" y="80010"/>
                </a:lnTo>
                <a:lnTo>
                  <a:pt x="101041" y="80010"/>
                </a:lnTo>
                <a:lnTo>
                  <a:pt x="101041" y="46990"/>
                </a:lnTo>
                <a:lnTo>
                  <a:pt x="43256" y="46990"/>
                </a:lnTo>
                <a:lnTo>
                  <a:pt x="43256" y="0"/>
                </a:lnTo>
                <a:lnTo>
                  <a:pt x="0" y="0"/>
                </a:lnTo>
                <a:lnTo>
                  <a:pt x="0" y="157480"/>
                </a:lnTo>
                <a:lnTo>
                  <a:pt x="143637" y="157480"/>
                </a:lnTo>
                <a:lnTo>
                  <a:pt x="143637" y="123190"/>
                </a:lnTo>
                <a:lnTo>
                  <a:pt x="143637" y="96520"/>
                </a:lnTo>
                <a:lnTo>
                  <a:pt x="197789" y="96520"/>
                </a:lnTo>
                <a:lnTo>
                  <a:pt x="197789" y="204724"/>
                </a:lnTo>
                <a:lnTo>
                  <a:pt x="241376" y="204724"/>
                </a:lnTo>
                <a:lnTo>
                  <a:pt x="241376" y="96520"/>
                </a:lnTo>
                <a:lnTo>
                  <a:pt x="241376" y="96088"/>
                </a:lnTo>
                <a:lnTo>
                  <a:pt x="241376" y="80010"/>
                </a:lnTo>
                <a:lnTo>
                  <a:pt x="241376" y="60960"/>
                </a:lnTo>
                <a:close/>
              </a:path>
              <a:path w="248285" h="279400">
                <a:moveTo>
                  <a:pt x="247980" y="243840"/>
                </a:moveTo>
                <a:lnTo>
                  <a:pt x="84201" y="243840"/>
                </a:lnTo>
                <a:lnTo>
                  <a:pt x="84201" y="182880"/>
                </a:lnTo>
                <a:lnTo>
                  <a:pt x="40614" y="182880"/>
                </a:lnTo>
                <a:lnTo>
                  <a:pt x="40614" y="243840"/>
                </a:lnTo>
                <a:lnTo>
                  <a:pt x="40614" y="279400"/>
                </a:lnTo>
                <a:lnTo>
                  <a:pt x="247980" y="279400"/>
                </a:lnTo>
                <a:lnTo>
                  <a:pt x="247980" y="243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232242" y="2368262"/>
            <a:ext cx="250825" cy="304800"/>
          </a:xfrm>
          <a:custGeom>
            <a:avLst/>
            <a:gdLst/>
            <a:ahLst/>
            <a:cxnLst/>
            <a:rect l="l" t="t" r="r" b="b"/>
            <a:pathLst>
              <a:path w="250825" h="304800">
                <a:moveTo>
                  <a:pt x="250294" y="304447"/>
                </a:moveTo>
                <a:lnTo>
                  <a:pt x="206707" y="304447"/>
                </a:lnTo>
                <a:lnTo>
                  <a:pt x="206707" y="228170"/>
                </a:lnTo>
                <a:lnTo>
                  <a:pt x="43256" y="228170"/>
                </a:lnTo>
                <a:lnTo>
                  <a:pt x="43256" y="193829"/>
                </a:lnTo>
                <a:lnTo>
                  <a:pt x="250294" y="193829"/>
                </a:lnTo>
                <a:lnTo>
                  <a:pt x="250294" y="304447"/>
                </a:lnTo>
                <a:close/>
              </a:path>
              <a:path w="250825" h="304800">
                <a:moveTo>
                  <a:pt x="250294" y="40945"/>
                </a:moveTo>
                <a:lnTo>
                  <a:pt x="206707" y="40945"/>
                </a:lnTo>
                <a:lnTo>
                  <a:pt x="206707" y="0"/>
                </a:lnTo>
                <a:lnTo>
                  <a:pt x="250294" y="0"/>
                </a:lnTo>
                <a:lnTo>
                  <a:pt x="250294" y="40945"/>
                </a:lnTo>
                <a:close/>
              </a:path>
              <a:path w="250825" h="304800">
                <a:moveTo>
                  <a:pt x="79909" y="166752"/>
                </a:moveTo>
                <a:lnTo>
                  <a:pt x="48477" y="161113"/>
                </a:lnTo>
                <a:lnTo>
                  <a:pt x="23114" y="145413"/>
                </a:lnTo>
                <a:lnTo>
                  <a:pt x="6170" y="121478"/>
                </a:lnTo>
                <a:lnTo>
                  <a:pt x="0" y="91136"/>
                </a:lnTo>
                <a:lnTo>
                  <a:pt x="6170" y="60984"/>
                </a:lnTo>
                <a:lnTo>
                  <a:pt x="23114" y="37147"/>
                </a:lnTo>
                <a:lnTo>
                  <a:pt x="48477" y="21483"/>
                </a:lnTo>
                <a:lnTo>
                  <a:pt x="79909" y="15849"/>
                </a:lnTo>
                <a:lnTo>
                  <a:pt x="97858" y="17588"/>
                </a:lnTo>
                <a:lnTo>
                  <a:pt x="114291" y="22577"/>
                </a:lnTo>
                <a:lnTo>
                  <a:pt x="128805" y="30476"/>
                </a:lnTo>
                <a:lnTo>
                  <a:pt x="140996" y="40945"/>
                </a:lnTo>
                <a:lnTo>
                  <a:pt x="250294" y="40945"/>
                </a:lnTo>
                <a:lnTo>
                  <a:pt x="250294" y="53162"/>
                </a:lnTo>
                <a:lnTo>
                  <a:pt x="79909" y="53162"/>
                </a:lnTo>
                <a:lnTo>
                  <a:pt x="64539" y="55752"/>
                </a:lnTo>
                <a:lnTo>
                  <a:pt x="52295" y="63233"/>
                </a:lnTo>
                <a:lnTo>
                  <a:pt x="44200" y="75172"/>
                </a:lnTo>
                <a:lnTo>
                  <a:pt x="41275" y="91136"/>
                </a:lnTo>
                <a:lnTo>
                  <a:pt x="44145" y="106985"/>
                </a:lnTo>
                <a:lnTo>
                  <a:pt x="44200" y="107290"/>
                </a:lnTo>
                <a:lnTo>
                  <a:pt x="52295" y="119327"/>
                </a:lnTo>
                <a:lnTo>
                  <a:pt x="64539" y="126844"/>
                </a:lnTo>
                <a:lnTo>
                  <a:pt x="79909" y="129439"/>
                </a:lnTo>
                <a:lnTo>
                  <a:pt x="250294" y="129439"/>
                </a:lnTo>
                <a:lnTo>
                  <a:pt x="250294" y="141657"/>
                </a:lnTo>
                <a:lnTo>
                  <a:pt x="140666" y="141657"/>
                </a:lnTo>
                <a:lnTo>
                  <a:pt x="128479" y="152125"/>
                </a:lnTo>
                <a:lnTo>
                  <a:pt x="114002" y="160024"/>
                </a:lnTo>
                <a:lnTo>
                  <a:pt x="97667" y="165013"/>
                </a:lnTo>
                <a:lnTo>
                  <a:pt x="79909" y="166752"/>
                </a:lnTo>
                <a:close/>
              </a:path>
              <a:path w="250825" h="304800">
                <a:moveTo>
                  <a:pt x="250294" y="129439"/>
                </a:moveTo>
                <a:lnTo>
                  <a:pt x="79909" y="129439"/>
                </a:lnTo>
                <a:lnTo>
                  <a:pt x="95469" y="126844"/>
                </a:lnTo>
                <a:lnTo>
                  <a:pt x="107811" y="119327"/>
                </a:lnTo>
                <a:lnTo>
                  <a:pt x="115942" y="107290"/>
                </a:lnTo>
                <a:lnTo>
                  <a:pt x="118873" y="91136"/>
                </a:lnTo>
                <a:lnTo>
                  <a:pt x="116024" y="75616"/>
                </a:lnTo>
                <a:lnTo>
                  <a:pt x="115942" y="75172"/>
                </a:lnTo>
                <a:lnTo>
                  <a:pt x="107811" y="63233"/>
                </a:lnTo>
                <a:lnTo>
                  <a:pt x="95469" y="55752"/>
                </a:lnTo>
                <a:lnTo>
                  <a:pt x="79909" y="53162"/>
                </a:lnTo>
                <a:lnTo>
                  <a:pt x="250294" y="53162"/>
                </a:lnTo>
                <a:lnTo>
                  <a:pt x="250294" y="75616"/>
                </a:lnTo>
                <a:lnTo>
                  <a:pt x="158497" y="75616"/>
                </a:lnTo>
                <a:lnTo>
                  <a:pt x="159488" y="80569"/>
                </a:lnTo>
                <a:lnTo>
                  <a:pt x="160148" y="85522"/>
                </a:lnTo>
                <a:lnTo>
                  <a:pt x="160148" y="96419"/>
                </a:lnTo>
                <a:lnTo>
                  <a:pt x="159488" y="101702"/>
                </a:lnTo>
                <a:lnTo>
                  <a:pt x="158497" y="106985"/>
                </a:lnTo>
                <a:lnTo>
                  <a:pt x="250294" y="106985"/>
                </a:lnTo>
                <a:lnTo>
                  <a:pt x="250294" y="129439"/>
                </a:lnTo>
                <a:close/>
              </a:path>
              <a:path w="250825" h="304800">
                <a:moveTo>
                  <a:pt x="250294" y="106985"/>
                </a:moveTo>
                <a:lnTo>
                  <a:pt x="206707" y="106985"/>
                </a:lnTo>
                <a:lnTo>
                  <a:pt x="206707" y="75616"/>
                </a:lnTo>
                <a:lnTo>
                  <a:pt x="250294" y="75616"/>
                </a:lnTo>
                <a:lnTo>
                  <a:pt x="250294" y="106985"/>
                </a:lnTo>
                <a:close/>
              </a:path>
              <a:path w="250825" h="304800">
                <a:moveTo>
                  <a:pt x="250294" y="179960"/>
                </a:moveTo>
                <a:lnTo>
                  <a:pt x="206707" y="179960"/>
                </a:lnTo>
                <a:lnTo>
                  <a:pt x="206707" y="141657"/>
                </a:lnTo>
                <a:lnTo>
                  <a:pt x="250294" y="141657"/>
                </a:lnTo>
                <a:lnTo>
                  <a:pt x="250294" y="179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146" y="1431645"/>
            <a:ext cx="742315" cy="410209"/>
          </a:xfrm>
          <a:custGeom>
            <a:avLst/>
            <a:gdLst/>
            <a:ahLst/>
            <a:cxnLst/>
            <a:rect l="l" t="t" r="r" b="b"/>
            <a:pathLst>
              <a:path w="742314" h="410210">
                <a:moveTo>
                  <a:pt x="356501" y="145351"/>
                </a:moveTo>
                <a:lnTo>
                  <a:pt x="295427" y="128828"/>
                </a:lnTo>
                <a:lnTo>
                  <a:pt x="256451" y="104457"/>
                </a:lnTo>
                <a:lnTo>
                  <a:pt x="251650" y="101460"/>
                </a:lnTo>
                <a:lnTo>
                  <a:pt x="225298" y="67589"/>
                </a:lnTo>
                <a:lnTo>
                  <a:pt x="216484" y="31559"/>
                </a:lnTo>
                <a:lnTo>
                  <a:pt x="216484" y="12001"/>
                </a:lnTo>
                <a:lnTo>
                  <a:pt x="153809" y="12001"/>
                </a:lnTo>
                <a:lnTo>
                  <a:pt x="153809" y="31559"/>
                </a:lnTo>
                <a:lnTo>
                  <a:pt x="145059" y="67779"/>
                </a:lnTo>
                <a:lnTo>
                  <a:pt x="118795" y="101625"/>
                </a:lnTo>
                <a:lnTo>
                  <a:pt x="75145" y="128828"/>
                </a:lnTo>
                <a:lnTo>
                  <a:pt x="75272" y="128828"/>
                </a:lnTo>
                <a:lnTo>
                  <a:pt x="13792" y="145351"/>
                </a:lnTo>
                <a:lnTo>
                  <a:pt x="36017" y="192468"/>
                </a:lnTo>
                <a:lnTo>
                  <a:pt x="85852" y="180403"/>
                </a:lnTo>
                <a:lnTo>
                  <a:pt x="127685" y="160972"/>
                </a:lnTo>
                <a:lnTo>
                  <a:pt x="161023" y="135280"/>
                </a:lnTo>
                <a:lnTo>
                  <a:pt x="185369" y="104457"/>
                </a:lnTo>
                <a:lnTo>
                  <a:pt x="209626" y="135280"/>
                </a:lnTo>
                <a:lnTo>
                  <a:pt x="242811" y="160972"/>
                </a:lnTo>
                <a:lnTo>
                  <a:pt x="284505" y="180403"/>
                </a:lnTo>
                <a:lnTo>
                  <a:pt x="334276" y="192468"/>
                </a:lnTo>
                <a:lnTo>
                  <a:pt x="356501" y="145351"/>
                </a:lnTo>
                <a:close/>
              </a:path>
              <a:path w="742314" h="410210">
                <a:moveTo>
                  <a:pt x="369836" y="222694"/>
                </a:moveTo>
                <a:lnTo>
                  <a:pt x="0" y="222694"/>
                </a:lnTo>
                <a:lnTo>
                  <a:pt x="0" y="270256"/>
                </a:lnTo>
                <a:lnTo>
                  <a:pt x="154254" y="270256"/>
                </a:lnTo>
                <a:lnTo>
                  <a:pt x="154254" y="409829"/>
                </a:lnTo>
                <a:lnTo>
                  <a:pt x="212928" y="409829"/>
                </a:lnTo>
                <a:lnTo>
                  <a:pt x="212928" y="270256"/>
                </a:lnTo>
                <a:lnTo>
                  <a:pt x="369836" y="270256"/>
                </a:lnTo>
                <a:lnTo>
                  <a:pt x="369836" y="222694"/>
                </a:lnTo>
                <a:close/>
              </a:path>
              <a:path w="742314" h="410210">
                <a:moveTo>
                  <a:pt x="576973" y="171577"/>
                </a:moveTo>
                <a:lnTo>
                  <a:pt x="570471" y="142659"/>
                </a:lnTo>
                <a:lnTo>
                  <a:pt x="570141" y="142240"/>
                </a:lnTo>
                <a:lnTo>
                  <a:pt x="552297" y="120180"/>
                </a:lnTo>
                <a:lnTo>
                  <a:pt x="524967" y="105905"/>
                </a:lnTo>
                <a:lnTo>
                  <a:pt x="524967" y="171577"/>
                </a:lnTo>
                <a:lnTo>
                  <a:pt x="522401" y="184302"/>
                </a:lnTo>
                <a:lnTo>
                  <a:pt x="515124" y="193636"/>
                </a:lnTo>
                <a:lnTo>
                  <a:pt x="503770" y="199402"/>
                </a:lnTo>
                <a:lnTo>
                  <a:pt x="488962" y="201358"/>
                </a:lnTo>
                <a:lnTo>
                  <a:pt x="474078" y="199402"/>
                </a:lnTo>
                <a:lnTo>
                  <a:pt x="462572" y="193636"/>
                </a:lnTo>
                <a:lnTo>
                  <a:pt x="455142" y="184302"/>
                </a:lnTo>
                <a:lnTo>
                  <a:pt x="452513" y="171577"/>
                </a:lnTo>
                <a:lnTo>
                  <a:pt x="455142" y="158927"/>
                </a:lnTo>
                <a:lnTo>
                  <a:pt x="462572" y="149745"/>
                </a:lnTo>
                <a:lnTo>
                  <a:pt x="474078" y="144145"/>
                </a:lnTo>
                <a:lnTo>
                  <a:pt x="488962" y="142240"/>
                </a:lnTo>
                <a:lnTo>
                  <a:pt x="503770" y="144145"/>
                </a:lnTo>
                <a:lnTo>
                  <a:pt x="515124" y="149745"/>
                </a:lnTo>
                <a:lnTo>
                  <a:pt x="522401" y="158927"/>
                </a:lnTo>
                <a:lnTo>
                  <a:pt x="524967" y="171577"/>
                </a:lnTo>
                <a:lnTo>
                  <a:pt x="524967" y="105905"/>
                </a:lnTo>
                <a:lnTo>
                  <a:pt x="524459" y="105638"/>
                </a:lnTo>
                <a:lnTo>
                  <a:pt x="488962" y="100457"/>
                </a:lnTo>
                <a:lnTo>
                  <a:pt x="453199" y="105638"/>
                </a:lnTo>
                <a:lnTo>
                  <a:pt x="425234" y="120180"/>
                </a:lnTo>
                <a:lnTo>
                  <a:pt x="407009" y="142659"/>
                </a:lnTo>
                <a:lnTo>
                  <a:pt x="400507" y="171577"/>
                </a:lnTo>
                <a:lnTo>
                  <a:pt x="407009" y="200571"/>
                </a:lnTo>
                <a:lnTo>
                  <a:pt x="425234" y="223202"/>
                </a:lnTo>
                <a:lnTo>
                  <a:pt x="453199" y="237896"/>
                </a:lnTo>
                <a:lnTo>
                  <a:pt x="488962" y="243141"/>
                </a:lnTo>
                <a:lnTo>
                  <a:pt x="524459" y="237896"/>
                </a:lnTo>
                <a:lnTo>
                  <a:pt x="552297" y="223202"/>
                </a:lnTo>
                <a:lnTo>
                  <a:pt x="569836" y="201358"/>
                </a:lnTo>
                <a:lnTo>
                  <a:pt x="570471" y="200571"/>
                </a:lnTo>
                <a:lnTo>
                  <a:pt x="576973" y="171577"/>
                </a:lnTo>
                <a:close/>
              </a:path>
              <a:path w="742314" h="410210">
                <a:moveTo>
                  <a:pt x="588086" y="41783"/>
                </a:moveTo>
                <a:lnTo>
                  <a:pt x="516966" y="41783"/>
                </a:lnTo>
                <a:lnTo>
                  <a:pt x="516966" y="4445"/>
                </a:lnTo>
                <a:lnTo>
                  <a:pt x="459181" y="4445"/>
                </a:lnTo>
                <a:lnTo>
                  <a:pt x="459181" y="41783"/>
                </a:lnTo>
                <a:lnTo>
                  <a:pt x="388505" y="41783"/>
                </a:lnTo>
                <a:lnTo>
                  <a:pt x="388505" y="87122"/>
                </a:lnTo>
                <a:lnTo>
                  <a:pt x="588086" y="87122"/>
                </a:lnTo>
                <a:lnTo>
                  <a:pt x="588086" y="41783"/>
                </a:lnTo>
                <a:close/>
              </a:path>
              <a:path w="742314" h="410210">
                <a:moveTo>
                  <a:pt x="739660" y="0"/>
                </a:moveTo>
                <a:lnTo>
                  <a:pt x="684098" y="0"/>
                </a:lnTo>
                <a:lnTo>
                  <a:pt x="684098" y="100901"/>
                </a:lnTo>
                <a:lnTo>
                  <a:pt x="653872" y="100901"/>
                </a:lnTo>
                <a:lnTo>
                  <a:pt x="653872" y="7556"/>
                </a:lnTo>
                <a:lnTo>
                  <a:pt x="599198" y="7556"/>
                </a:lnTo>
                <a:lnTo>
                  <a:pt x="599198" y="243141"/>
                </a:lnTo>
                <a:lnTo>
                  <a:pt x="653872" y="243141"/>
                </a:lnTo>
                <a:lnTo>
                  <a:pt x="653872" y="148463"/>
                </a:lnTo>
                <a:lnTo>
                  <a:pt x="684098" y="148463"/>
                </a:lnTo>
                <a:lnTo>
                  <a:pt x="684098" y="256032"/>
                </a:lnTo>
                <a:lnTo>
                  <a:pt x="739660" y="256032"/>
                </a:lnTo>
                <a:lnTo>
                  <a:pt x="739660" y="148463"/>
                </a:lnTo>
                <a:lnTo>
                  <a:pt x="739660" y="100901"/>
                </a:lnTo>
                <a:lnTo>
                  <a:pt x="739660" y="0"/>
                </a:lnTo>
                <a:close/>
              </a:path>
              <a:path w="742314" h="410210">
                <a:moveTo>
                  <a:pt x="741883" y="335153"/>
                </a:moveTo>
                <a:lnTo>
                  <a:pt x="732561" y="304482"/>
                </a:lnTo>
                <a:lnTo>
                  <a:pt x="732243" y="303428"/>
                </a:lnTo>
                <a:lnTo>
                  <a:pt x="704430" y="279984"/>
                </a:lnTo>
                <a:lnTo>
                  <a:pt x="683209" y="273037"/>
                </a:lnTo>
                <a:lnTo>
                  <a:pt x="683209" y="335153"/>
                </a:lnTo>
                <a:lnTo>
                  <a:pt x="678053" y="348945"/>
                </a:lnTo>
                <a:lnTo>
                  <a:pt x="662597" y="358495"/>
                </a:lnTo>
                <a:lnTo>
                  <a:pt x="636892" y="364032"/>
                </a:lnTo>
                <a:lnTo>
                  <a:pt x="600976" y="365823"/>
                </a:lnTo>
                <a:lnTo>
                  <a:pt x="565061" y="364032"/>
                </a:lnTo>
                <a:lnTo>
                  <a:pt x="539356" y="358495"/>
                </a:lnTo>
                <a:lnTo>
                  <a:pt x="523900" y="348945"/>
                </a:lnTo>
                <a:lnTo>
                  <a:pt x="518744" y="335153"/>
                </a:lnTo>
                <a:lnTo>
                  <a:pt x="523900" y="321360"/>
                </a:lnTo>
                <a:lnTo>
                  <a:pt x="539356" y="311823"/>
                </a:lnTo>
                <a:lnTo>
                  <a:pt x="565061" y="306273"/>
                </a:lnTo>
                <a:lnTo>
                  <a:pt x="600976" y="304482"/>
                </a:lnTo>
                <a:lnTo>
                  <a:pt x="636892" y="306273"/>
                </a:lnTo>
                <a:lnTo>
                  <a:pt x="662597" y="311823"/>
                </a:lnTo>
                <a:lnTo>
                  <a:pt x="678053" y="321360"/>
                </a:lnTo>
                <a:lnTo>
                  <a:pt x="683209" y="335153"/>
                </a:lnTo>
                <a:lnTo>
                  <a:pt x="683209" y="273037"/>
                </a:lnTo>
                <a:lnTo>
                  <a:pt x="660120" y="265455"/>
                </a:lnTo>
                <a:lnTo>
                  <a:pt x="600976" y="260477"/>
                </a:lnTo>
                <a:lnTo>
                  <a:pt x="541832" y="265455"/>
                </a:lnTo>
                <a:lnTo>
                  <a:pt x="497522" y="279984"/>
                </a:lnTo>
                <a:lnTo>
                  <a:pt x="469709" y="303428"/>
                </a:lnTo>
                <a:lnTo>
                  <a:pt x="460070" y="335153"/>
                </a:lnTo>
                <a:lnTo>
                  <a:pt x="469709" y="366826"/>
                </a:lnTo>
                <a:lnTo>
                  <a:pt x="497522" y="390105"/>
                </a:lnTo>
                <a:lnTo>
                  <a:pt x="541832" y="404482"/>
                </a:lnTo>
                <a:lnTo>
                  <a:pt x="600976" y="409384"/>
                </a:lnTo>
                <a:lnTo>
                  <a:pt x="660120" y="404482"/>
                </a:lnTo>
                <a:lnTo>
                  <a:pt x="704430" y="390105"/>
                </a:lnTo>
                <a:lnTo>
                  <a:pt x="732243" y="366826"/>
                </a:lnTo>
                <a:lnTo>
                  <a:pt x="732548" y="365823"/>
                </a:lnTo>
                <a:lnTo>
                  <a:pt x="741883" y="33515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51669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4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4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4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60609" y="1431200"/>
            <a:ext cx="719455" cy="410845"/>
          </a:xfrm>
          <a:custGeom>
            <a:avLst/>
            <a:gdLst/>
            <a:ahLst/>
            <a:cxnLst/>
            <a:rect l="l" t="t" r="r" b="b"/>
            <a:pathLst>
              <a:path w="719454" h="410844">
                <a:moveTo>
                  <a:pt x="228917" y="291592"/>
                </a:moveTo>
                <a:lnTo>
                  <a:pt x="225171" y="260477"/>
                </a:lnTo>
                <a:lnTo>
                  <a:pt x="223139" y="243586"/>
                </a:lnTo>
                <a:lnTo>
                  <a:pt x="180505" y="250723"/>
                </a:lnTo>
                <a:lnTo>
                  <a:pt x="138734" y="255701"/>
                </a:lnTo>
                <a:lnTo>
                  <a:pt x="98056" y="258838"/>
                </a:lnTo>
                <a:lnTo>
                  <a:pt x="58674" y="260477"/>
                </a:lnTo>
                <a:lnTo>
                  <a:pt x="58674" y="39116"/>
                </a:lnTo>
                <a:lnTo>
                  <a:pt x="0" y="39116"/>
                </a:lnTo>
                <a:lnTo>
                  <a:pt x="0" y="309372"/>
                </a:lnTo>
                <a:lnTo>
                  <a:pt x="35560" y="309372"/>
                </a:lnTo>
                <a:lnTo>
                  <a:pt x="81330" y="308597"/>
                </a:lnTo>
                <a:lnTo>
                  <a:pt x="129070" y="305816"/>
                </a:lnTo>
                <a:lnTo>
                  <a:pt x="178384" y="300380"/>
                </a:lnTo>
                <a:lnTo>
                  <a:pt x="228917" y="291592"/>
                </a:lnTo>
                <a:close/>
              </a:path>
              <a:path w="719454" h="410844">
                <a:moveTo>
                  <a:pt x="365379" y="154686"/>
                </a:moveTo>
                <a:lnTo>
                  <a:pt x="308038" y="154686"/>
                </a:lnTo>
                <a:lnTo>
                  <a:pt x="308038" y="0"/>
                </a:lnTo>
                <a:lnTo>
                  <a:pt x="249364" y="0"/>
                </a:lnTo>
                <a:lnTo>
                  <a:pt x="249364" y="408940"/>
                </a:lnTo>
                <a:lnTo>
                  <a:pt x="308038" y="408940"/>
                </a:lnTo>
                <a:lnTo>
                  <a:pt x="308038" y="203136"/>
                </a:lnTo>
                <a:lnTo>
                  <a:pt x="365379" y="203136"/>
                </a:lnTo>
                <a:lnTo>
                  <a:pt x="365379" y="154686"/>
                </a:lnTo>
                <a:close/>
              </a:path>
              <a:path w="719454" h="410844">
                <a:moveTo>
                  <a:pt x="638302" y="301371"/>
                </a:moveTo>
                <a:lnTo>
                  <a:pt x="633818" y="267144"/>
                </a:lnTo>
                <a:lnTo>
                  <a:pt x="633704" y="266255"/>
                </a:lnTo>
                <a:lnTo>
                  <a:pt x="632079" y="253809"/>
                </a:lnTo>
                <a:lnTo>
                  <a:pt x="589648" y="259956"/>
                </a:lnTo>
                <a:lnTo>
                  <a:pt x="547954" y="263982"/>
                </a:lnTo>
                <a:lnTo>
                  <a:pt x="505434" y="266255"/>
                </a:lnTo>
                <a:lnTo>
                  <a:pt x="460502" y="267144"/>
                </a:lnTo>
                <a:lnTo>
                  <a:pt x="460502" y="193357"/>
                </a:lnTo>
                <a:lnTo>
                  <a:pt x="593407" y="193357"/>
                </a:lnTo>
                <a:lnTo>
                  <a:pt x="593407" y="35115"/>
                </a:lnTo>
                <a:lnTo>
                  <a:pt x="400050" y="35115"/>
                </a:lnTo>
                <a:lnTo>
                  <a:pt x="400050" y="81788"/>
                </a:lnTo>
                <a:lnTo>
                  <a:pt x="533400" y="81788"/>
                </a:lnTo>
                <a:lnTo>
                  <a:pt x="533400" y="147129"/>
                </a:lnTo>
                <a:lnTo>
                  <a:pt x="400494" y="147129"/>
                </a:lnTo>
                <a:lnTo>
                  <a:pt x="400494" y="315595"/>
                </a:lnTo>
                <a:lnTo>
                  <a:pt x="437388" y="315595"/>
                </a:lnTo>
                <a:lnTo>
                  <a:pt x="490715" y="314998"/>
                </a:lnTo>
                <a:lnTo>
                  <a:pt x="540677" y="312826"/>
                </a:lnTo>
                <a:lnTo>
                  <a:pt x="589216" y="308470"/>
                </a:lnTo>
                <a:lnTo>
                  <a:pt x="638302" y="301371"/>
                </a:lnTo>
                <a:close/>
              </a:path>
              <a:path w="719454" h="410844">
                <a:moveTo>
                  <a:pt x="719201" y="0"/>
                </a:moveTo>
                <a:lnTo>
                  <a:pt x="660527" y="0"/>
                </a:lnTo>
                <a:lnTo>
                  <a:pt x="660527" y="410718"/>
                </a:lnTo>
                <a:lnTo>
                  <a:pt x="719201" y="410718"/>
                </a:lnTo>
                <a:lnTo>
                  <a:pt x="719201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30492" y="1452533"/>
            <a:ext cx="370840" cy="340995"/>
          </a:xfrm>
          <a:custGeom>
            <a:avLst/>
            <a:gdLst/>
            <a:ahLst/>
            <a:cxnLst/>
            <a:rect l="l" t="t" r="r" b="b"/>
            <a:pathLst>
              <a:path w="370839" h="340994">
                <a:moveTo>
                  <a:pt x="214250" y="293372"/>
                </a:moveTo>
                <a:lnTo>
                  <a:pt x="155576" y="293372"/>
                </a:lnTo>
                <a:lnTo>
                  <a:pt x="155576" y="224029"/>
                </a:lnTo>
                <a:lnTo>
                  <a:pt x="105958" y="211479"/>
                </a:lnTo>
                <a:lnTo>
                  <a:pt x="67008" y="187969"/>
                </a:lnTo>
                <a:lnTo>
                  <a:pt x="41561" y="154707"/>
                </a:lnTo>
                <a:lnTo>
                  <a:pt x="32448" y="112903"/>
                </a:lnTo>
                <a:lnTo>
                  <a:pt x="39941" y="74875"/>
                </a:lnTo>
                <a:lnTo>
                  <a:pt x="61024" y="43589"/>
                </a:lnTo>
                <a:lnTo>
                  <a:pt x="93608" y="20027"/>
                </a:lnTo>
                <a:lnTo>
                  <a:pt x="135601" y="5170"/>
                </a:lnTo>
                <a:lnTo>
                  <a:pt x="184913" y="0"/>
                </a:lnTo>
                <a:lnTo>
                  <a:pt x="234441" y="5170"/>
                </a:lnTo>
                <a:lnTo>
                  <a:pt x="276566" y="20027"/>
                </a:lnTo>
                <a:lnTo>
                  <a:pt x="309217" y="43589"/>
                </a:lnTo>
                <a:lnTo>
                  <a:pt x="311297" y="46672"/>
                </a:lnTo>
                <a:lnTo>
                  <a:pt x="184913" y="46672"/>
                </a:lnTo>
                <a:lnTo>
                  <a:pt x="146491" y="51145"/>
                </a:lnTo>
                <a:lnTo>
                  <a:pt x="116570" y="64119"/>
                </a:lnTo>
                <a:lnTo>
                  <a:pt x="97151" y="84927"/>
                </a:lnTo>
                <a:lnTo>
                  <a:pt x="90234" y="112903"/>
                </a:lnTo>
                <a:lnTo>
                  <a:pt x="97151" y="140879"/>
                </a:lnTo>
                <a:lnTo>
                  <a:pt x="116570" y="161688"/>
                </a:lnTo>
                <a:lnTo>
                  <a:pt x="146491" y="174661"/>
                </a:lnTo>
                <a:lnTo>
                  <a:pt x="184913" y="179134"/>
                </a:lnTo>
                <a:lnTo>
                  <a:pt x="310085" y="179134"/>
                </a:lnTo>
                <a:lnTo>
                  <a:pt x="303206" y="188135"/>
                </a:lnTo>
                <a:lnTo>
                  <a:pt x="264125" y="211666"/>
                </a:lnTo>
                <a:lnTo>
                  <a:pt x="214250" y="224029"/>
                </a:lnTo>
                <a:lnTo>
                  <a:pt x="214250" y="293372"/>
                </a:lnTo>
                <a:close/>
              </a:path>
              <a:path w="370839" h="340994">
                <a:moveTo>
                  <a:pt x="310085" y="179134"/>
                </a:moveTo>
                <a:lnTo>
                  <a:pt x="184913" y="179134"/>
                </a:lnTo>
                <a:lnTo>
                  <a:pt x="223592" y="174661"/>
                </a:lnTo>
                <a:lnTo>
                  <a:pt x="253644" y="161688"/>
                </a:lnTo>
                <a:lnTo>
                  <a:pt x="273112" y="140879"/>
                </a:lnTo>
                <a:lnTo>
                  <a:pt x="280037" y="112903"/>
                </a:lnTo>
                <a:lnTo>
                  <a:pt x="273112" y="84927"/>
                </a:lnTo>
                <a:lnTo>
                  <a:pt x="253644" y="64119"/>
                </a:lnTo>
                <a:lnTo>
                  <a:pt x="223592" y="51145"/>
                </a:lnTo>
                <a:lnTo>
                  <a:pt x="184913" y="46672"/>
                </a:lnTo>
                <a:lnTo>
                  <a:pt x="311297" y="46672"/>
                </a:lnTo>
                <a:lnTo>
                  <a:pt x="330326" y="74875"/>
                </a:lnTo>
                <a:lnTo>
                  <a:pt x="337822" y="112903"/>
                </a:lnTo>
                <a:lnTo>
                  <a:pt x="328716" y="154707"/>
                </a:lnTo>
                <a:lnTo>
                  <a:pt x="310085" y="179134"/>
                </a:lnTo>
                <a:close/>
              </a:path>
              <a:path w="370839" h="340994">
                <a:moveTo>
                  <a:pt x="370715" y="340933"/>
                </a:moveTo>
                <a:lnTo>
                  <a:pt x="0" y="340933"/>
                </a:lnTo>
                <a:lnTo>
                  <a:pt x="0" y="293372"/>
                </a:lnTo>
                <a:lnTo>
                  <a:pt x="370715" y="293372"/>
                </a:lnTo>
                <a:lnTo>
                  <a:pt x="370715" y="34093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9023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80654" y="1625154"/>
            <a:ext cx="7726691" cy="7675745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244609" y="2368262"/>
            <a:ext cx="254000" cy="302895"/>
          </a:xfrm>
          <a:custGeom>
            <a:avLst/>
            <a:gdLst/>
            <a:ahLst/>
            <a:cxnLst/>
            <a:rect l="l" t="t" r="r" b="b"/>
            <a:pathLst>
              <a:path w="254000" h="302894">
                <a:moveTo>
                  <a:pt x="251945" y="48209"/>
                </a:moveTo>
                <a:lnTo>
                  <a:pt x="208358" y="48209"/>
                </a:lnTo>
                <a:lnTo>
                  <a:pt x="208358" y="0"/>
                </a:lnTo>
                <a:lnTo>
                  <a:pt x="251945" y="0"/>
                </a:lnTo>
                <a:lnTo>
                  <a:pt x="251945" y="48209"/>
                </a:lnTo>
                <a:close/>
              </a:path>
              <a:path w="254000" h="302894">
                <a:moveTo>
                  <a:pt x="16840" y="182272"/>
                </a:moveTo>
                <a:lnTo>
                  <a:pt x="0" y="147931"/>
                </a:lnTo>
                <a:lnTo>
                  <a:pt x="45387" y="131487"/>
                </a:lnTo>
                <a:lnTo>
                  <a:pt x="78051" y="110246"/>
                </a:lnTo>
                <a:lnTo>
                  <a:pt x="98766" y="84733"/>
                </a:lnTo>
                <a:lnTo>
                  <a:pt x="108306" y="55474"/>
                </a:lnTo>
                <a:lnTo>
                  <a:pt x="16510" y="55474"/>
                </a:lnTo>
                <a:lnTo>
                  <a:pt x="16510" y="20472"/>
                </a:lnTo>
                <a:lnTo>
                  <a:pt x="155855" y="20472"/>
                </a:lnTo>
                <a:lnTo>
                  <a:pt x="155732" y="27592"/>
                </a:lnTo>
                <a:lnTo>
                  <a:pt x="155360" y="34588"/>
                </a:lnTo>
                <a:lnTo>
                  <a:pt x="154741" y="41461"/>
                </a:lnTo>
                <a:lnTo>
                  <a:pt x="153874" y="48209"/>
                </a:lnTo>
                <a:lnTo>
                  <a:pt x="251945" y="48209"/>
                </a:lnTo>
                <a:lnTo>
                  <a:pt x="251945" y="82880"/>
                </a:lnTo>
                <a:lnTo>
                  <a:pt x="145289" y="82880"/>
                </a:lnTo>
                <a:lnTo>
                  <a:pt x="126705" y="115963"/>
                </a:lnTo>
                <a:lnTo>
                  <a:pt x="99143" y="143473"/>
                </a:lnTo>
                <a:lnTo>
                  <a:pt x="62542" y="165534"/>
                </a:lnTo>
                <a:lnTo>
                  <a:pt x="16840" y="182272"/>
                </a:lnTo>
                <a:close/>
              </a:path>
              <a:path w="254000" h="302894">
                <a:moveTo>
                  <a:pt x="251945" y="175007"/>
                </a:moveTo>
                <a:lnTo>
                  <a:pt x="208358" y="175007"/>
                </a:lnTo>
                <a:lnTo>
                  <a:pt x="208358" y="145949"/>
                </a:lnTo>
                <a:lnTo>
                  <a:pt x="141326" y="145949"/>
                </a:lnTo>
                <a:lnTo>
                  <a:pt x="141326" y="110948"/>
                </a:lnTo>
                <a:lnTo>
                  <a:pt x="208358" y="110948"/>
                </a:lnTo>
                <a:lnTo>
                  <a:pt x="208358" y="82880"/>
                </a:lnTo>
                <a:lnTo>
                  <a:pt x="251945" y="82880"/>
                </a:lnTo>
                <a:lnTo>
                  <a:pt x="251945" y="175007"/>
                </a:lnTo>
                <a:close/>
              </a:path>
              <a:path w="254000" h="302894">
                <a:moveTo>
                  <a:pt x="151563" y="302466"/>
                </a:moveTo>
                <a:lnTo>
                  <a:pt x="109328" y="298157"/>
                </a:lnTo>
                <a:lnTo>
                  <a:pt x="76937" y="285832"/>
                </a:lnTo>
                <a:lnTo>
                  <a:pt x="56186" y="266386"/>
                </a:lnTo>
                <a:lnTo>
                  <a:pt x="48870" y="240718"/>
                </a:lnTo>
                <a:lnTo>
                  <a:pt x="56186" y="215049"/>
                </a:lnTo>
                <a:lnTo>
                  <a:pt x="76937" y="195604"/>
                </a:lnTo>
                <a:lnTo>
                  <a:pt x="109328" y="183278"/>
                </a:lnTo>
                <a:lnTo>
                  <a:pt x="151563" y="178970"/>
                </a:lnTo>
                <a:lnTo>
                  <a:pt x="193607" y="183278"/>
                </a:lnTo>
                <a:lnTo>
                  <a:pt x="225900" y="195604"/>
                </a:lnTo>
                <a:lnTo>
                  <a:pt x="244059" y="212650"/>
                </a:lnTo>
                <a:lnTo>
                  <a:pt x="151563" y="212650"/>
                </a:lnTo>
                <a:lnTo>
                  <a:pt x="126343" y="214436"/>
                </a:lnTo>
                <a:lnTo>
                  <a:pt x="107563" y="219750"/>
                </a:lnTo>
                <a:lnTo>
                  <a:pt x="95841" y="228531"/>
                </a:lnTo>
                <a:lnTo>
                  <a:pt x="91796" y="240718"/>
                </a:lnTo>
                <a:lnTo>
                  <a:pt x="95841" y="252904"/>
                </a:lnTo>
                <a:lnTo>
                  <a:pt x="107563" y="261686"/>
                </a:lnTo>
                <a:lnTo>
                  <a:pt x="126343" y="267000"/>
                </a:lnTo>
                <a:lnTo>
                  <a:pt x="151563" y="268785"/>
                </a:lnTo>
                <a:lnTo>
                  <a:pt x="244059" y="268785"/>
                </a:lnTo>
                <a:lnTo>
                  <a:pt x="225900" y="285832"/>
                </a:lnTo>
                <a:lnTo>
                  <a:pt x="193607" y="298157"/>
                </a:lnTo>
                <a:lnTo>
                  <a:pt x="151563" y="302466"/>
                </a:lnTo>
                <a:close/>
              </a:path>
              <a:path w="254000" h="302894">
                <a:moveTo>
                  <a:pt x="244059" y="268785"/>
                </a:moveTo>
                <a:lnTo>
                  <a:pt x="151563" y="268785"/>
                </a:lnTo>
                <a:lnTo>
                  <a:pt x="176591" y="267000"/>
                </a:lnTo>
                <a:lnTo>
                  <a:pt x="195273" y="261686"/>
                </a:lnTo>
                <a:lnTo>
                  <a:pt x="206960" y="252904"/>
                </a:lnTo>
                <a:lnTo>
                  <a:pt x="210999" y="240718"/>
                </a:lnTo>
                <a:lnTo>
                  <a:pt x="206960" y="228531"/>
                </a:lnTo>
                <a:lnTo>
                  <a:pt x="195273" y="219750"/>
                </a:lnTo>
                <a:lnTo>
                  <a:pt x="176591" y="214436"/>
                </a:lnTo>
                <a:lnTo>
                  <a:pt x="151563" y="212650"/>
                </a:lnTo>
                <a:lnTo>
                  <a:pt x="244059" y="212650"/>
                </a:lnTo>
                <a:lnTo>
                  <a:pt x="246615" y="215049"/>
                </a:lnTo>
                <a:lnTo>
                  <a:pt x="253926" y="240718"/>
                </a:lnTo>
                <a:lnTo>
                  <a:pt x="246615" y="266386"/>
                </a:lnTo>
                <a:lnTo>
                  <a:pt x="244059" y="268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546377" y="2374213"/>
            <a:ext cx="578485" cy="294640"/>
          </a:xfrm>
          <a:custGeom>
            <a:avLst/>
            <a:gdLst/>
            <a:ahLst/>
            <a:cxnLst/>
            <a:rect l="l" t="t" r="r" b="b"/>
            <a:pathLst>
              <a:path w="578485" h="294639">
                <a:moveTo>
                  <a:pt x="248640" y="20142"/>
                </a:moveTo>
                <a:lnTo>
                  <a:pt x="27736" y="20142"/>
                </a:lnTo>
                <a:lnTo>
                  <a:pt x="27736" y="54813"/>
                </a:lnTo>
                <a:lnTo>
                  <a:pt x="205054" y="54813"/>
                </a:lnTo>
                <a:lnTo>
                  <a:pt x="204774" y="82740"/>
                </a:lnTo>
                <a:lnTo>
                  <a:pt x="203276" y="114046"/>
                </a:lnTo>
                <a:lnTo>
                  <a:pt x="199618" y="149491"/>
                </a:lnTo>
                <a:lnTo>
                  <a:pt x="199517" y="150101"/>
                </a:lnTo>
                <a:lnTo>
                  <a:pt x="192836" y="189865"/>
                </a:lnTo>
                <a:lnTo>
                  <a:pt x="236423" y="194818"/>
                </a:lnTo>
                <a:lnTo>
                  <a:pt x="243484" y="150101"/>
                </a:lnTo>
                <a:lnTo>
                  <a:pt x="247116" y="111975"/>
                </a:lnTo>
                <a:lnTo>
                  <a:pt x="248602" y="54813"/>
                </a:lnTo>
                <a:lnTo>
                  <a:pt x="248640" y="20142"/>
                </a:lnTo>
                <a:close/>
              </a:path>
              <a:path w="578485" h="294639">
                <a:moveTo>
                  <a:pt x="275056" y="226517"/>
                </a:moveTo>
                <a:lnTo>
                  <a:pt x="140665" y="226517"/>
                </a:lnTo>
                <a:lnTo>
                  <a:pt x="140665" y="121843"/>
                </a:lnTo>
                <a:lnTo>
                  <a:pt x="97078" y="121843"/>
                </a:lnTo>
                <a:lnTo>
                  <a:pt x="97078" y="226517"/>
                </a:lnTo>
                <a:lnTo>
                  <a:pt x="0" y="226517"/>
                </a:lnTo>
                <a:lnTo>
                  <a:pt x="0" y="261518"/>
                </a:lnTo>
                <a:lnTo>
                  <a:pt x="275056" y="261518"/>
                </a:lnTo>
                <a:lnTo>
                  <a:pt x="275056" y="226517"/>
                </a:lnTo>
                <a:close/>
              </a:path>
              <a:path w="578485" h="294639">
                <a:moveTo>
                  <a:pt x="545465" y="191516"/>
                </a:moveTo>
                <a:lnTo>
                  <a:pt x="502539" y="191516"/>
                </a:lnTo>
                <a:lnTo>
                  <a:pt x="502539" y="225526"/>
                </a:lnTo>
                <a:lnTo>
                  <a:pt x="502539" y="260527"/>
                </a:lnTo>
                <a:lnTo>
                  <a:pt x="378053" y="260527"/>
                </a:lnTo>
                <a:lnTo>
                  <a:pt x="378053" y="225526"/>
                </a:lnTo>
                <a:lnTo>
                  <a:pt x="502539" y="225526"/>
                </a:lnTo>
                <a:lnTo>
                  <a:pt x="502539" y="191516"/>
                </a:lnTo>
                <a:lnTo>
                  <a:pt x="335457" y="191516"/>
                </a:lnTo>
                <a:lnTo>
                  <a:pt x="335457" y="294538"/>
                </a:lnTo>
                <a:lnTo>
                  <a:pt x="545465" y="294538"/>
                </a:lnTo>
                <a:lnTo>
                  <a:pt x="545465" y="260527"/>
                </a:lnTo>
                <a:lnTo>
                  <a:pt x="545465" y="225526"/>
                </a:lnTo>
                <a:lnTo>
                  <a:pt x="545465" y="191516"/>
                </a:lnTo>
                <a:close/>
              </a:path>
              <a:path w="578485" h="294639">
                <a:moveTo>
                  <a:pt x="551078" y="59105"/>
                </a:moveTo>
                <a:lnTo>
                  <a:pt x="543267" y="34404"/>
                </a:lnTo>
                <a:lnTo>
                  <a:pt x="542010" y="33350"/>
                </a:lnTo>
                <a:lnTo>
                  <a:pt x="521068" y="15811"/>
                </a:lnTo>
                <a:lnTo>
                  <a:pt x="506171" y="10795"/>
                </a:lnTo>
                <a:lnTo>
                  <a:pt x="506171" y="59105"/>
                </a:lnTo>
                <a:lnTo>
                  <a:pt x="501802" y="70370"/>
                </a:lnTo>
                <a:lnTo>
                  <a:pt x="489077" y="78422"/>
                </a:lnTo>
                <a:lnTo>
                  <a:pt x="468553" y="83248"/>
                </a:lnTo>
                <a:lnTo>
                  <a:pt x="440791" y="84861"/>
                </a:lnTo>
                <a:lnTo>
                  <a:pt x="413207" y="83248"/>
                </a:lnTo>
                <a:lnTo>
                  <a:pt x="392785" y="78422"/>
                </a:lnTo>
                <a:lnTo>
                  <a:pt x="380098" y="70370"/>
                </a:lnTo>
                <a:lnTo>
                  <a:pt x="375742" y="59105"/>
                </a:lnTo>
                <a:lnTo>
                  <a:pt x="380098" y="47840"/>
                </a:lnTo>
                <a:lnTo>
                  <a:pt x="392785" y="39789"/>
                </a:lnTo>
                <a:lnTo>
                  <a:pt x="413207" y="34963"/>
                </a:lnTo>
                <a:lnTo>
                  <a:pt x="440791" y="33350"/>
                </a:lnTo>
                <a:lnTo>
                  <a:pt x="468553" y="34963"/>
                </a:lnTo>
                <a:lnTo>
                  <a:pt x="489077" y="39789"/>
                </a:lnTo>
                <a:lnTo>
                  <a:pt x="501802" y="47840"/>
                </a:lnTo>
                <a:lnTo>
                  <a:pt x="506171" y="59105"/>
                </a:lnTo>
                <a:lnTo>
                  <a:pt x="506171" y="10795"/>
                </a:lnTo>
                <a:lnTo>
                  <a:pt x="486295" y="4076"/>
                </a:lnTo>
                <a:lnTo>
                  <a:pt x="440791" y="0"/>
                </a:lnTo>
                <a:lnTo>
                  <a:pt x="395325" y="4076"/>
                </a:lnTo>
                <a:lnTo>
                  <a:pt x="360667" y="15811"/>
                </a:lnTo>
                <a:lnTo>
                  <a:pt x="338582" y="34404"/>
                </a:lnTo>
                <a:lnTo>
                  <a:pt x="330835" y="59105"/>
                </a:lnTo>
                <a:lnTo>
                  <a:pt x="338582" y="83947"/>
                </a:lnTo>
                <a:lnTo>
                  <a:pt x="360667" y="102527"/>
                </a:lnTo>
                <a:lnTo>
                  <a:pt x="395325" y="114173"/>
                </a:lnTo>
                <a:lnTo>
                  <a:pt x="440791" y="118211"/>
                </a:lnTo>
                <a:lnTo>
                  <a:pt x="486295" y="114173"/>
                </a:lnTo>
                <a:lnTo>
                  <a:pt x="521068" y="102527"/>
                </a:lnTo>
                <a:lnTo>
                  <a:pt x="542175" y="84861"/>
                </a:lnTo>
                <a:lnTo>
                  <a:pt x="543267" y="83947"/>
                </a:lnTo>
                <a:lnTo>
                  <a:pt x="551078" y="59105"/>
                </a:lnTo>
                <a:close/>
              </a:path>
              <a:path w="578485" h="294639">
                <a:moveTo>
                  <a:pt x="578154" y="135712"/>
                </a:moveTo>
                <a:lnTo>
                  <a:pt x="303428" y="135712"/>
                </a:lnTo>
                <a:lnTo>
                  <a:pt x="303428" y="170053"/>
                </a:lnTo>
                <a:lnTo>
                  <a:pt x="578154" y="170053"/>
                </a:lnTo>
                <a:lnTo>
                  <a:pt x="578154" y="1357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230437" y="2368270"/>
            <a:ext cx="554355" cy="300990"/>
          </a:xfrm>
          <a:custGeom>
            <a:avLst/>
            <a:gdLst/>
            <a:ahLst/>
            <a:cxnLst/>
            <a:rect l="l" t="t" r="r" b="b"/>
            <a:pathLst>
              <a:path w="554355" h="300989">
                <a:moveTo>
                  <a:pt x="161798" y="77597"/>
                </a:moveTo>
                <a:lnTo>
                  <a:pt x="155714" y="49961"/>
                </a:lnTo>
                <a:lnTo>
                  <a:pt x="150787" y="43586"/>
                </a:lnTo>
                <a:lnTo>
                  <a:pt x="138811" y="28105"/>
                </a:lnTo>
                <a:lnTo>
                  <a:pt x="119862" y="17500"/>
                </a:lnTo>
                <a:lnTo>
                  <a:pt x="119862" y="77597"/>
                </a:lnTo>
                <a:lnTo>
                  <a:pt x="116979" y="92011"/>
                </a:lnTo>
                <a:lnTo>
                  <a:pt x="108927" y="102819"/>
                </a:lnTo>
                <a:lnTo>
                  <a:pt x="96608" y="109588"/>
                </a:lnTo>
                <a:lnTo>
                  <a:pt x="80899" y="111937"/>
                </a:lnTo>
                <a:lnTo>
                  <a:pt x="65201" y="109588"/>
                </a:lnTo>
                <a:lnTo>
                  <a:pt x="52882" y="102819"/>
                </a:lnTo>
                <a:lnTo>
                  <a:pt x="44818" y="92011"/>
                </a:lnTo>
                <a:lnTo>
                  <a:pt x="41935" y="77597"/>
                </a:lnTo>
                <a:lnTo>
                  <a:pt x="44818" y="63360"/>
                </a:lnTo>
                <a:lnTo>
                  <a:pt x="52882" y="52666"/>
                </a:lnTo>
                <a:lnTo>
                  <a:pt x="65201" y="45923"/>
                </a:lnTo>
                <a:lnTo>
                  <a:pt x="80899" y="43586"/>
                </a:lnTo>
                <a:lnTo>
                  <a:pt x="96608" y="45923"/>
                </a:lnTo>
                <a:lnTo>
                  <a:pt x="108927" y="52666"/>
                </a:lnTo>
                <a:lnTo>
                  <a:pt x="116979" y="63360"/>
                </a:lnTo>
                <a:lnTo>
                  <a:pt x="119862" y="77597"/>
                </a:lnTo>
                <a:lnTo>
                  <a:pt x="119862" y="17500"/>
                </a:lnTo>
                <a:lnTo>
                  <a:pt x="113182" y="13754"/>
                </a:lnTo>
                <a:lnTo>
                  <a:pt x="80899" y="8585"/>
                </a:lnTo>
                <a:lnTo>
                  <a:pt x="48755" y="13754"/>
                </a:lnTo>
                <a:lnTo>
                  <a:pt x="23114" y="28105"/>
                </a:lnTo>
                <a:lnTo>
                  <a:pt x="6146" y="49961"/>
                </a:lnTo>
                <a:lnTo>
                  <a:pt x="0" y="77597"/>
                </a:lnTo>
                <a:lnTo>
                  <a:pt x="6146" y="105562"/>
                </a:lnTo>
                <a:lnTo>
                  <a:pt x="23114" y="127495"/>
                </a:lnTo>
                <a:lnTo>
                  <a:pt x="48755" y="141820"/>
                </a:lnTo>
                <a:lnTo>
                  <a:pt x="80899" y="146939"/>
                </a:lnTo>
                <a:lnTo>
                  <a:pt x="113182" y="141820"/>
                </a:lnTo>
                <a:lnTo>
                  <a:pt x="138811" y="127495"/>
                </a:lnTo>
                <a:lnTo>
                  <a:pt x="150799" y="111937"/>
                </a:lnTo>
                <a:lnTo>
                  <a:pt x="155714" y="105562"/>
                </a:lnTo>
                <a:lnTo>
                  <a:pt x="161798" y="77597"/>
                </a:lnTo>
                <a:close/>
              </a:path>
              <a:path w="554355" h="300989">
                <a:moveTo>
                  <a:pt x="245668" y="266801"/>
                </a:moveTo>
                <a:lnTo>
                  <a:pt x="79908" y="266801"/>
                </a:lnTo>
                <a:lnTo>
                  <a:pt x="79908" y="246989"/>
                </a:lnTo>
                <a:lnTo>
                  <a:pt x="237083" y="246989"/>
                </a:lnTo>
                <a:lnTo>
                  <a:pt x="237083" y="163779"/>
                </a:lnTo>
                <a:lnTo>
                  <a:pt x="36322" y="163779"/>
                </a:lnTo>
                <a:lnTo>
                  <a:pt x="36322" y="197459"/>
                </a:lnTo>
                <a:lnTo>
                  <a:pt x="194157" y="197459"/>
                </a:lnTo>
                <a:lnTo>
                  <a:pt x="194157" y="215620"/>
                </a:lnTo>
                <a:lnTo>
                  <a:pt x="36652" y="215620"/>
                </a:lnTo>
                <a:lnTo>
                  <a:pt x="36652" y="300482"/>
                </a:lnTo>
                <a:lnTo>
                  <a:pt x="245668" y="300482"/>
                </a:lnTo>
                <a:lnTo>
                  <a:pt x="245668" y="266801"/>
                </a:lnTo>
                <a:close/>
              </a:path>
              <a:path w="554355" h="300989">
                <a:moveTo>
                  <a:pt x="277037" y="58445"/>
                </a:moveTo>
                <a:lnTo>
                  <a:pt x="237083" y="58445"/>
                </a:lnTo>
                <a:lnTo>
                  <a:pt x="237083" y="0"/>
                </a:lnTo>
                <a:lnTo>
                  <a:pt x="193497" y="0"/>
                </a:lnTo>
                <a:lnTo>
                  <a:pt x="193497" y="151892"/>
                </a:lnTo>
                <a:lnTo>
                  <a:pt x="237083" y="151892"/>
                </a:lnTo>
                <a:lnTo>
                  <a:pt x="237083" y="94107"/>
                </a:lnTo>
                <a:lnTo>
                  <a:pt x="277037" y="94107"/>
                </a:lnTo>
                <a:lnTo>
                  <a:pt x="277037" y="58445"/>
                </a:lnTo>
                <a:close/>
              </a:path>
              <a:path w="554355" h="300989">
                <a:moveTo>
                  <a:pt x="489991" y="161798"/>
                </a:moveTo>
                <a:lnTo>
                  <a:pt x="486219" y="135382"/>
                </a:lnTo>
                <a:lnTo>
                  <a:pt x="486143" y="134835"/>
                </a:lnTo>
                <a:lnTo>
                  <a:pt x="485038" y="127127"/>
                </a:lnTo>
                <a:lnTo>
                  <a:pt x="455828" y="131013"/>
                </a:lnTo>
                <a:lnTo>
                  <a:pt x="426427" y="133477"/>
                </a:lnTo>
                <a:lnTo>
                  <a:pt x="395046" y="134835"/>
                </a:lnTo>
                <a:lnTo>
                  <a:pt x="359892" y="135382"/>
                </a:lnTo>
                <a:lnTo>
                  <a:pt x="359892" y="108966"/>
                </a:lnTo>
                <a:lnTo>
                  <a:pt x="456641" y="108966"/>
                </a:lnTo>
                <a:lnTo>
                  <a:pt x="456641" y="17170"/>
                </a:lnTo>
                <a:lnTo>
                  <a:pt x="316636" y="17170"/>
                </a:lnTo>
                <a:lnTo>
                  <a:pt x="316636" y="52171"/>
                </a:lnTo>
                <a:lnTo>
                  <a:pt x="413715" y="52171"/>
                </a:lnTo>
                <a:lnTo>
                  <a:pt x="413715" y="76606"/>
                </a:lnTo>
                <a:lnTo>
                  <a:pt x="316966" y="76606"/>
                </a:lnTo>
                <a:lnTo>
                  <a:pt x="316966" y="170383"/>
                </a:lnTo>
                <a:lnTo>
                  <a:pt x="343712" y="170383"/>
                </a:lnTo>
                <a:lnTo>
                  <a:pt x="385699" y="170065"/>
                </a:lnTo>
                <a:lnTo>
                  <a:pt x="422541" y="168808"/>
                </a:lnTo>
                <a:lnTo>
                  <a:pt x="456552" y="166204"/>
                </a:lnTo>
                <a:lnTo>
                  <a:pt x="489991" y="161798"/>
                </a:lnTo>
                <a:close/>
              </a:path>
              <a:path w="554355" h="300989">
                <a:moveTo>
                  <a:pt x="554050" y="193827"/>
                </a:moveTo>
                <a:lnTo>
                  <a:pt x="511454" y="193827"/>
                </a:lnTo>
                <a:lnTo>
                  <a:pt x="511454" y="228168"/>
                </a:lnTo>
                <a:lnTo>
                  <a:pt x="511454" y="266471"/>
                </a:lnTo>
                <a:lnTo>
                  <a:pt x="394563" y="266471"/>
                </a:lnTo>
                <a:lnTo>
                  <a:pt x="394563" y="228168"/>
                </a:lnTo>
                <a:lnTo>
                  <a:pt x="511454" y="228168"/>
                </a:lnTo>
                <a:lnTo>
                  <a:pt x="511454" y="193827"/>
                </a:lnTo>
                <a:lnTo>
                  <a:pt x="351637" y="193827"/>
                </a:lnTo>
                <a:lnTo>
                  <a:pt x="351637" y="300482"/>
                </a:lnTo>
                <a:lnTo>
                  <a:pt x="554050" y="300482"/>
                </a:lnTo>
                <a:lnTo>
                  <a:pt x="554050" y="266471"/>
                </a:lnTo>
                <a:lnTo>
                  <a:pt x="554050" y="228168"/>
                </a:lnTo>
                <a:lnTo>
                  <a:pt x="554050" y="193827"/>
                </a:lnTo>
                <a:close/>
              </a:path>
              <a:path w="554355" h="300989">
                <a:moveTo>
                  <a:pt x="554050" y="330"/>
                </a:moveTo>
                <a:lnTo>
                  <a:pt x="510133" y="330"/>
                </a:lnTo>
                <a:lnTo>
                  <a:pt x="510133" y="180289"/>
                </a:lnTo>
                <a:lnTo>
                  <a:pt x="554050" y="180289"/>
                </a:lnTo>
                <a:lnTo>
                  <a:pt x="554050" y="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8187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146" y="1431645"/>
            <a:ext cx="742315" cy="410209"/>
          </a:xfrm>
          <a:custGeom>
            <a:avLst/>
            <a:gdLst/>
            <a:ahLst/>
            <a:cxnLst/>
            <a:rect l="l" t="t" r="r" b="b"/>
            <a:pathLst>
              <a:path w="742314" h="410210">
                <a:moveTo>
                  <a:pt x="356501" y="145351"/>
                </a:moveTo>
                <a:lnTo>
                  <a:pt x="295427" y="128828"/>
                </a:lnTo>
                <a:lnTo>
                  <a:pt x="256451" y="104457"/>
                </a:lnTo>
                <a:lnTo>
                  <a:pt x="251650" y="101460"/>
                </a:lnTo>
                <a:lnTo>
                  <a:pt x="225298" y="67589"/>
                </a:lnTo>
                <a:lnTo>
                  <a:pt x="216484" y="31559"/>
                </a:lnTo>
                <a:lnTo>
                  <a:pt x="216484" y="12001"/>
                </a:lnTo>
                <a:lnTo>
                  <a:pt x="153809" y="12001"/>
                </a:lnTo>
                <a:lnTo>
                  <a:pt x="153809" y="31559"/>
                </a:lnTo>
                <a:lnTo>
                  <a:pt x="145059" y="67779"/>
                </a:lnTo>
                <a:lnTo>
                  <a:pt x="118795" y="101625"/>
                </a:lnTo>
                <a:lnTo>
                  <a:pt x="75145" y="128828"/>
                </a:lnTo>
                <a:lnTo>
                  <a:pt x="75272" y="128828"/>
                </a:lnTo>
                <a:lnTo>
                  <a:pt x="13792" y="145351"/>
                </a:lnTo>
                <a:lnTo>
                  <a:pt x="36017" y="192468"/>
                </a:lnTo>
                <a:lnTo>
                  <a:pt x="85852" y="180403"/>
                </a:lnTo>
                <a:lnTo>
                  <a:pt x="127685" y="160972"/>
                </a:lnTo>
                <a:lnTo>
                  <a:pt x="161023" y="135280"/>
                </a:lnTo>
                <a:lnTo>
                  <a:pt x="185369" y="104457"/>
                </a:lnTo>
                <a:lnTo>
                  <a:pt x="209626" y="135280"/>
                </a:lnTo>
                <a:lnTo>
                  <a:pt x="242811" y="160972"/>
                </a:lnTo>
                <a:lnTo>
                  <a:pt x="284505" y="180403"/>
                </a:lnTo>
                <a:lnTo>
                  <a:pt x="334276" y="192468"/>
                </a:lnTo>
                <a:lnTo>
                  <a:pt x="356501" y="145351"/>
                </a:lnTo>
                <a:close/>
              </a:path>
              <a:path w="742314" h="410210">
                <a:moveTo>
                  <a:pt x="369836" y="222694"/>
                </a:moveTo>
                <a:lnTo>
                  <a:pt x="0" y="222694"/>
                </a:lnTo>
                <a:lnTo>
                  <a:pt x="0" y="270256"/>
                </a:lnTo>
                <a:lnTo>
                  <a:pt x="154254" y="270256"/>
                </a:lnTo>
                <a:lnTo>
                  <a:pt x="154254" y="409829"/>
                </a:lnTo>
                <a:lnTo>
                  <a:pt x="212928" y="409829"/>
                </a:lnTo>
                <a:lnTo>
                  <a:pt x="212928" y="270256"/>
                </a:lnTo>
                <a:lnTo>
                  <a:pt x="369836" y="270256"/>
                </a:lnTo>
                <a:lnTo>
                  <a:pt x="369836" y="222694"/>
                </a:lnTo>
                <a:close/>
              </a:path>
              <a:path w="742314" h="410210">
                <a:moveTo>
                  <a:pt x="576973" y="171577"/>
                </a:moveTo>
                <a:lnTo>
                  <a:pt x="570471" y="142659"/>
                </a:lnTo>
                <a:lnTo>
                  <a:pt x="570141" y="142240"/>
                </a:lnTo>
                <a:lnTo>
                  <a:pt x="552297" y="120180"/>
                </a:lnTo>
                <a:lnTo>
                  <a:pt x="524967" y="105905"/>
                </a:lnTo>
                <a:lnTo>
                  <a:pt x="524967" y="171577"/>
                </a:lnTo>
                <a:lnTo>
                  <a:pt x="522401" y="184302"/>
                </a:lnTo>
                <a:lnTo>
                  <a:pt x="515124" y="193636"/>
                </a:lnTo>
                <a:lnTo>
                  <a:pt x="503770" y="199402"/>
                </a:lnTo>
                <a:lnTo>
                  <a:pt x="488962" y="201358"/>
                </a:lnTo>
                <a:lnTo>
                  <a:pt x="474078" y="199402"/>
                </a:lnTo>
                <a:lnTo>
                  <a:pt x="462572" y="193636"/>
                </a:lnTo>
                <a:lnTo>
                  <a:pt x="455142" y="184302"/>
                </a:lnTo>
                <a:lnTo>
                  <a:pt x="452513" y="171577"/>
                </a:lnTo>
                <a:lnTo>
                  <a:pt x="455142" y="158927"/>
                </a:lnTo>
                <a:lnTo>
                  <a:pt x="462572" y="149745"/>
                </a:lnTo>
                <a:lnTo>
                  <a:pt x="474078" y="144145"/>
                </a:lnTo>
                <a:lnTo>
                  <a:pt x="488962" y="142240"/>
                </a:lnTo>
                <a:lnTo>
                  <a:pt x="503770" y="144145"/>
                </a:lnTo>
                <a:lnTo>
                  <a:pt x="515124" y="149745"/>
                </a:lnTo>
                <a:lnTo>
                  <a:pt x="522401" y="158927"/>
                </a:lnTo>
                <a:lnTo>
                  <a:pt x="524967" y="171577"/>
                </a:lnTo>
                <a:lnTo>
                  <a:pt x="524967" y="105905"/>
                </a:lnTo>
                <a:lnTo>
                  <a:pt x="524459" y="105638"/>
                </a:lnTo>
                <a:lnTo>
                  <a:pt x="488962" y="100457"/>
                </a:lnTo>
                <a:lnTo>
                  <a:pt x="453199" y="105638"/>
                </a:lnTo>
                <a:lnTo>
                  <a:pt x="425234" y="120180"/>
                </a:lnTo>
                <a:lnTo>
                  <a:pt x="407009" y="142659"/>
                </a:lnTo>
                <a:lnTo>
                  <a:pt x="400507" y="171577"/>
                </a:lnTo>
                <a:lnTo>
                  <a:pt x="407009" y="200571"/>
                </a:lnTo>
                <a:lnTo>
                  <a:pt x="425234" y="223202"/>
                </a:lnTo>
                <a:lnTo>
                  <a:pt x="453199" y="237896"/>
                </a:lnTo>
                <a:lnTo>
                  <a:pt x="488962" y="243141"/>
                </a:lnTo>
                <a:lnTo>
                  <a:pt x="524459" y="237896"/>
                </a:lnTo>
                <a:lnTo>
                  <a:pt x="552297" y="223202"/>
                </a:lnTo>
                <a:lnTo>
                  <a:pt x="569836" y="201358"/>
                </a:lnTo>
                <a:lnTo>
                  <a:pt x="570471" y="200571"/>
                </a:lnTo>
                <a:lnTo>
                  <a:pt x="576973" y="171577"/>
                </a:lnTo>
                <a:close/>
              </a:path>
              <a:path w="742314" h="410210">
                <a:moveTo>
                  <a:pt x="588086" y="41783"/>
                </a:moveTo>
                <a:lnTo>
                  <a:pt x="516966" y="41783"/>
                </a:lnTo>
                <a:lnTo>
                  <a:pt x="516966" y="4445"/>
                </a:lnTo>
                <a:lnTo>
                  <a:pt x="459181" y="4445"/>
                </a:lnTo>
                <a:lnTo>
                  <a:pt x="459181" y="41783"/>
                </a:lnTo>
                <a:lnTo>
                  <a:pt x="388505" y="41783"/>
                </a:lnTo>
                <a:lnTo>
                  <a:pt x="388505" y="87122"/>
                </a:lnTo>
                <a:lnTo>
                  <a:pt x="588086" y="87122"/>
                </a:lnTo>
                <a:lnTo>
                  <a:pt x="588086" y="41783"/>
                </a:lnTo>
                <a:close/>
              </a:path>
              <a:path w="742314" h="410210">
                <a:moveTo>
                  <a:pt x="739660" y="0"/>
                </a:moveTo>
                <a:lnTo>
                  <a:pt x="684098" y="0"/>
                </a:lnTo>
                <a:lnTo>
                  <a:pt x="684098" y="100901"/>
                </a:lnTo>
                <a:lnTo>
                  <a:pt x="653872" y="100901"/>
                </a:lnTo>
                <a:lnTo>
                  <a:pt x="653872" y="7556"/>
                </a:lnTo>
                <a:lnTo>
                  <a:pt x="599198" y="7556"/>
                </a:lnTo>
                <a:lnTo>
                  <a:pt x="599198" y="243141"/>
                </a:lnTo>
                <a:lnTo>
                  <a:pt x="653872" y="243141"/>
                </a:lnTo>
                <a:lnTo>
                  <a:pt x="653872" y="148463"/>
                </a:lnTo>
                <a:lnTo>
                  <a:pt x="684098" y="148463"/>
                </a:lnTo>
                <a:lnTo>
                  <a:pt x="684098" y="256032"/>
                </a:lnTo>
                <a:lnTo>
                  <a:pt x="739660" y="256032"/>
                </a:lnTo>
                <a:lnTo>
                  <a:pt x="739660" y="148463"/>
                </a:lnTo>
                <a:lnTo>
                  <a:pt x="739660" y="100901"/>
                </a:lnTo>
                <a:lnTo>
                  <a:pt x="739660" y="0"/>
                </a:lnTo>
                <a:close/>
              </a:path>
              <a:path w="742314" h="410210">
                <a:moveTo>
                  <a:pt x="741883" y="335153"/>
                </a:moveTo>
                <a:lnTo>
                  <a:pt x="732561" y="304482"/>
                </a:lnTo>
                <a:lnTo>
                  <a:pt x="732243" y="303428"/>
                </a:lnTo>
                <a:lnTo>
                  <a:pt x="704430" y="279984"/>
                </a:lnTo>
                <a:lnTo>
                  <a:pt x="683209" y="273037"/>
                </a:lnTo>
                <a:lnTo>
                  <a:pt x="683209" y="335153"/>
                </a:lnTo>
                <a:lnTo>
                  <a:pt x="678053" y="348945"/>
                </a:lnTo>
                <a:lnTo>
                  <a:pt x="662597" y="358495"/>
                </a:lnTo>
                <a:lnTo>
                  <a:pt x="636892" y="364032"/>
                </a:lnTo>
                <a:lnTo>
                  <a:pt x="600976" y="365823"/>
                </a:lnTo>
                <a:lnTo>
                  <a:pt x="565061" y="364032"/>
                </a:lnTo>
                <a:lnTo>
                  <a:pt x="539356" y="358495"/>
                </a:lnTo>
                <a:lnTo>
                  <a:pt x="523900" y="348945"/>
                </a:lnTo>
                <a:lnTo>
                  <a:pt x="518744" y="335153"/>
                </a:lnTo>
                <a:lnTo>
                  <a:pt x="523900" y="321360"/>
                </a:lnTo>
                <a:lnTo>
                  <a:pt x="539356" y="311823"/>
                </a:lnTo>
                <a:lnTo>
                  <a:pt x="565061" y="306273"/>
                </a:lnTo>
                <a:lnTo>
                  <a:pt x="600976" y="304482"/>
                </a:lnTo>
                <a:lnTo>
                  <a:pt x="636892" y="306273"/>
                </a:lnTo>
                <a:lnTo>
                  <a:pt x="662597" y="311823"/>
                </a:lnTo>
                <a:lnTo>
                  <a:pt x="678053" y="321360"/>
                </a:lnTo>
                <a:lnTo>
                  <a:pt x="683209" y="335153"/>
                </a:lnTo>
                <a:lnTo>
                  <a:pt x="683209" y="273037"/>
                </a:lnTo>
                <a:lnTo>
                  <a:pt x="660120" y="265455"/>
                </a:lnTo>
                <a:lnTo>
                  <a:pt x="600976" y="260477"/>
                </a:lnTo>
                <a:lnTo>
                  <a:pt x="541832" y="265455"/>
                </a:lnTo>
                <a:lnTo>
                  <a:pt x="497522" y="279984"/>
                </a:lnTo>
                <a:lnTo>
                  <a:pt x="469709" y="303428"/>
                </a:lnTo>
                <a:lnTo>
                  <a:pt x="460070" y="335153"/>
                </a:lnTo>
                <a:lnTo>
                  <a:pt x="469709" y="366826"/>
                </a:lnTo>
                <a:lnTo>
                  <a:pt x="497522" y="390105"/>
                </a:lnTo>
                <a:lnTo>
                  <a:pt x="541832" y="404482"/>
                </a:lnTo>
                <a:lnTo>
                  <a:pt x="600976" y="409384"/>
                </a:lnTo>
                <a:lnTo>
                  <a:pt x="660120" y="404482"/>
                </a:lnTo>
                <a:lnTo>
                  <a:pt x="704430" y="390105"/>
                </a:lnTo>
                <a:lnTo>
                  <a:pt x="732243" y="366826"/>
                </a:lnTo>
                <a:lnTo>
                  <a:pt x="732548" y="365823"/>
                </a:lnTo>
                <a:lnTo>
                  <a:pt x="741883" y="33515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51669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4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4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4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60609" y="1431200"/>
            <a:ext cx="719455" cy="410845"/>
          </a:xfrm>
          <a:custGeom>
            <a:avLst/>
            <a:gdLst/>
            <a:ahLst/>
            <a:cxnLst/>
            <a:rect l="l" t="t" r="r" b="b"/>
            <a:pathLst>
              <a:path w="719454" h="410844">
                <a:moveTo>
                  <a:pt x="228917" y="291592"/>
                </a:moveTo>
                <a:lnTo>
                  <a:pt x="225171" y="260477"/>
                </a:lnTo>
                <a:lnTo>
                  <a:pt x="223139" y="243586"/>
                </a:lnTo>
                <a:lnTo>
                  <a:pt x="180505" y="250723"/>
                </a:lnTo>
                <a:lnTo>
                  <a:pt x="138734" y="255701"/>
                </a:lnTo>
                <a:lnTo>
                  <a:pt x="98056" y="258838"/>
                </a:lnTo>
                <a:lnTo>
                  <a:pt x="58674" y="260477"/>
                </a:lnTo>
                <a:lnTo>
                  <a:pt x="58674" y="39116"/>
                </a:lnTo>
                <a:lnTo>
                  <a:pt x="0" y="39116"/>
                </a:lnTo>
                <a:lnTo>
                  <a:pt x="0" y="309372"/>
                </a:lnTo>
                <a:lnTo>
                  <a:pt x="35560" y="309372"/>
                </a:lnTo>
                <a:lnTo>
                  <a:pt x="81330" y="308597"/>
                </a:lnTo>
                <a:lnTo>
                  <a:pt x="129070" y="305816"/>
                </a:lnTo>
                <a:lnTo>
                  <a:pt x="178384" y="300380"/>
                </a:lnTo>
                <a:lnTo>
                  <a:pt x="228917" y="291592"/>
                </a:lnTo>
                <a:close/>
              </a:path>
              <a:path w="719454" h="410844">
                <a:moveTo>
                  <a:pt x="365379" y="154686"/>
                </a:moveTo>
                <a:lnTo>
                  <a:pt x="308038" y="154686"/>
                </a:lnTo>
                <a:lnTo>
                  <a:pt x="308038" y="0"/>
                </a:lnTo>
                <a:lnTo>
                  <a:pt x="249364" y="0"/>
                </a:lnTo>
                <a:lnTo>
                  <a:pt x="249364" y="408940"/>
                </a:lnTo>
                <a:lnTo>
                  <a:pt x="308038" y="408940"/>
                </a:lnTo>
                <a:lnTo>
                  <a:pt x="308038" y="203136"/>
                </a:lnTo>
                <a:lnTo>
                  <a:pt x="365379" y="203136"/>
                </a:lnTo>
                <a:lnTo>
                  <a:pt x="365379" y="154686"/>
                </a:lnTo>
                <a:close/>
              </a:path>
              <a:path w="719454" h="410844">
                <a:moveTo>
                  <a:pt x="638302" y="301371"/>
                </a:moveTo>
                <a:lnTo>
                  <a:pt x="633818" y="267144"/>
                </a:lnTo>
                <a:lnTo>
                  <a:pt x="633704" y="266255"/>
                </a:lnTo>
                <a:lnTo>
                  <a:pt x="632079" y="253809"/>
                </a:lnTo>
                <a:lnTo>
                  <a:pt x="589648" y="259956"/>
                </a:lnTo>
                <a:lnTo>
                  <a:pt x="547954" y="263982"/>
                </a:lnTo>
                <a:lnTo>
                  <a:pt x="505434" y="266255"/>
                </a:lnTo>
                <a:lnTo>
                  <a:pt x="460502" y="267144"/>
                </a:lnTo>
                <a:lnTo>
                  <a:pt x="460502" y="193357"/>
                </a:lnTo>
                <a:lnTo>
                  <a:pt x="593407" y="193357"/>
                </a:lnTo>
                <a:lnTo>
                  <a:pt x="593407" y="35115"/>
                </a:lnTo>
                <a:lnTo>
                  <a:pt x="400050" y="35115"/>
                </a:lnTo>
                <a:lnTo>
                  <a:pt x="400050" y="81788"/>
                </a:lnTo>
                <a:lnTo>
                  <a:pt x="533400" y="81788"/>
                </a:lnTo>
                <a:lnTo>
                  <a:pt x="533400" y="147129"/>
                </a:lnTo>
                <a:lnTo>
                  <a:pt x="400494" y="147129"/>
                </a:lnTo>
                <a:lnTo>
                  <a:pt x="400494" y="315595"/>
                </a:lnTo>
                <a:lnTo>
                  <a:pt x="437388" y="315595"/>
                </a:lnTo>
                <a:lnTo>
                  <a:pt x="490715" y="314998"/>
                </a:lnTo>
                <a:lnTo>
                  <a:pt x="540677" y="312826"/>
                </a:lnTo>
                <a:lnTo>
                  <a:pt x="589216" y="308470"/>
                </a:lnTo>
                <a:lnTo>
                  <a:pt x="638302" y="301371"/>
                </a:lnTo>
                <a:close/>
              </a:path>
              <a:path w="719454" h="410844">
                <a:moveTo>
                  <a:pt x="719201" y="0"/>
                </a:moveTo>
                <a:lnTo>
                  <a:pt x="660527" y="0"/>
                </a:lnTo>
                <a:lnTo>
                  <a:pt x="660527" y="410718"/>
                </a:lnTo>
                <a:lnTo>
                  <a:pt x="719201" y="410718"/>
                </a:lnTo>
                <a:lnTo>
                  <a:pt x="719201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30492" y="1452533"/>
            <a:ext cx="370840" cy="340995"/>
          </a:xfrm>
          <a:custGeom>
            <a:avLst/>
            <a:gdLst/>
            <a:ahLst/>
            <a:cxnLst/>
            <a:rect l="l" t="t" r="r" b="b"/>
            <a:pathLst>
              <a:path w="370839" h="340994">
                <a:moveTo>
                  <a:pt x="214250" y="293372"/>
                </a:moveTo>
                <a:lnTo>
                  <a:pt x="155576" y="293372"/>
                </a:lnTo>
                <a:lnTo>
                  <a:pt x="155576" y="224029"/>
                </a:lnTo>
                <a:lnTo>
                  <a:pt x="105958" y="211479"/>
                </a:lnTo>
                <a:lnTo>
                  <a:pt x="67008" y="187969"/>
                </a:lnTo>
                <a:lnTo>
                  <a:pt x="41561" y="154707"/>
                </a:lnTo>
                <a:lnTo>
                  <a:pt x="32448" y="112903"/>
                </a:lnTo>
                <a:lnTo>
                  <a:pt x="39941" y="74875"/>
                </a:lnTo>
                <a:lnTo>
                  <a:pt x="61024" y="43589"/>
                </a:lnTo>
                <a:lnTo>
                  <a:pt x="93608" y="20027"/>
                </a:lnTo>
                <a:lnTo>
                  <a:pt x="135601" y="5170"/>
                </a:lnTo>
                <a:lnTo>
                  <a:pt x="184913" y="0"/>
                </a:lnTo>
                <a:lnTo>
                  <a:pt x="234441" y="5170"/>
                </a:lnTo>
                <a:lnTo>
                  <a:pt x="276566" y="20027"/>
                </a:lnTo>
                <a:lnTo>
                  <a:pt x="309217" y="43589"/>
                </a:lnTo>
                <a:lnTo>
                  <a:pt x="311297" y="46672"/>
                </a:lnTo>
                <a:lnTo>
                  <a:pt x="184913" y="46672"/>
                </a:lnTo>
                <a:lnTo>
                  <a:pt x="146491" y="51145"/>
                </a:lnTo>
                <a:lnTo>
                  <a:pt x="116570" y="64119"/>
                </a:lnTo>
                <a:lnTo>
                  <a:pt x="97151" y="84927"/>
                </a:lnTo>
                <a:lnTo>
                  <a:pt x="90234" y="112903"/>
                </a:lnTo>
                <a:lnTo>
                  <a:pt x="97151" y="140879"/>
                </a:lnTo>
                <a:lnTo>
                  <a:pt x="116570" y="161688"/>
                </a:lnTo>
                <a:lnTo>
                  <a:pt x="146491" y="174661"/>
                </a:lnTo>
                <a:lnTo>
                  <a:pt x="184913" y="179134"/>
                </a:lnTo>
                <a:lnTo>
                  <a:pt x="310085" y="179134"/>
                </a:lnTo>
                <a:lnTo>
                  <a:pt x="303206" y="188135"/>
                </a:lnTo>
                <a:lnTo>
                  <a:pt x="264125" y="211666"/>
                </a:lnTo>
                <a:lnTo>
                  <a:pt x="214250" y="224029"/>
                </a:lnTo>
                <a:lnTo>
                  <a:pt x="214250" y="293372"/>
                </a:lnTo>
                <a:close/>
              </a:path>
              <a:path w="370839" h="340994">
                <a:moveTo>
                  <a:pt x="310085" y="179134"/>
                </a:moveTo>
                <a:lnTo>
                  <a:pt x="184913" y="179134"/>
                </a:lnTo>
                <a:lnTo>
                  <a:pt x="223592" y="174661"/>
                </a:lnTo>
                <a:lnTo>
                  <a:pt x="253644" y="161688"/>
                </a:lnTo>
                <a:lnTo>
                  <a:pt x="273112" y="140879"/>
                </a:lnTo>
                <a:lnTo>
                  <a:pt x="280037" y="112903"/>
                </a:lnTo>
                <a:lnTo>
                  <a:pt x="273112" y="84927"/>
                </a:lnTo>
                <a:lnTo>
                  <a:pt x="253644" y="64119"/>
                </a:lnTo>
                <a:lnTo>
                  <a:pt x="223592" y="51145"/>
                </a:lnTo>
                <a:lnTo>
                  <a:pt x="184913" y="46672"/>
                </a:lnTo>
                <a:lnTo>
                  <a:pt x="311297" y="46672"/>
                </a:lnTo>
                <a:lnTo>
                  <a:pt x="330326" y="74875"/>
                </a:lnTo>
                <a:lnTo>
                  <a:pt x="337822" y="112903"/>
                </a:lnTo>
                <a:lnTo>
                  <a:pt x="328716" y="154707"/>
                </a:lnTo>
                <a:lnTo>
                  <a:pt x="310085" y="179134"/>
                </a:lnTo>
                <a:close/>
              </a:path>
              <a:path w="370839" h="340994">
                <a:moveTo>
                  <a:pt x="370715" y="340933"/>
                </a:moveTo>
                <a:lnTo>
                  <a:pt x="0" y="340933"/>
                </a:lnTo>
                <a:lnTo>
                  <a:pt x="0" y="293372"/>
                </a:lnTo>
                <a:lnTo>
                  <a:pt x="370715" y="293372"/>
                </a:lnTo>
                <a:lnTo>
                  <a:pt x="370715" y="34093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9023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2943" y="1625154"/>
            <a:ext cx="9841402" cy="7675745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132706" y="2310782"/>
            <a:ext cx="251460" cy="304165"/>
          </a:xfrm>
          <a:custGeom>
            <a:avLst/>
            <a:gdLst/>
            <a:ahLst/>
            <a:cxnLst/>
            <a:rect l="l" t="t" r="r" b="b"/>
            <a:pathLst>
              <a:path w="251459" h="304164">
                <a:moveTo>
                  <a:pt x="8255" y="147270"/>
                </a:moveTo>
                <a:lnTo>
                  <a:pt x="2641" y="110618"/>
                </a:lnTo>
                <a:lnTo>
                  <a:pt x="112599" y="104344"/>
                </a:lnTo>
                <a:lnTo>
                  <a:pt x="114699" y="94799"/>
                </a:lnTo>
                <a:lnTo>
                  <a:pt x="116520" y="84944"/>
                </a:lnTo>
                <a:lnTo>
                  <a:pt x="117982" y="75055"/>
                </a:lnTo>
                <a:lnTo>
                  <a:pt x="119203" y="64059"/>
                </a:lnTo>
                <a:lnTo>
                  <a:pt x="18161" y="64059"/>
                </a:lnTo>
                <a:lnTo>
                  <a:pt x="18161" y="29388"/>
                </a:lnTo>
                <a:lnTo>
                  <a:pt x="162459" y="29388"/>
                </a:lnTo>
                <a:lnTo>
                  <a:pt x="160066" y="74718"/>
                </a:lnTo>
                <a:lnTo>
                  <a:pt x="160049" y="75055"/>
                </a:lnTo>
                <a:lnTo>
                  <a:pt x="151648" y="118127"/>
                </a:lnTo>
                <a:lnTo>
                  <a:pt x="143271" y="139015"/>
                </a:lnTo>
                <a:lnTo>
                  <a:pt x="98730" y="139015"/>
                </a:lnTo>
                <a:lnTo>
                  <a:pt x="8255" y="147270"/>
                </a:lnTo>
                <a:close/>
              </a:path>
              <a:path w="251459" h="304164">
                <a:moveTo>
                  <a:pt x="23114" y="259869"/>
                </a:moveTo>
                <a:lnTo>
                  <a:pt x="0" y="225528"/>
                </a:lnTo>
                <a:lnTo>
                  <a:pt x="33814" y="206299"/>
                </a:lnTo>
                <a:lnTo>
                  <a:pt x="61252" y="185615"/>
                </a:lnTo>
                <a:lnTo>
                  <a:pt x="82746" y="163259"/>
                </a:lnTo>
                <a:lnTo>
                  <a:pt x="98730" y="139015"/>
                </a:lnTo>
                <a:lnTo>
                  <a:pt x="143271" y="139015"/>
                </a:lnTo>
                <a:lnTo>
                  <a:pt x="135507" y="158373"/>
                </a:lnTo>
                <a:lnTo>
                  <a:pt x="109872" y="195565"/>
                </a:lnTo>
                <a:lnTo>
                  <a:pt x="72991" y="229474"/>
                </a:lnTo>
                <a:lnTo>
                  <a:pt x="23114" y="259869"/>
                </a:lnTo>
                <a:close/>
              </a:path>
              <a:path w="251459" h="304164">
                <a:moveTo>
                  <a:pt x="250954" y="304117"/>
                </a:moveTo>
                <a:lnTo>
                  <a:pt x="207037" y="304117"/>
                </a:lnTo>
                <a:lnTo>
                  <a:pt x="207037" y="0"/>
                </a:lnTo>
                <a:lnTo>
                  <a:pt x="250954" y="0"/>
                </a:lnTo>
                <a:lnTo>
                  <a:pt x="250954" y="304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33158" y="2311112"/>
            <a:ext cx="259079" cy="304165"/>
          </a:xfrm>
          <a:custGeom>
            <a:avLst/>
            <a:gdLst/>
            <a:ahLst/>
            <a:cxnLst/>
            <a:rect l="l" t="t" r="r" b="b"/>
            <a:pathLst>
              <a:path w="259080" h="304164">
                <a:moveTo>
                  <a:pt x="258549" y="303786"/>
                </a:moveTo>
                <a:lnTo>
                  <a:pt x="214962" y="303786"/>
                </a:lnTo>
                <a:lnTo>
                  <a:pt x="214962" y="237416"/>
                </a:lnTo>
                <a:lnTo>
                  <a:pt x="153874" y="237416"/>
                </a:lnTo>
                <a:lnTo>
                  <a:pt x="153874" y="204395"/>
                </a:lnTo>
                <a:lnTo>
                  <a:pt x="214962" y="204395"/>
                </a:lnTo>
                <a:lnTo>
                  <a:pt x="214962" y="0"/>
                </a:lnTo>
                <a:lnTo>
                  <a:pt x="258549" y="0"/>
                </a:lnTo>
                <a:lnTo>
                  <a:pt x="258549" y="303786"/>
                </a:lnTo>
                <a:close/>
              </a:path>
              <a:path w="259080" h="304164">
                <a:moveTo>
                  <a:pt x="98400" y="137364"/>
                </a:moveTo>
                <a:lnTo>
                  <a:pt x="67382" y="132813"/>
                </a:lnTo>
                <a:lnTo>
                  <a:pt x="42926" y="120028"/>
                </a:lnTo>
                <a:lnTo>
                  <a:pt x="26890" y="100309"/>
                </a:lnTo>
                <a:lnTo>
                  <a:pt x="21133" y="74956"/>
                </a:lnTo>
                <a:lnTo>
                  <a:pt x="26890" y="49742"/>
                </a:lnTo>
                <a:lnTo>
                  <a:pt x="42926" y="30007"/>
                </a:lnTo>
                <a:lnTo>
                  <a:pt x="67382" y="17144"/>
                </a:lnTo>
                <a:lnTo>
                  <a:pt x="98400" y="12547"/>
                </a:lnTo>
                <a:lnTo>
                  <a:pt x="129228" y="17144"/>
                </a:lnTo>
                <a:lnTo>
                  <a:pt x="153585" y="30007"/>
                </a:lnTo>
                <a:lnTo>
                  <a:pt x="166201" y="45568"/>
                </a:lnTo>
                <a:lnTo>
                  <a:pt x="98400" y="45568"/>
                </a:lnTo>
                <a:lnTo>
                  <a:pt x="83618" y="47559"/>
                </a:lnTo>
                <a:lnTo>
                  <a:pt x="72025" y="53327"/>
                </a:lnTo>
                <a:lnTo>
                  <a:pt x="64456" y="62563"/>
                </a:lnTo>
                <a:lnTo>
                  <a:pt x="61747" y="74956"/>
                </a:lnTo>
                <a:lnTo>
                  <a:pt x="64456" y="87488"/>
                </a:lnTo>
                <a:lnTo>
                  <a:pt x="72025" y="96708"/>
                </a:lnTo>
                <a:lnTo>
                  <a:pt x="83618" y="102399"/>
                </a:lnTo>
                <a:lnTo>
                  <a:pt x="98400" y="104344"/>
                </a:lnTo>
                <a:lnTo>
                  <a:pt x="166311" y="104344"/>
                </a:lnTo>
                <a:lnTo>
                  <a:pt x="153585" y="120028"/>
                </a:lnTo>
                <a:lnTo>
                  <a:pt x="129228" y="132813"/>
                </a:lnTo>
                <a:lnTo>
                  <a:pt x="98400" y="137364"/>
                </a:lnTo>
                <a:close/>
              </a:path>
              <a:path w="259080" h="304164">
                <a:moveTo>
                  <a:pt x="166311" y="104344"/>
                </a:moveTo>
                <a:lnTo>
                  <a:pt x="98400" y="104344"/>
                </a:lnTo>
                <a:lnTo>
                  <a:pt x="113079" y="102399"/>
                </a:lnTo>
                <a:lnTo>
                  <a:pt x="124445" y="96708"/>
                </a:lnTo>
                <a:lnTo>
                  <a:pt x="131787" y="87488"/>
                </a:lnTo>
                <a:lnTo>
                  <a:pt x="134392" y="74956"/>
                </a:lnTo>
                <a:lnTo>
                  <a:pt x="131787" y="62563"/>
                </a:lnTo>
                <a:lnTo>
                  <a:pt x="124445" y="53327"/>
                </a:lnTo>
                <a:lnTo>
                  <a:pt x="113079" y="47559"/>
                </a:lnTo>
                <a:lnTo>
                  <a:pt x="98400" y="45568"/>
                </a:lnTo>
                <a:lnTo>
                  <a:pt x="166201" y="45568"/>
                </a:lnTo>
                <a:lnTo>
                  <a:pt x="169585" y="49742"/>
                </a:lnTo>
                <a:lnTo>
                  <a:pt x="175337" y="74956"/>
                </a:lnTo>
                <a:lnTo>
                  <a:pt x="169585" y="100309"/>
                </a:lnTo>
                <a:lnTo>
                  <a:pt x="166311" y="104344"/>
                </a:lnTo>
                <a:close/>
              </a:path>
              <a:path w="259080" h="304164">
                <a:moveTo>
                  <a:pt x="38427" y="189743"/>
                </a:moveTo>
                <a:lnTo>
                  <a:pt x="4935" y="189743"/>
                </a:lnTo>
                <a:lnTo>
                  <a:pt x="0" y="154535"/>
                </a:lnTo>
                <a:lnTo>
                  <a:pt x="45263" y="154344"/>
                </a:lnTo>
                <a:lnTo>
                  <a:pt x="94644" y="153255"/>
                </a:lnTo>
                <a:lnTo>
                  <a:pt x="145573" y="150495"/>
                </a:lnTo>
                <a:lnTo>
                  <a:pt x="195480" y="145289"/>
                </a:lnTo>
                <a:lnTo>
                  <a:pt x="198121" y="176988"/>
                </a:lnTo>
                <a:lnTo>
                  <a:pt x="178067" y="180296"/>
                </a:lnTo>
                <a:lnTo>
                  <a:pt x="158043" y="182891"/>
                </a:lnTo>
                <a:lnTo>
                  <a:pt x="138081" y="184929"/>
                </a:lnTo>
                <a:lnTo>
                  <a:pt x="118212" y="186564"/>
                </a:lnTo>
                <a:lnTo>
                  <a:pt x="118212" y="188876"/>
                </a:lnTo>
                <a:lnTo>
                  <a:pt x="74625" y="188876"/>
                </a:lnTo>
                <a:lnTo>
                  <a:pt x="56263" y="189448"/>
                </a:lnTo>
                <a:lnTo>
                  <a:pt x="38427" y="189743"/>
                </a:lnTo>
                <a:close/>
              </a:path>
              <a:path w="259080" h="304164">
                <a:moveTo>
                  <a:pt x="118212" y="295201"/>
                </a:moveTo>
                <a:lnTo>
                  <a:pt x="74625" y="295201"/>
                </a:lnTo>
                <a:lnTo>
                  <a:pt x="74625" y="188876"/>
                </a:lnTo>
                <a:lnTo>
                  <a:pt x="118212" y="188876"/>
                </a:lnTo>
                <a:lnTo>
                  <a:pt x="118212" y="295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769922" y="2336012"/>
            <a:ext cx="213995" cy="149860"/>
          </a:xfrm>
          <a:custGeom>
            <a:avLst/>
            <a:gdLst/>
            <a:ahLst/>
            <a:cxnLst/>
            <a:rect l="l" t="t" r="r" b="b"/>
            <a:pathLst>
              <a:path w="213994" h="149860">
                <a:moveTo>
                  <a:pt x="213969" y="115570"/>
                </a:moveTo>
                <a:lnTo>
                  <a:pt x="43586" y="115570"/>
                </a:lnTo>
                <a:lnTo>
                  <a:pt x="43586" y="35560"/>
                </a:lnTo>
                <a:lnTo>
                  <a:pt x="211658" y="35560"/>
                </a:lnTo>
                <a:lnTo>
                  <a:pt x="211658" y="0"/>
                </a:lnTo>
                <a:lnTo>
                  <a:pt x="0" y="0"/>
                </a:lnTo>
                <a:lnTo>
                  <a:pt x="0" y="35560"/>
                </a:lnTo>
                <a:lnTo>
                  <a:pt x="0" y="115570"/>
                </a:lnTo>
                <a:lnTo>
                  <a:pt x="0" y="149860"/>
                </a:lnTo>
                <a:lnTo>
                  <a:pt x="213969" y="149860"/>
                </a:lnTo>
                <a:lnTo>
                  <a:pt x="213969" y="11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737903" y="2543245"/>
            <a:ext cx="275590" cy="36195"/>
          </a:xfrm>
          <a:custGeom>
            <a:avLst/>
            <a:gdLst/>
            <a:ahLst/>
            <a:cxnLst/>
            <a:rect l="l" t="t" r="r" b="b"/>
            <a:pathLst>
              <a:path w="275589" h="36194">
                <a:moveTo>
                  <a:pt x="275389" y="35661"/>
                </a:moveTo>
                <a:lnTo>
                  <a:pt x="0" y="35661"/>
                </a:lnTo>
                <a:lnTo>
                  <a:pt x="0" y="0"/>
                </a:lnTo>
                <a:lnTo>
                  <a:pt x="275389" y="0"/>
                </a:lnTo>
                <a:lnTo>
                  <a:pt x="275389" y="35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20519" y="2311120"/>
            <a:ext cx="552450" cy="304800"/>
          </a:xfrm>
          <a:custGeom>
            <a:avLst/>
            <a:gdLst/>
            <a:ahLst/>
            <a:cxnLst/>
            <a:rect l="l" t="t" r="r" b="b"/>
            <a:pathLst>
              <a:path w="552450" h="304800">
                <a:moveTo>
                  <a:pt x="165430" y="96748"/>
                </a:moveTo>
                <a:lnTo>
                  <a:pt x="159080" y="65735"/>
                </a:lnTo>
                <a:lnTo>
                  <a:pt x="152933" y="57124"/>
                </a:lnTo>
                <a:lnTo>
                  <a:pt x="141617" y="41275"/>
                </a:lnTo>
                <a:lnTo>
                  <a:pt x="122834" y="29781"/>
                </a:lnTo>
                <a:lnTo>
                  <a:pt x="122834" y="96748"/>
                </a:lnTo>
                <a:lnTo>
                  <a:pt x="119799" y="113195"/>
                </a:lnTo>
                <a:lnTo>
                  <a:pt x="111404" y="125552"/>
                </a:lnTo>
                <a:lnTo>
                  <a:pt x="98729" y="133337"/>
                </a:lnTo>
                <a:lnTo>
                  <a:pt x="82880" y="136042"/>
                </a:lnTo>
                <a:lnTo>
                  <a:pt x="67119" y="133337"/>
                </a:lnTo>
                <a:lnTo>
                  <a:pt x="54317" y="125552"/>
                </a:lnTo>
                <a:lnTo>
                  <a:pt x="45732" y="113195"/>
                </a:lnTo>
                <a:lnTo>
                  <a:pt x="42595" y="96748"/>
                </a:lnTo>
                <a:lnTo>
                  <a:pt x="45732" y="79971"/>
                </a:lnTo>
                <a:lnTo>
                  <a:pt x="54317" y="67525"/>
                </a:lnTo>
                <a:lnTo>
                  <a:pt x="67119" y="59791"/>
                </a:lnTo>
                <a:lnTo>
                  <a:pt x="82880" y="57124"/>
                </a:lnTo>
                <a:lnTo>
                  <a:pt x="98729" y="59791"/>
                </a:lnTo>
                <a:lnTo>
                  <a:pt x="111404" y="67525"/>
                </a:lnTo>
                <a:lnTo>
                  <a:pt x="119799" y="79971"/>
                </a:lnTo>
                <a:lnTo>
                  <a:pt x="122834" y="96748"/>
                </a:lnTo>
                <a:lnTo>
                  <a:pt x="122834" y="29781"/>
                </a:lnTo>
                <a:lnTo>
                  <a:pt x="115417" y="25234"/>
                </a:lnTo>
                <a:lnTo>
                  <a:pt x="82880" y="19481"/>
                </a:lnTo>
                <a:lnTo>
                  <a:pt x="50292" y="25234"/>
                </a:lnTo>
                <a:lnTo>
                  <a:pt x="23977" y="41275"/>
                </a:lnTo>
                <a:lnTo>
                  <a:pt x="6400" y="65735"/>
                </a:lnTo>
                <a:lnTo>
                  <a:pt x="0" y="96748"/>
                </a:lnTo>
                <a:lnTo>
                  <a:pt x="6400" y="127431"/>
                </a:lnTo>
                <a:lnTo>
                  <a:pt x="23977" y="151803"/>
                </a:lnTo>
                <a:lnTo>
                  <a:pt x="50292" y="167881"/>
                </a:lnTo>
                <a:lnTo>
                  <a:pt x="82880" y="173685"/>
                </a:lnTo>
                <a:lnTo>
                  <a:pt x="115417" y="167881"/>
                </a:lnTo>
                <a:lnTo>
                  <a:pt x="141617" y="151803"/>
                </a:lnTo>
                <a:lnTo>
                  <a:pt x="152908" y="136042"/>
                </a:lnTo>
                <a:lnTo>
                  <a:pt x="159080" y="127431"/>
                </a:lnTo>
                <a:lnTo>
                  <a:pt x="165430" y="96748"/>
                </a:lnTo>
                <a:close/>
              </a:path>
              <a:path w="552450" h="304800">
                <a:moveTo>
                  <a:pt x="248310" y="330"/>
                </a:moveTo>
                <a:lnTo>
                  <a:pt x="204393" y="330"/>
                </a:lnTo>
                <a:lnTo>
                  <a:pt x="204393" y="218592"/>
                </a:lnTo>
                <a:lnTo>
                  <a:pt x="248310" y="218592"/>
                </a:lnTo>
                <a:lnTo>
                  <a:pt x="248310" y="330"/>
                </a:lnTo>
                <a:close/>
              </a:path>
              <a:path w="552450" h="304800">
                <a:moveTo>
                  <a:pt x="255905" y="264160"/>
                </a:moveTo>
                <a:lnTo>
                  <a:pt x="89484" y="264160"/>
                </a:lnTo>
                <a:lnTo>
                  <a:pt x="89484" y="197129"/>
                </a:lnTo>
                <a:lnTo>
                  <a:pt x="45897" y="197129"/>
                </a:lnTo>
                <a:lnTo>
                  <a:pt x="45897" y="298831"/>
                </a:lnTo>
                <a:lnTo>
                  <a:pt x="255905" y="298831"/>
                </a:lnTo>
                <a:lnTo>
                  <a:pt x="255905" y="264160"/>
                </a:lnTo>
                <a:close/>
              </a:path>
              <a:path w="552450" h="304800">
                <a:moveTo>
                  <a:pt x="485698" y="132410"/>
                </a:moveTo>
                <a:lnTo>
                  <a:pt x="453898" y="117360"/>
                </a:lnTo>
                <a:lnTo>
                  <a:pt x="443115" y="106984"/>
                </a:lnTo>
                <a:lnTo>
                  <a:pt x="431914" y="96215"/>
                </a:lnTo>
                <a:lnTo>
                  <a:pt x="419150" y="70789"/>
                </a:lnTo>
                <a:lnTo>
                  <a:pt x="415036" y="42926"/>
                </a:lnTo>
                <a:lnTo>
                  <a:pt x="415036" y="13868"/>
                </a:lnTo>
                <a:lnTo>
                  <a:pt x="370789" y="13868"/>
                </a:lnTo>
                <a:lnTo>
                  <a:pt x="370789" y="42926"/>
                </a:lnTo>
                <a:lnTo>
                  <a:pt x="366585" y="71704"/>
                </a:lnTo>
                <a:lnTo>
                  <a:pt x="353529" y="98564"/>
                </a:lnTo>
                <a:lnTo>
                  <a:pt x="330949" y="121208"/>
                </a:lnTo>
                <a:lnTo>
                  <a:pt x="298145" y="137363"/>
                </a:lnTo>
                <a:lnTo>
                  <a:pt x="319608" y="171704"/>
                </a:lnTo>
                <a:lnTo>
                  <a:pt x="344258" y="160845"/>
                </a:lnTo>
                <a:lnTo>
                  <a:pt x="364756" y="146024"/>
                </a:lnTo>
                <a:lnTo>
                  <a:pt x="381177" y="127863"/>
                </a:lnTo>
                <a:lnTo>
                  <a:pt x="393573" y="106984"/>
                </a:lnTo>
                <a:lnTo>
                  <a:pt x="405587" y="126352"/>
                </a:lnTo>
                <a:lnTo>
                  <a:pt x="421386" y="143052"/>
                </a:lnTo>
                <a:lnTo>
                  <a:pt x="441020" y="156667"/>
                </a:lnTo>
                <a:lnTo>
                  <a:pt x="464566" y="166751"/>
                </a:lnTo>
                <a:lnTo>
                  <a:pt x="485698" y="132410"/>
                </a:lnTo>
                <a:close/>
              </a:path>
              <a:path w="552450" h="304800">
                <a:moveTo>
                  <a:pt x="552069" y="194487"/>
                </a:moveTo>
                <a:lnTo>
                  <a:pt x="344703" y="194487"/>
                </a:lnTo>
                <a:lnTo>
                  <a:pt x="344703" y="229489"/>
                </a:lnTo>
                <a:lnTo>
                  <a:pt x="508152" y="229489"/>
                </a:lnTo>
                <a:lnTo>
                  <a:pt x="508152" y="304444"/>
                </a:lnTo>
                <a:lnTo>
                  <a:pt x="552069" y="304444"/>
                </a:lnTo>
                <a:lnTo>
                  <a:pt x="552069" y="194487"/>
                </a:lnTo>
                <a:close/>
              </a:path>
              <a:path w="552450" h="304800">
                <a:moveTo>
                  <a:pt x="552069" y="0"/>
                </a:moveTo>
                <a:lnTo>
                  <a:pt x="508152" y="0"/>
                </a:lnTo>
                <a:lnTo>
                  <a:pt x="508152" y="181279"/>
                </a:lnTo>
                <a:lnTo>
                  <a:pt x="552069" y="181279"/>
                </a:lnTo>
                <a:lnTo>
                  <a:pt x="552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146" y="1431645"/>
            <a:ext cx="742315" cy="410209"/>
          </a:xfrm>
          <a:custGeom>
            <a:avLst/>
            <a:gdLst/>
            <a:ahLst/>
            <a:cxnLst/>
            <a:rect l="l" t="t" r="r" b="b"/>
            <a:pathLst>
              <a:path w="742314" h="410210">
                <a:moveTo>
                  <a:pt x="356501" y="145351"/>
                </a:moveTo>
                <a:lnTo>
                  <a:pt x="295427" y="128828"/>
                </a:lnTo>
                <a:lnTo>
                  <a:pt x="256451" y="104457"/>
                </a:lnTo>
                <a:lnTo>
                  <a:pt x="251650" y="101460"/>
                </a:lnTo>
                <a:lnTo>
                  <a:pt x="225298" y="67589"/>
                </a:lnTo>
                <a:lnTo>
                  <a:pt x="216484" y="31559"/>
                </a:lnTo>
                <a:lnTo>
                  <a:pt x="216484" y="12001"/>
                </a:lnTo>
                <a:lnTo>
                  <a:pt x="153809" y="12001"/>
                </a:lnTo>
                <a:lnTo>
                  <a:pt x="153809" y="31559"/>
                </a:lnTo>
                <a:lnTo>
                  <a:pt x="145059" y="67779"/>
                </a:lnTo>
                <a:lnTo>
                  <a:pt x="118795" y="101625"/>
                </a:lnTo>
                <a:lnTo>
                  <a:pt x="75145" y="128828"/>
                </a:lnTo>
                <a:lnTo>
                  <a:pt x="75272" y="128828"/>
                </a:lnTo>
                <a:lnTo>
                  <a:pt x="13792" y="145351"/>
                </a:lnTo>
                <a:lnTo>
                  <a:pt x="36017" y="192468"/>
                </a:lnTo>
                <a:lnTo>
                  <a:pt x="85852" y="180403"/>
                </a:lnTo>
                <a:lnTo>
                  <a:pt x="127685" y="160972"/>
                </a:lnTo>
                <a:lnTo>
                  <a:pt x="161023" y="135280"/>
                </a:lnTo>
                <a:lnTo>
                  <a:pt x="185369" y="104457"/>
                </a:lnTo>
                <a:lnTo>
                  <a:pt x="209626" y="135280"/>
                </a:lnTo>
                <a:lnTo>
                  <a:pt x="242811" y="160972"/>
                </a:lnTo>
                <a:lnTo>
                  <a:pt x="284505" y="180403"/>
                </a:lnTo>
                <a:lnTo>
                  <a:pt x="334276" y="192468"/>
                </a:lnTo>
                <a:lnTo>
                  <a:pt x="356501" y="145351"/>
                </a:lnTo>
                <a:close/>
              </a:path>
              <a:path w="742314" h="410210">
                <a:moveTo>
                  <a:pt x="369836" y="222694"/>
                </a:moveTo>
                <a:lnTo>
                  <a:pt x="0" y="222694"/>
                </a:lnTo>
                <a:lnTo>
                  <a:pt x="0" y="270256"/>
                </a:lnTo>
                <a:lnTo>
                  <a:pt x="154254" y="270256"/>
                </a:lnTo>
                <a:lnTo>
                  <a:pt x="154254" y="409829"/>
                </a:lnTo>
                <a:lnTo>
                  <a:pt x="212928" y="409829"/>
                </a:lnTo>
                <a:lnTo>
                  <a:pt x="212928" y="270256"/>
                </a:lnTo>
                <a:lnTo>
                  <a:pt x="369836" y="270256"/>
                </a:lnTo>
                <a:lnTo>
                  <a:pt x="369836" y="222694"/>
                </a:lnTo>
                <a:close/>
              </a:path>
              <a:path w="742314" h="410210">
                <a:moveTo>
                  <a:pt x="576973" y="171577"/>
                </a:moveTo>
                <a:lnTo>
                  <a:pt x="570471" y="142659"/>
                </a:lnTo>
                <a:lnTo>
                  <a:pt x="570141" y="142240"/>
                </a:lnTo>
                <a:lnTo>
                  <a:pt x="552297" y="120180"/>
                </a:lnTo>
                <a:lnTo>
                  <a:pt x="524967" y="105905"/>
                </a:lnTo>
                <a:lnTo>
                  <a:pt x="524967" y="171577"/>
                </a:lnTo>
                <a:lnTo>
                  <a:pt x="522401" y="184302"/>
                </a:lnTo>
                <a:lnTo>
                  <a:pt x="515124" y="193636"/>
                </a:lnTo>
                <a:lnTo>
                  <a:pt x="503770" y="199402"/>
                </a:lnTo>
                <a:lnTo>
                  <a:pt x="488962" y="201358"/>
                </a:lnTo>
                <a:lnTo>
                  <a:pt x="474078" y="199402"/>
                </a:lnTo>
                <a:lnTo>
                  <a:pt x="462572" y="193636"/>
                </a:lnTo>
                <a:lnTo>
                  <a:pt x="455142" y="184302"/>
                </a:lnTo>
                <a:lnTo>
                  <a:pt x="452513" y="171577"/>
                </a:lnTo>
                <a:lnTo>
                  <a:pt x="455142" y="158927"/>
                </a:lnTo>
                <a:lnTo>
                  <a:pt x="462572" y="149745"/>
                </a:lnTo>
                <a:lnTo>
                  <a:pt x="474078" y="144145"/>
                </a:lnTo>
                <a:lnTo>
                  <a:pt x="488962" y="142240"/>
                </a:lnTo>
                <a:lnTo>
                  <a:pt x="503770" y="144145"/>
                </a:lnTo>
                <a:lnTo>
                  <a:pt x="515124" y="149745"/>
                </a:lnTo>
                <a:lnTo>
                  <a:pt x="522401" y="158927"/>
                </a:lnTo>
                <a:lnTo>
                  <a:pt x="524967" y="171577"/>
                </a:lnTo>
                <a:lnTo>
                  <a:pt x="524967" y="105905"/>
                </a:lnTo>
                <a:lnTo>
                  <a:pt x="524459" y="105638"/>
                </a:lnTo>
                <a:lnTo>
                  <a:pt x="488962" y="100457"/>
                </a:lnTo>
                <a:lnTo>
                  <a:pt x="453199" y="105638"/>
                </a:lnTo>
                <a:lnTo>
                  <a:pt x="425234" y="120180"/>
                </a:lnTo>
                <a:lnTo>
                  <a:pt x="407009" y="142659"/>
                </a:lnTo>
                <a:lnTo>
                  <a:pt x="400507" y="171577"/>
                </a:lnTo>
                <a:lnTo>
                  <a:pt x="407009" y="200571"/>
                </a:lnTo>
                <a:lnTo>
                  <a:pt x="425234" y="223202"/>
                </a:lnTo>
                <a:lnTo>
                  <a:pt x="453199" y="237896"/>
                </a:lnTo>
                <a:lnTo>
                  <a:pt x="488962" y="243141"/>
                </a:lnTo>
                <a:lnTo>
                  <a:pt x="524459" y="237896"/>
                </a:lnTo>
                <a:lnTo>
                  <a:pt x="552297" y="223202"/>
                </a:lnTo>
                <a:lnTo>
                  <a:pt x="569836" y="201358"/>
                </a:lnTo>
                <a:lnTo>
                  <a:pt x="570471" y="200571"/>
                </a:lnTo>
                <a:lnTo>
                  <a:pt x="576973" y="171577"/>
                </a:lnTo>
                <a:close/>
              </a:path>
              <a:path w="742314" h="410210">
                <a:moveTo>
                  <a:pt x="588086" y="41783"/>
                </a:moveTo>
                <a:lnTo>
                  <a:pt x="516966" y="41783"/>
                </a:lnTo>
                <a:lnTo>
                  <a:pt x="516966" y="4445"/>
                </a:lnTo>
                <a:lnTo>
                  <a:pt x="459181" y="4445"/>
                </a:lnTo>
                <a:lnTo>
                  <a:pt x="459181" y="41783"/>
                </a:lnTo>
                <a:lnTo>
                  <a:pt x="388505" y="41783"/>
                </a:lnTo>
                <a:lnTo>
                  <a:pt x="388505" y="87122"/>
                </a:lnTo>
                <a:lnTo>
                  <a:pt x="588086" y="87122"/>
                </a:lnTo>
                <a:lnTo>
                  <a:pt x="588086" y="41783"/>
                </a:lnTo>
                <a:close/>
              </a:path>
              <a:path w="742314" h="410210">
                <a:moveTo>
                  <a:pt x="739660" y="0"/>
                </a:moveTo>
                <a:lnTo>
                  <a:pt x="684098" y="0"/>
                </a:lnTo>
                <a:lnTo>
                  <a:pt x="684098" y="100901"/>
                </a:lnTo>
                <a:lnTo>
                  <a:pt x="653872" y="100901"/>
                </a:lnTo>
                <a:lnTo>
                  <a:pt x="653872" y="7556"/>
                </a:lnTo>
                <a:lnTo>
                  <a:pt x="599198" y="7556"/>
                </a:lnTo>
                <a:lnTo>
                  <a:pt x="599198" y="243141"/>
                </a:lnTo>
                <a:lnTo>
                  <a:pt x="653872" y="243141"/>
                </a:lnTo>
                <a:lnTo>
                  <a:pt x="653872" y="148463"/>
                </a:lnTo>
                <a:lnTo>
                  <a:pt x="684098" y="148463"/>
                </a:lnTo>
                <a:lnTo>
                  <a:pt x="684098" y="256032"/>
                </a:lnTo>
                <a:lnTo>
                  <a:pt x="739660" y="256032"/>
                </a:lnTo>
                <a:lnTo>
                  <a:pt x="739660" y="148463"/>
                </a:lnTo>
                <a:lnTo>
                  <a:pt x="739660" y="100901"/>
                </a:lnTo>
                <a:lnTo>
                  <a:pt x="739660" y="0"/>
                </a:lnTo>
                <a:close/>
              </a:path>
              <a:path w="742314" h="410210">
                <a:moveTo>
                  <a:pt x="741883" y="335153"/>
                </a:moveTo>
                <a:lnTo>
                  <a:pt x="732561" y="304482"/>
                </a:lnTo>
                <a:lnTo>
                  <a:pt x="732243" y="303428"/>
                </a:lnTo>
                <a:lnTo>
                  <a:pt x="704430" y="279984"/>
                </a:lnTo>
                <a:lnTo>
                  <a:pt x="683209" y="273037"/>
                </a:lnTo>
                <a:lnTo>
                  <a:pt x="683209" y="335153"/>
                </a:lnTo>
                <a:lnTo>
                  <a:pt x="678053" y="348945"/>
                </a:lnTo>
                <a:lnTo>
                  <a:pt x="662597" y="358495"/>
                </a:lnTo>
                <a:lnTo>
                  <a:pt x="636892" y="364032"/>
                </a:lnTo>
                <a:lnTo>
                  <a:pt x="600976" y="365823"/>
                </a:lnTo>
                <a:lnTo>
                  <a:pt x="565061" y="364032"/>
                </a:lnTo>
                <a:lnTo>
                  <a:pt x="539356" y="358495"/>
                </a:lnTo>
                <a:lnTo>
                  <a:pt x="523900" y="348945"/>
                </a:lnTo>
                <a:lnTo>
                  <a:pt x="518744" y="335153"/>
                </a:lnTo>
                <a:lnTo>
                  <a:pt x="523900" y="321360"/>
                </a:lnTo>
                <a:lnTo>
                  <a:pt x="539356" y="311823"/>
                </a:lnTo>
                <a:lnTo>
                  <a:pt x="565061" y="306273"/>
                </a:lnTo>
                <a:lnTo>
                  <a:pt x="600976" y="304482"/>
                </a:lnTo>
                <a:lnTo>
                  <a:pt x="636892" y="306273"/>
                </a:lnTo>
                <a:lnTo>
                  <a:pt x="662597" y="311823"/>
                </a:lnTo>
                <a:lnTo>
                  <a:pt x="678053" y="321360"/>
                </a:lnTo>
                <a:lnTo>
                  <a:pt x="683209" y="335153"/>
                </a:lnTo>
                <a:lnTo>
                  <a:pt x="683209" y="273037"/>
                </a:lnTo>
                <a:lnTo>
                  <a:pt x="660120" y="265455"/>
                </a:lnTo>
                <a:lnTo>
                  <a:pt x="600976" y="260477"/>
                </a:lnTo>
                <a:lnTo>
                  <a:pt x="541832" y="265455"/>
                </a:lnTo>
                <a:lnTo>
                  <a:pt x="497522" y="279984"/>
                </a:lnTo>
                <a:lnTo>
                  <a:pt x="469709" y="303428"/>
                </a:lnTo>
                <a:lnTo>
                  <a:pt x="460070" y="335153"/>
                </a:lnTo>
                <a:lnTo>
                  <a:pt x="469709" y="366826"/>
                </a:lnTo>
                <a:lnTo>
                  <a:pt x="497522" y="390105"/>
                </a:lnTo>
                <a:lnTo>
                  <a:pt x="541832" y="404482"/>
                </a:lnTo>
                <a:lnTo>
                  <a:pt x="600976" y="409384"/>
                </a:lnTo>
                <a:lnTo>
                  <a:pt x="660120" y="404482"/>
                </a:lnTo>
                <a:lnTo>
                  <a:pt x="704430" y="390105"/>
                </a:lnTo>
                <a:lnTo>
                  <a:pt x="732243" y="366826"/>
                </a:lnTo>
                <a:lnTo>
                  <a:pt x="732548" y="365823"/>
                </a:lnTo>
                <a:lnTo>
                  <a:pt x="741883" y="33515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51669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4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4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4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60609" y="1431200"/>
            <a:ext cx="719455" cy="410845"/>
          </a:xfrm>
          <a:custGeom>
            <a:avLst/>
            <a:gdLst/>
            <a:ahLst/>
            <a:cxnLst/>
            <a:rect l="l" t="t" r="r" b="b"/>
            <a:pathLst>
              <a:path w="719454" h="410844">
                <a:moveTo>
                  <a:pt x="228917" y="291592"/>
                </a:moveTo>
                <a:lnTo>
                  <a:pt x="225171" y="260477"/>
                </a:lnTo>
                <a:lnTo>
                  <a:pt x="223139" y="243586"/>
                </a:lnTo>
                <a:lnTo>
                  <a:pt x="180505" y="250723"/>
                </a:lnTo>
                <a:lnTo>
                  <a:pt x="138734" y="255701"/>
                </a:lnTo>
                <a:lnTo>
                  <a:pt x="98056" y="258838"/>
                </a:lnTo>
                <a:lnTo>
                  <a:pt x="58674" y="260477"/>
                </a:lnTo>
                <a:lnTo>
                  <a:pt x="58674" y="39116"/>
                </a:lnTo>
                <a:lnTo>
                  <a:pt x="0" y="39116"/>
                </a:lnTo>
                <a:lnTo>
                  <a:pt x="0" y="309372"/>
                </a:lnTo>
                <a:lnTo>
                  <a:pt x="35560" y="309372"/>
                </a:lnTo>
                <a:lnTo>
                  <a:pt x="81330" y="308597"/>
                </a:lnTo>
                <a:lnTo>
                  <a:pt x="129070" y="305816"/>
                </a:lnTo>
                <a:lnTo>
                  <a:pt x="178384" y="300380"/>
                </a:lnTo>
                <a:lnTo>
                  <a:pt x="228917" y="291592"/>
                </a:lnTo>
                <a:close/>
              </a:path>
              <a:path w="719454" h="410844">
                <a:moveTo>
                  <a:pt x="365379" y="154686"/>
                </a:moveTo>
                <a:lnTo>
                  <a:pt x="308038" y="154686"/>
                </a:lnTo>
                <a:lnTo>
                  <a:pt x="308038" y="0"/>
                </a:lnTo>
                <a:lnTo>
                  <a:pt x="249364" y="0"/>
                </a:lnTo>
                <a:lnTo>
                  <a:pt x="249364" y="408940"/>
                </a:lnTo>
                <a:lnTo>
                  <a:pt x="308038" y="408940"/>
                </a:lnTo>
                <a:lnTo>
                  <a:pt x="308038" y="203136"/>
                </a:lnTo>
                <a:lnTo>
                  <a:pt x="365379" y="203136"/>
                </a:lnTo>
                <a:lnTo>
                  <a:pt x="365379" y="154686"/>
                </a:lnTo>
                <a:close/>
              </a:path>
              <a:path w="719454" h="410844">
                <a:moveTo>
                  <a:pt x="638302" y="301371"/>
                </a:moveTo>
                <a:lnTo>
                  <a:pt x="633818" y="267144"/>
                </a:lnTo>
                <a:lnTo>
                  <a:pt x="633704" y="266255"/>
                </a:lnTo>
                <a:lnTo>
                  <a:pt x="632079" y="253809"/>
                </a:lnTo>
                <a:lnTo>
                  <a:pt x="589648" y="259956"/>
                </a:lnTo>
                <a:lnTo>
                  <a:pt x="547954" y="263982"/>
                </a:lnTo>
                <a:lnTo>
                  <a:pt x="505434" y="266255"/>
                </a:lnTo>
                <a:lnTo>
                  <a:pt x="460502" y="267144"/>
                </a:lnTo>
                <a:lnTo>
                  <a:pt x="460502" y="193357"/>
                </a:lnTo>
                <a:lnTo>
                  <a:pt x="593407" y="193357"/>
                </a:lnTo>
                <a:lnTo>
                  <a:pt x="593407" y="35115"/>
                </a:lnTo>
                <a:lnTo>
                  <a:pt x="400050" y="35115"/>
                </a:lnTo>
                <a:lnTo>
                  <a:pt x="400050" y="81788"/>
                </a:lnTo>
                <a:lnTo>
                  <a:pt x="533400" y="81788"/>
                </a:lnTo>
                <a:lnTo>
                  <a:pt x="533400" y="147129"/>
                </a:lnTo>
                <a:lnTo>
                  <a:pt x="400494" y="147129"/>
                </a:lnTo>
                <a:lnTo>
                  <a:pt x="400494" y="315595"/>
                </a:lnTo>
                <a:lnTo>
                  <a:pt x="437388" y="315595"/>
                </a:lnTo>
                <a:lnTo>
                  <a:pt x="490715" y="314998"/>
                </a:lnTo>
                <a:lnTo>
                  <a:pt x="540677" y="312826"/>
                </a:lnTo>
                <a:lnTo>
                  <a:pt x="589216" y="308470"/>
                </a:lnTo>
                <a:lnTo>
                  <a:pt x="638302" y="301371"/>
                </a:lnTo>
                <a:close/>
              </a:path>
              <a:path w="719454" h="410844">
                <a:moveTo>
                  <a:pt x="719201" y="0"/>
                </a:moveTo>
                <a:lnTo>
                  <a:pt x="660527" y="0"/>
                </a:lnTo>
                <a:lnTo>
                  <a:pt x="660527" y="410718"/>
                </a:lnTo>
                <a:lnTo>
                  <a:pt x="719201" y="410718"/>
                </a:lnTo>
                <a:lnTo>
                  <a:pt x="719201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30492" y="1452533"/>
            <a:ext cx="370840" cy="340995"/>
          </a:xfrm>
          <a:custGeom>
            <a:avLst/>
            <a:gdLst/>
            <a:ahLst/>
            <a:cxnLst/>
            <a:rect l="l" t="t" r="r" b="b"/>
            <a:pathLst>
              <a:path w="370839" h="340994">
                <a:moveTo>
                  <a:pt x="214250" y="293372"/>
                </a:moveTo>
                <a:lnTo>
                  <a:pt x="155576" y="293372"/>
                </a:lnTo>
                <a:lnTo>
                  <a:pt x="155576" y="224029"/>
                </a:lnTo>
                <a:lnTo>
                  <a:pt x="105958" y="211479"/>
                </a:lnTo>
                <a:lnTo>
                  <a:pt x="67008" y="187969"/>
                </a:lnTo>
                <a:lnTo>
                  <a:pt x="41561" y="154707"/>
                </a:lnTo>
                <a:lnTo>
                  <a:pt x="32448" y="112903"/>
                </a:lnTo>
                <a:lnTo>
                  <a:pt x="39941" y="74875"/>
                </a:lnTo>
                <a:lnTo>
                  <a:pt x="61024" y="43589"/>
                </a:lnTo>
                <a:lnTo>
                  <a:pt x="93608" y="20027"/>
                </a:lnTo>
                <a:lnTo>
                  <a:pt x="135601" y="5170"/>
                </a:lnTo>
                <a:lnTo>
                  <a:pt x="184913" y="0"/>
                </a:lnTo>
                <a:lnTo>
                  <a:pt x="234441" y="5170"/>
                </a:lnTo>
                <a:lnTo>
                  <a:pt x="276566" y="20027"/>
                </a:lnTo>
                <a:lnTo>
                  <a:pt x="309217" y="43589"/>
                </a:lnTo>
                <a:lnTo>
                  <a:pt x="311297" y="46672"/>
                </a:lnTo>
                <a:lnTo>
                  <a:pt x="184913" y="46672"/>
                </a:lnTo>
                <a:lnTo>
                  <a:pt x="146491" y="51145"/>
                </a:lnTo>
                <a:lnTo>
                  <a:pt x="116570" y="64119"/>
                </a:lnTo>
                <a:lnTo>
                  <a:pt x="97151" y="84927"/>
                </a:lnTo>
                <a:lnTo>
                  <a:pt x="90234" y="112903"/>
                </a:lnTo>
                <a:lnTo>
                  <a:pt x="97151" y="140879"/>
                </a:lnTo>
                <a:lnTo>
                  <a:pt x="116570" y="161688"/>
                </a:lnTo>
                <a:lnTo>
                  <a:pt x="146491" y="174661"/>
                </a:lnTo>
                <a:lnTo>
                  <a:pt x="184913" y="179134"/>
                </a:lnTo>
                <a:lnTo>
                  <a:pt x="310085" y="179134"/>
                </a:lnTo>
                <a:lnTo>
                  <a:pt x="303206" y="188135"/>
                </a:lnTo>
                <a:lnTo>
                  <a:pt x="264125" y="211666"/>
                </a:lnTo>
                <a:lnTo>
                  <a:pt x="214250" y="224029"/>
                </a:lnTo>
                <a:lnTo>
                  <a:pt x="214250" y="293372"/>
                </a:lnTo>
                <a:close/>
              </a:path>
              <a:path w="370839" h="340994">
                <a:moveTo>
                  <a:pt x="310085" y="179134"/>
                </a:moveTo>
                <a:lnTo>
                  <a:pt x="184913" y="179134"/>
                </a:lnTo>
                <a:lnTo>
                  <a:pt x="223592" y="174661"/>
                </a:lnTo>
                <a:lnTo>
                  <a:pt x="253644" y="161688"/>
                </a:lnTo>
                <a:lnTo>
                  <a:pt x="273112" y="140879"/>
                </a:lnTo>
                <a:lnTo>
                  <a:pt x="280037" y="112903"/>
                </a:lnTo>
                <a:lnTo>
                  <a:pt x="273112" y="84927"/>
                </a:lnTo>
                <a:lnTo>
                  <a:pt x="253644" y="64119"/>
                </a:lnTo>
                <a:lnTo>
                  <a:pt x="223592" y="51145"/>
                </a:lnTo>
                <a:lnTo>
                  <a:pt x="184913" y="46672"/>
                </a:lnTo>
                <a:lnTo>
                  <a:pt x="311297" y="46672"/>
                </a:lnTo>
                <a:lnTo>
                  <a:pt x="330326" y="74875"/>
                </a:lnTo>
                <a:lnTo>
                  <a:pt x="337822" y="112903"/>
                </a:lnTo>
                <a:lnTo>
                  <a:pt x="328716" y="154707"/>
                </a:lnTo>
                <a:lnTo>
                  <a:pt x="310085" y="179134"/>
                </a:lnTo>
                <a:close/>
              </a:path>
              <a:path w="370839" h="340994">
                <a:moveTo>
                  <a:pt x="370715" y="340933"/>
                </a:moveTo>
                <a:lnTo>
                  <a:pt x="0" y="340933"/>
                </a:lnTo>
                <a:lnTo>
                  <a:pt x="0" y="293372"/>
                </a:lnTo>
                <a:lnTo>
                  <a:pt x="370715" y="293372"/>
                </a:lnTo>
                <a:lnTo>
                  <a:pt x="370715" y="34093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9023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5889" y="3072481"/>
            <a:ext cx="11436220" cy="4834060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142282" y="2311112"/>
            <a:ext cx="247650" cy="304800"/>
          </a:xfrm>
          <a:custGeom>
            <a:avLst/>
            <a:gdLst/>
            <a:ahLst/>
            <a:cxnLst/>
            <a:rect l="l" t="t" r="r" b="b"/>
            <a:pathLst>
              <a:path w="247650" h="304800">
                <a:moveTo>
                  <a:pt x="186895" y="187885"/>
                </a:moveTo>
                <a:lnTo>
                  <a:pt x="146280" y="187885"/>
                </a:lnTo>
                <a:lnTo>
                  <a:pt x="146280" y="111938"/>
                </a:lnTo>
                <a:lnTo>
                  <a:pt x="116561" y="111938"/>
                </a:lnTo>
                <a:lnTo>
                  <a:pt x="116561" y="77267"/>
                </a:lnTo>
                <a:lnTo>
                  <a:pt x="146280" y="77267"/>
                </a:lnTo>
                <a:lnTo>
                  <a:pt x="146280" y="5613"/>
                </a:lnTo>
                <a:lnTo>
                  <a:pt x="186895" y="5613"/>
                </a:lnTo>
                <a:lnTo>
                  <a:pt x="186895" y="187885"/>
                </a:lnTo>
                <a:close/>
              </a:path>
              <a:path w="247650" h="304800">
                <a:moveTo>
                  <a:pt x="20802" y="176658"/>
                </a:moveTo>
                <a:lnTo>
                  <a:pt x="0" y="176658"/>
                </a:lnTo>
                <a:lnTo>
                  <a:pt x="0" y="19812"/>
                </a:lnTo>
                <a:lnTo>
                  <a:pt x="114250" y="19812"/>
                </a:lnTo>
                <a:lnTo>
                  <a:pt x="114250" y="54483"/>
                </a:lnTo>
                <a:lnTo>
                  <a:pt x="41935" y="54483"/>
                </a:lnTo>
                <a:lnTo>
                  <a:pt x="41935" y="81229"/>
                </a:lnTo>
                <a:lnTo>
                  <a:pt x="103683" y="81229"/>
                </a:lnTo>
                <a:lnTo>
                  <a:pt x="103683" y="114250"/>
                </a:lnTo>
                <a:lnTo>
                  <a:pt x="41935" y="114250"/>
                </a:lnTo>
                <a:lnTo>
                  <a:pt x="41935" y="142647"/>
                </a:lnTo>
                <a:lnTo>
                  <a:pt x="125852" y="142647"/>
                </a:lnTo>
                <a:lnTo>
                  <a:pt x="128779" y="170054"/>
                </a:lnTo>
                <a:lnTo>
                  <a:pt x="103735" y="173733"/>
                </a:lnTo>
                <a:lnTo>
                  <a:pt x="78753" y="175709"/>
                </a:lnTo>
                <a:lnTo>
                  <a:pt x="51790" y="176509"/>
                </a:lnTo>
                <a:lnTo>
                  <a:pt x="20802" y="176658"/>
                </a:lnTo>
                <a:close/>
              </a:path>
              <a:path w="247650" h="304800">
                <a:moveTo>
                  <a:pt x="125852" y="142647"/>
                </a:moveTo>
                <a:lnTo>
                  <a:pt x="41935" y="142647"/>
                </a:lnTo>
                <a:lnTo>
                  <a:pt x="64595" y="142126"/>
                </a:lnTo>
                <a:lnTo>
                  <a:pt x="85274" y="140955"/>
                </a:lnTo>
                <a:lnTo>
                  <a:pt x="105087" y="138979"/>
                </a:lnTo>
                <a:lnTo>
                  <a:pt x="125147" y="136043"/>
                </a:lnTo>
                <a:lnTo>
                  <a:pt x="125671" y="140955"/>
                </a:lnTo>
                <a:lnTo>
                  <a:pt x="125796" y="142126"/>
                </a:lnTo>
                <a:lnTo>
                  <a:pt x="125852" y="142647"/>
                </a:lnTo>
                <a:close/>
              </a:path>
              <a:path w="247650" h="304800">
                <a:moveTo>
                  <a:pt x="247322" y="304447"/>
                </a:moveTo>
                <a:lnTo>
                  <a:pt x="203735" y="304447"/>
                </a:lnTo>
                <a:lnTo>
                  <a:pt x="203735" y="236095"/>
                </a:lnTo>
                <a:lnTo>
                  <a:pt x="37643" y="236095"/>
                </a:lnTo>
                <a:lnTo>
                  <a:pt x="37643" y="201754"/>
                </a:lnTo>
                <a:lnTo>
                  <a:pt x="247322" y="201754"/>
                </a:lnTo>
                <a:lnTo>
                  <a:pt x="247322" y="304447"/>
                </a:lnTo>
                <a:close/>
              </a:path>
              <a:path w="247650" h="304800">
                <a:moveTo>
                  <a:pt x="247322" y="189536"/>
                </a:moveTo>
                <a:lnTo>
                  <a:pt x="206046" y="189536"/>
                </a:lnTo>
                <a:lnTo>
                  <a:pt x="206046" y="0"/>
                </a:lnTo>
                <a:lnTo>
                  <a:pt x="247322" y="0"/>
                </a:lnTo>
                <a:lnTo>
                  <a:pt x="247322" y="189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34149" y="2328943"/>
            <a:ext cx="275590" cy="249554"/>
          </a:xfrm>
          <a:custGeom>
            <a:avLst/>
            <a:gdLst/>
            <a:ahLst/>
            <a:cxnLst/>
            <a:rect l="l" t="t" r="r" b="b"/>
            <a:pathLst>
              <a:path w="275589" h="249555">
                <a:moveTo>
                  <a:pt x="25095" y="161799"/>
                </a:moveTo>
                <a:lnTo>
                  <a:pt x="6604" y="125477"/>
                </a:lnTo>
                <a:lnTo>
                  <a:pt x="52317" y="110303"/>
                </a:lnTo>
                <a:lnTo>
                  <a:pt x="52171" y="110303"/>
                </a:lnTo>
                <a:lnTo>
                  <a:pt x="85398" y="85522"/>
                </a:lnTo>
                <a:lnTo>
                  <a:pt x="105928" y="54710"/>
                </a:lnTo>
                <a:lnTo>
                  <a:pt x="112929" y="21793"/>
                </a:lnTo>
                <a:lnTo>
                  <a:pt x="112929" y="0"/>
                </a:lnTo>
                <a:lnTo>
                  <a:pt x="159488" y="0"/>
                </a:lnTo>
                <a:lnTo>
                  <a:pt x="159488" y="21793"/>
                </a:lnTo>
                <a:lnTo>
                  <a:pt x="166355" y="54710"/>
                </a:lnTo>
                <a:lnTo>
                  <a:pt x="166443" y="55128"/>
                </a:lnTo>
                <a:lnTo>
                  <a:pt x="185111" y="83211"/>
                </a:lnTo>
                <a:lnTo>
                  <a:pt x="136043" y="83211"/>
                </a:lnTo>
                <a:lnTo>
                  <a:pt x="117949" y="110303"/>
                </a:lnTo>
                <a:lnTo>
                  <a:pt x="117721" y="110530"/>
                </a:lnTo>
                <a:lnTo>
                  <a:pt x="93210" y="133030"/>
                </a:lnTo>
                <a:lnTo>
                  <a:pt x="61980" y="150634"/>
                </a:lnTo>
                <a:lnTo>
                  <a:pt x="25095" y="161799"/>
                </a:lnTo>
                <a:close/>
              </a:path>
              <a:path w="275589" h="249555">
                <a:moveTo>
                  <a:pt x="247322" y="161799"/>
                </a:moveTo>
                <a:lnTo>
                  <a:pt x="210385" y="150495"/>
                </a:lnTo>
                <a:lnTo>
                  <a:pt x="179176" y="133030"/>
                </a:lnTo>
                <a:lnTo>
                  <a:pt x="154220" y="110303"/>
                </a:lnTo>
                <a:lnTo>
                  <a:pt x="136043" y="83211"/>
                </a:lnTo>
                <a:lnTo>
                  <a:pt x="185111" y="83211"/>
                </a:lnTo>
                <a:lnTo>
                  <a:pt x="186895" y="85894"/>
                </a:lnTo>
                <a:lnTo>
                  <a:pt x="220224" y="110530"/>
                </a:lnTo>
                <a:lnTo>
                  <a:pt x="265813" y="125477"/>
                </a:lnTo>
                <a:lnTo>
                  <a:pt x="247322" y="161799"/>
                </a:lnTo>
                <a:close/>
              </a:path>
              <a:path w="275589" h="249555">
                <a:moveTo>
                  <a:pt x="275389" y="249303"/>
                </a:moveTo>
                <a:lnTo>
                  <a:pt x="0" y="249303"/>
                </a:lnTo>
                <a:lnTo>
                  <a:pt x="0" y="213971"/>
                </a:lnTo>
                <a:lnTo>
                  <a:pt x="275389" y="213971"/>
                </a:lnTo>
                <a:lnTo>
                  <a:pt x="275389" y="249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737893" y="2333472"/>
            <a:ext cx="275590" cy="247015"/>
          </a:xfrm>
          <a:custGeom>
            <a:avLst/>
            <a:gdLst/>
            <a:ahLst/>
            <a:cxnLst/>
            <a:rect l="l" t="t" r="r" b="b"/>
            <a:pathLst>
              <a:path w="275589" h="247014">
                <a:moveTo>
                  <a:pt x="245999" y="134620"/>
                </a:moveTo>
                <a:lnTo>
                  <a:pt x="76606" y="134620"/>
                </a:lnTo>
                <a:lnTo>
                  <a:pt x="76606" y="100330"/>
                </a:lnTo>
                <a:lnTo>
                  <a:pt x="236753" y="100330"/>
                </a:lnTo>
                <a:lnTo>
                  <a:pt x="236753" y="67310"/>
                </a:lnTo>
                <a:lnTo>
                  <a:pt x="76606" y="67310"/>
                </a:lnTo>
                <a:lnTo>
                  <a:pt x="76606" y="34290"/>
                </a:lnTo>
                <a:lnTo>
                  <a:pt x="243687" y="34290"/>
                </a:lnTo>
                <a:lnTo>
                  <a:pt x="243687" y="0"/>
                </a:lnTo>
                <a:lnTo>
                  <a:pt x="32359" y="0"/>
                </a:lnTo>
                <a:lnTo>
                  <a:pt x="32359" y="34290"/>
                </a:lnTo>
                <a:lnTo>
                  <a:pt x="32359" y="67310"/>
                </a:lnTo>
                <a:lnTo>
                  <a:pt x="32359" y="100330"/>
                </a:lnTo>
                <a:lnTo>
                  <a:pt x="32359" y="134620"/>
                </a:lnTo>
                <a:lnTo>
                  <a:pt x="32359" y="168910"/>
                </a:lnTo>
                <a:lnTo>
                  <a:pt x="245999" y="168910"/>
                </a:lnTo>
                <a:lnTo>
                  <a:pt x="245999" y="134620"/>
                </a:lnTo>
                <a:close/>
              </a:path>
              <a:path w="275589" h="247014">
                <a:moveTo>
                  <a:pt x="275386" y="211429"/>
                </a:moveTo>
                <a:lnTo>
                  <a:pt x="0" y="211429"/>
                </a:lnTo>
                <a:lnTo>
                  <a:pt x="0" y="246761"/>
                </a:lnTo>
                <a:lnTo>
                  <a:pt x="275386" y="246761"/>
                </a:lnTo>
                <a:lnTo>
                  <a:pt x="275386" y="2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326902" y="2311112"/>
            <a:ext cx="43815" cy="50800"/>
          </a:xfrm>
          <a:custGeom>
            <a:avLst/>
            <a:gdLst/>
            <a:ahLst/>
            <a:cxnLst/>
            <a:rect l="l" t="t" r="r" b="b"/>
            <a:pathLst>
              <a:path w="43814" h="50800">
                <a:moveTo>
                  <a:pt x="43586" y="50521"/>
                </a:moveTo>
                <a:lnTo>
                  <a:pt x="0" y="50521"/>
                </a:lnTo>
                <a:lnTo>
                  <a:pt x="0" y="0"/>
                </a:lnTo>
                <a:lnTo>
                  <a:pt x="43586" y="0"/>
                </a:lnTo>
                <a:lnTo>
                  <a:pt x="43586" y="50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29104" y="2309799"/>
            <a:ext cx="570230" cy="300990"/>
          </a:xfrm>
          <a:custGeom>
            <a:avLst/>
            <a:gdLst/>
            <a:ahLst/>
            <a:cxnLst/>
            <a:rect l="l" t="t" r="r" b="b"/>
            <a:pathLst>
              <a:path w="570230" h="300989">
                <a:moveTo>
                  <a:pt x="241376" y="51612"/>
                </a:moveTo>
                <a:lnTo>
                  <a:pt x="143637" y="51612"/>
                </a:lnTo>
                <a:lnTo>
                  <a:pt x="143637" y="21132"/>
                </a:lnTo>
                <a:lnTo>
                  <a:pt x="101041" y="21132"/>
                </a:lnTo>
                <a:lnTo>
                  <a:pt x="101041" y="144322"/>
                </a:lnTo>
                <a:lnTo>
                  <a:pt x="43256" y="144322"/>
                </a:lnTo>
                <a:lnTo>
                  <a:pt x="43256" y="101142"/>
                </a:lnTo>
                <a:lnTo>
                  <a:pt x="101041" y="101142"/>
                </a:lnTo>
                <a:lnTo>
                  <a:pt x="101041" y="68122"/>
                </a:lnTo>
                <a:lnTo>
                  <a:pt x="43256" y="68122"/>
                </a:lnTo>
                <a:lnTo>
                  <a:pt x="43256" y="21132"/>
                </a:lnTo>
                <a:lnTo>
                  <a:pt x="0" y="21132"/>
                </a:lnTo>
                <a:lnTo>
                  <a:pt x="0" y="178612"/>
                </a:lnTo>
                <a:lnTo>
                  <a:pt x="143637" y="178612"/>
                </a:lnTo>
                <a:lnTo>
                  <a:pt x="143637" y="151942"/>
                </a:lnTo>
                <a:lnTo>
                  <a:pt x="197789" y="151942"/>
                </a:lnTo>
                <a:lnTo>
                  <a:pt x="197789" y="225856"/>
                </a:lnTo>
                <a:lnTo>
                  <a:pt x="241376" y="225856"/>
                </a:lnTo>
                <a:lnTo>
                  <a:pt x="241376" y="151942"/>
                </a:lnTo>
                <a:lnTo>
                  <a:pt x="241376" y="144322"/>
                </a:lnTo>
                <a:lnTo>
                  <a:pt x="241376" y="117652"/>
                </a:lnTo>
                <a:lnTo>
                  <a:pt x="143637" y="117652"/>
                </a:lnTo>
                <a:lnTo>
                  <a:pt x="143637" y="101142"/>
                </a:lnTo>
                <a:lnTo>
                  <a:pt x="143637" y="87172"/>
                </a:lnTo>
                <a:lnTo>
                  <a:pt x="197789" y="87172"/>
                </a:lnTo>
                <a:lnTo>
                  <a:pt x="197789" y="117221"/>
                </a:lnTo>
                <a:lnTo>
                  <a:pt x="241376" y="117221"/>
                </a:lnTo>
                <a:lnTo>
                  <a:pt x="241376" y="87172"/>
                </a:lnTo>
                <a:lnTo>
                  <a:pt x="241376" y="86842"/>
                </a:lnTo>
                <a:lnTo>
                  <a:pt x="241376" y="68122"/>
                </a:lnTo>
                <a:lnTo>
                  <a:pt x="241376" y="51612"/>
                </a:lnTo>
                <a:close/>
              </a:path>
              <a:path w="570230" h="300989">
                <a:moveTo>
                  <a:pt x="247980" y="264972"/>
                </a:moveTo>
                <a:lnTo>
                  <a:pt x="84201" y="264972"/>
                </a:lnTo>
                <a:lnTo>
                  <a:pt x="84201" y="204012"/>
                </a:lnTo>
                <a:lnTo>
                  <a:pt x="40614" y="204012"/>
                </a:lnTo>
                <a:lnTo>
                  <a:pt x="40614" y="264972"/>
                </a:lnTo>
                <a:lnTo>
                  <a:pt x="40614" y="300532"/>
                </a:lnTo>
                <a:lnTo>
                  <a:pt x="247980" y="300532"/>
                </a:lnTo>
                <a:lnTo>
                  <a:pt x="247980" y="264972"/>
                </a:lnTo>
                <a:close/>
              </a:path>
              <a:path w="570230" h="300989">
                <a:moveTo>
                  <a:pt x="467537" y="26085"/>
                </a:moveTo>
                <a:lnTo>
                  <a:pt x="403148" y="26085"/>
                </a:lnTo>
                <a:lnTo>
                  <a:pt x="403148" y="0"/>
                </a:lnTo>
                <a:lnTo>
                  <a:pt x="359562" y="0"/>
                </a:lnTo>
                <a:lnTo>
                  <a:pt x="359562" y="26085"/>
                </a:lnTo>
                <a:lnTo>
                  <a:pt x="294843" y="26085"/>
                </a:lnTo>
                <a:lnTo>
                  <a:pt x="294843" y="57124"/>
                </a:lnTo>
                <a:lnTo>
                  <a:pt x="467537" y="57124"/>
                </a:lnTo>
                <a:lnTo>
                  <a:pt x="467537" y="26085"/>
                </a:lnTo>
                <a:close/>
              </a:path>
              <a:path w="570230" h="300989">
                <a:moveTo>
                  <a:pt x="478434" y="195808"/>
                </a:moveTo>
                <a:lnTo>
                  <a:pt x="475894" y="173024"/>
                </a:lnTo>
                <a:lnTo>
                  <a:pt x="475132" y="166090"/>
                </a:lnTo>
                <a:lnTo>
                  <a:pt x="457619" y="168338"/>
                </a:lnTo>
                <a:lnTo>
                  <a:pt x="439750" y="170180"/>
                </a:lnTo>
                <a:lnTo>
                  <a:pt x="421589" y="171704"/>
                </a:lnTo>
                <a:lnTo>
                  <a:pt x="403148" y="173024"/>
                </a:lnTo>
                <a:lnTo>
                  <a:pt x="403148" y="157505"/>
                </a:lnTo>
                <a:lnTo>
                  <a:pt x="424815" y="151688"/>
                </a:lnTo>
                <a:lnTo>
                  <a:pt x="441236" y="141947"/>
                </a:lnTo>
                <a:lnTo>
                  <a:pt x="450545" y="130098"/>
                </a:lnTo>
                <a:lnTo>
                  <a:pt x="451675" y="128663"/>
                </a:lnTo>
                <a:lnTo>
                  <a:pt x="455320" y="112268"/>
                </a:lnTo>
                <a:lnTo>
                  <a:pt x="450456" y="94107"/>
                </a:lnTo>
                <a:lnTo>
                  <a:pt x="450024" y="92494"/>
                </a:lnTo>
                <a:lnTo>
                  <a:pt x="435051" y="77635"/>
                </a:lnTo>
                <a:lnTo>
                  <a:pt x="414045" y="69227"/>
                </a:lnTo>
                <a:lnTo>
                  <a:pt x="414045" y="112268"/>
                </a:lnTo>
                <a:lnTo>
                  <a:pt x="411810" y="119926"/>
                </a:lnTo>
                <a:lnTo>
                  <a:pt x="405371" y="125514"/>
                </a:lnTo>
                <a:lnTo>
                  <a:pt x="395097" y="128943"/>
                </a:lnTo>
                <a:lnTo>
                  <a:pt x="381355" y="130098"/>
                </a:lnTo>
                <a:lnTo>
                  <a:pt x="367550" y="128943"/>
                </a:lnTo>
                <a:lnTo>
                  <a:pt x="357162" y="125514"/>
                </a:lnTo>
                <a:lnTo>
                  <a:pt x="350608" y="119926"/>
                </a:lnTo>
                <a:lnTo>
                  <a:pt x="348335" y="112268"/>
                </a:lnTo>
                <a:lnTo>
                  <a:pt x="350608" y="104419"/>
                </a:lnTo>
                <a:lnTo>
                  <a:pt x="357162" y="98729"/>
                </a:lnTo>
                <a:lnTo>
                  <a:pt x="367550" y="95275"/>
                </a:lnTo>
                <a:lnTo>
                  <a:pt x="381355" y="94107"/>
                </a:lnTo>
                <a:lnTo>
                  <a:pt x="395097" y="95275"/>
                </a:lnTo>
                <a:lnTo>
                  <a:pt x="405371" y="98729"/>
                </a:lnTo>
                <a:lnTo>
                  <a:pt x="411810" y="104419"/>
                </a:lnTo>
                <a:lnTo>
                  <a:pt x="414045" y="112268"/>
                </a:lnTo>
                <a:lnTo>
                  <a:pt x="414045" y="69227"/>
                </a:lnTo>
                <a:lnTo>
                  <a:pt x="411708" y="68287"/>
                </a:lnTo>
                <a:lnTo>
                  <a:pt x="381355" y="65049"/>
                </a:lnTo>
                <a:lnTo>
                  <a:pt x="350799" y="68287"/>
                </a:lnTo>
                <a:lnTo>
                  <a:pt x="327367" y="77635"/>
                </a:lnTo>
                <a:lnTo>
                  <a:pt x="312343" y="92494"/>
                </a:lnTo>
                <a:lnTo>
                  <a:pt x="307060" y="112268"/>
                </a:lnTo>
                <a:lnTo>
                  <a:pt x="310705" y="128663"/>
                </a:lnTo>
                <a:lnTo>
                  <a:pt x="321170" y="141947"/>
                </a:lnTo>
                <a:lnTo>
                  <a:pt x="337705" y="151688"/>
                </a:lnTo>
                <a:lnTo>
                  <a:pt x="359562" y="157505"/>
                </a:lnTo>
                <a:lnTo>
                  <a:pt x="359562" y="175006"/>
                </a:lnTo>
                <a:lnTo>
                  <a:pt x="340271" y="175577"/>
                </a:lnTo>
                <a:lnTo>
                  <a:pt x="321665" y="175869"/>
                </a:lnTo>
                <a:lnTo>
                  <a:pt x="287223" y="175869"/>
                </a:lnTo>
                <a:lnTo>
                  <a:pt x="291871" y="209346"/>
                </a:lnTo>
                <a:lnTo>
                  <a:pt x="334022" y="208762"/>
                </a:lnTo>
                <a:lnTo>
                  <a:pt x="380936" y="206908"/>
                </a:lnTo>
                <a:lnTo>
                  <a:pt x="429958" y="202895"/>
                </a:lnTo>
                <a:lnTo>
                  <a:pt x="478434" y="195808"/>
                </a:lnTo>
                <a:close/>
              </a:path>
              <a:path w="570230" h="300989">
                <a:moveTo>
                  <a:pt x="542163" y="265480"/>
                </a:moveTo>
                <a:lnTo>
                  <a:pt x="373100" y="265480"/>
                </a:lnTo>
                <a:lnTo>
                  <a:pt x="373100" y="223875"/>
                </a:lnTo>
                <a:lnTo>
                  <a:pt x="329514" y="223875"/>
                </a:lnTo>
                <a:lnTo>
                  <a:pt x="329514" y="300151"/>
                </a:lnTo>
                <a:lnTo>
                  <a:pt x="542163" y="300151"/>
                </a:lnTo>
                <a:lnTo>
                  <a:pt x="542163" y="265480"/>
                </a:lnTo>
                <a:close/>
              </a:path>
              <a:path w="570230" h="300989">
                <a:moveTo>
                  <a:pt x="570230" y="100711"/>
                </a:moveTo>
                <a:lnTo>
                  <a:pt x="531926" y="100711"/>
                </a:lnTo>
                <a:lnTo>
                  <a:pt x="531926" y="990"/>
                </a:lnTo>
                <a:lnTo>
                  <a:pt x="488340" y="990"/>
                </a:lnTo>
                <a:lnTo>
                  <a:pt x="488340" y="238734"/>
                </a:lnTo>
                <a:lnTo>
                  <a:pt x="531926" y="238734"/>
                </a:lnTo>
                <a:lnTo>
                  <a:pt x="531926" y="136372"/>
                </a:lnTo>
                <a:lnTo>
                  <a:pt x="570230" y="136372"/>
                </a:lnTo>
                <a:lnTo>
                  <a:pt x="570230" y="100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6111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7004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2222" y="1436560"/>
            <a:ext cx="735330" cy="409575"/>
          </a:xfrm>
          <a:custGeom>
            <a:avLst/>
            <a:gdLst/>
            <a:ahLst/>
            <a:cxnLst/>
            <a:rect l="l" t="t" r="r" b="b"/>
            <a:pathLst>
              <a:path w="735330" h="409575">
                <a:moveTo>
                  <a:pt x="369836" y="197802"/>
                </a:moveTo>
                <a:lnTo>
                  <a:pt x="316052" y="197802"/>
                </a:lnTo>
                <a:lnTo>
                  <a:pt x="321957" y="157530"/>
                </a:lnTo>
                <a:lnTo>
                  <a:pt x="324993" y="121958"/>
                </a:lnTo>
                <a:lnTo>
                  <a:pt x="326110" y="89979"/>
                </a:lnTo>
                <a:lnTo>
                  <a:pt x="326275" y="23558"/>
                </a:lnTo>
                <a:lnTo>
                  <a:pt x="42240" y="23558"/>
                </a:lnTo>
                <a:lnTo>
                  <a:pt x="42240" y="70675"/>
                </a:lnTo>
                <a:lnTo>
                  <a:pt x="268935" y="70675"/>
                </a:lnTo>
                <a:lnTo>
                  <a:pt x="268630" y="98044"/>
                </a:lnTo>
                <a:lnTo>
                  <a:pt x="267208" y="127901"/>
                </a:lnTo>
                <a:lnTo>
                  <a:pt x="263867" y="160934"/>
                </a:lnTo>
                <a:lnTo>
                  <a:pt x="257822" y="197802"/>
                </a:lnTo>
                <a:lnTo>
                  <a:pt x="0" y="197802"/>
                </a:lnTo>
                <a:lnTo>
                  <a:pt x="0" y="244919"/>
                </a:lnTo>
                <a:lnTo>
                  <a:pt x="152920" y="244919"/>
                </a:lnTo>
                <a:lnTo>
                  <a:pt x="152920" y="409384"/>
                </a:lnTo>
                <a:lnTo>
                  <a:pt x="212483" y="409384"/>
                </a:lnTo>
                <a:lnTo>
                  <a:pt x="212483" y="244919"/>
                </a:lnTo>
                <a:lnTo>
                  <a:pt x="369836" y="244919"/>
                </a:lnTo>
                <a:lnTo>
                  <a:pt x="369836" y="197802"/>
                </a:lnTo>
                <a:close/>
              </a:path>
              <a:path w="735330" h="409575">
                <a:moveTo>
                  <a:pt x="636981" y="180911"/>
                </a:moveTo>
                <a:lnTo>
                  <a:pt x="595287" y="160197"/>
                </a:lnTo>
                <a:lnTo>
                  <a:pt x="583501" y="148018"/>
                </a:lnTo>
                <a:lnTo>
                  <a:pt x="566864" y="130848"/>
                </a:lnTo>
                <a:lnTo>
                  <a:pt x="550595" y="95084"/>
                </a:lnTo>
                <a:lnTo>
                  <a:pt x="545414" y="55118"/>
                </a:lnTo>
                <a:lnTo>
                  <a:pt x="545414" y="21336"/>
                </a:lnTo>
                <a:lnTo>
                  <a:pt x="485851" y="21336"/>
                </a:lnTo>
                <a:lnTo>
                  <a:pt x="485851" y="57785"/>
                </a:lnTo>
                <a:lnTo>
                  <a:pt x="480237" y="99453"/>
                </a:lnTo>
                <a:lnTo>
                  <a:pt x="462673" y="137744"/>
                </a:lnTo>
                <a:lnTo>
                  <a:pt x="432028" y="169608"/>
                </a:lnTo>
                <a:lnTo>
                  <a:pt x="387172" y="192024"/>
                </a:lnTo>
                <a:lnTo>
                  <a:pt x="417842" y="239141"/>
                </a:lnTo>
                <a:lnTo>
                  <a:pt x="451205" y="223850"/>
                </a:lnTo>
                <a:lnTo>
                  <a:pt x="478739" y="203085"/>
                </a:lnTo>
                <a:lnTo>
                  <a:pt x="500595" y="177571"/>
                </a:lnTo>
                <a:lnTo>
                  <a:pt x="516966" y="148018"/>
                </a:lnTo>
                <a:lnTo>
                  <a:pt x="532168" y="173697"/>
                </a:lnTo>
                <a:lnTo>
                  <a:pt x="551967" y="195745"/>
                </a:lnTo>
                <a:lnTo>
                  <a:pt x="576592" y="213715"/>
                </a:lnTo>
                <a:lnTo>
                  <a:pt x="606310" y="227139"/>
                </a:lnTo>
                <a:lnTo>
                  <a:pt x="636981" y="180911"/>
                </a:lnTo>
                <a:close/>
              </a:path>
              <a:path w="735330" h="409575">
                <a:moveTo>
                  <a:pt x="732993" y="0"/>
                </a:moveTo>
                <a:lnTo>
                  <a:pt x="674319" y="0"/>
                </a:lnTo>
                <a:lnTo>
                  <a:pt x="674319" y="74676"/>
                </a:lnTo>
                <a:lnTo>
                  <a:pt x="599643" y="74676"/>
                </a:lnTo>
                <a:lnTo>
                  <a:pt x="599643" y="122237"/>
                </a:lnTo>
                <a:lnTo>
                  <a:pt x="674319" y="122237"/>
                </a:lnTo>
                <a:lnTo>
                  <a:pt x="674319" y="240030"/>
                </a:lnTo>
                <a:lnTo>
                  <a:pt x="732993" y="240030"/>
                </a:lnTo>
                <a:lnTo>
                  <a:pt x="732993" y="0"/>
                </a:lnTo>
                <a:close/>
              </a:path>
              <a:path w="735330" h="409575">
                <a:moveTo>
                  <a:pt x="734771" y="330263"/>
                </a:moveTo>
                <a:lnTo>
                  <a:pt x="725081" y="296392"/>
                </a:lnTo>
                <a:lnTo>
                  <a:pt x="724204" y="295592"/>
                </a:lnTo>
                <a:lnTo>
                  <a:pt x="697268" y="271259"/>
                </a:lnTo>
                <a:lnTo>
                  <a:pt x="676097" y="263766"/>
                </a:lnTo>
                <a:lnTo>
                  <a:pt x="676097" y="330263"/>
                </a:lnTo>
                <a:lnTo>
                  <a:pt x="670890" y="345363"/>
                </a:lnTo>
                <a:lnTo>
                  <a:pt x="655421" y="356044"/>
                </a:lnTo>
                <a:lnTo>
                  <a:pt x="629970" y="362394"/>
                </a:lnTo>
                <a:lnTo>
                  <a:pt x="594753" y="364490"/>
                </a:lnTo>
                <a:lnTo>
                  <a:pt x="559282" y="362394"/>
                </a:lnTo>
                <a:lnTo>
                  <a:pt x="533692" y="356044"/>
                </a:lnTo>
                <a:lnTo>
                  <a:pt x="518172" y="345363"/>
                </a:lnTo>
                <a:lnTo>
                  <a:pt x="512965" y="330263"/>
                </a:lnTo>
                <a:lnTo>
                  <a:pt x="518172" y="314909"/>
                </a:lnTo>
                <a:lnTo>
                  <a:pt x="533692" y="304101"/>
                </a:lnTo>
                <a:lnTo>
                  <a:pt x="559282" y="297700"/>
                </a:lnTo>
                <a:lnTo>
                  <a:pt x="594753" y="295592"/>
                </a:lnTo>
                <a:lnTo>
                  <a:pt x="629970" y="297700"/>
                </a:lnTo>
                <a:lnTo>
                  <a:pt x="655421" y="304101"/>
                </a:lnTo>
                <a:lnTo>
                  <a:pt x="670890" y="314909"/>
                </a:lnTo>
                <a:lnTo>
                  <a:pt x="676097" y="330263"/>
                </a:lnTo>
                <a:lnTo>
                  <a:pt x="676097" y="263766"/>
                </a:lnTo>
                <a:lnTo>
                  <a:pt x="653199" y="255638"/>
                </a:lnTo>
                <a:lnTo>
                  <a:pt x="594753" y="250253"/>
                </a:lnTo>
                <a:lnTo>
                  <a:pt x="536054" y="255638"/>
                </a:lnTo>
                <a:lnTo>
                  <a:pt x="491845" y="271259"/>
                </a:lnTo>
                <a:lnTo>
                  <a:pt x="463981" y="296392"/>
                </a:lnTo>
                <a:lnTo>
                  <a:pt x="454291" y="330263"/>
                </a:lnTo>
                <a:lnTo>
                  <a:pt x="463981" y="363639"/>
                </a:lnTo>
                <a:lnTo>
                  <a:pt x="491845" y="388493"/>
                </a:lnTo>
                <a:lnTo>
                  <a:pt x="536054" y="404025"/>
                </a:lnTo>
                <a:lnTo>
                  <a:pt x="594753" y="409384"/>
                </a:lnTo>
                <a:lnTo>
                  <a:pt x="653199" y="404025"/>
                </a:lnTo>
                <a:lnTo>
                  <a:pt x="697268" y="388493"/>
                </a:lnTo>
                <a:lnTo>
                  <a:pt x="724115" y="364490"/>
                </a:lnTo>
                <a:lnTo>
                  <a:pt x="725081" y="363639"/>
                </a:lnTo>
                <a:lnTo>
                  <a:pt x="734771" y="330263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174111" y="1464817"/>
            <a:ext cx="370840" cy="335280"/>
          </a:xfrm>
          <a:custGeom>
            <a:avLst/>
            <a:gdLst/>
            <a:ahLst/>
            <a:cxnLst/>
            <a:rect l="l" t="t" r="r" b="b"/>
            <a:pathLst>
              <a:path w="370839" h="335280">
                <a:moveTo>
                  <a:pt x="370713" y="287020"/>
                </a:moveTo>
                <a:lnTo>
                  <a:pt x="214249" y="287020"/>
                </a:lnTo>
                <a:lnTo>
                  <a:pt x="214249" y="201930"/>
                </a:lnTo>
                <a:lnTo>
                  <a:pt x="331152" y="201930"/>
                </a:lnTo>
                <a:lnTo>
                  <a:pt x="331152" y="154940"/>
                </a:lnTo>
                <a:lnTo>
                  <a:pt x="102235" y="154940"/>
                </a:lnTo>
                <a:lnTo>
                  <a:pt x="102235" y="46990"/>
                </a:lnTo>
                <a:lnTo>
                  <a:pt x="328041" y="46990"/>
                </a:lnTo>
                <a:lnTo>
                  <a:pt x="328041" y="0"/>
                </a:lnTo>
                <a:lnTo>
                  <a:pt x="43116" y="0"/>
                </a:lnTo>
                <a:lnTo>
                  <a:pt x="43116" y="46990"/>
                </a:lnTo>
                <a:lnTo>
                  <a:pt x="43116" y="154940"/>
                </a:lnTo>
                <a:lnTo>
                  <a:pt x="43116" y="201930"/>
                </a:lnTo>
                <a:lnTo>
                  <a:pt x="155575" y="201930"/>
                </a:lnTo>
                <a:lnTo>
                  <a:pt x="155575" y="287020"/>
                </a:lnTo>
                <a:lnTo>
                  <a:pt x="0" y="287020"/>
                </a:lnTo>
                <a:lnTo>
                  <a:pt x="0" y="335280"/>
                </a:lnTo>
                <a:lnTo>
                  <a:pt x="370713" y="335280"/>
                </a:lnTo>
                <a:lnTo>
                  <a:pt x="370713" y="2870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1" name="object 11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66961" cy="18665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7019" y="1181092"/>
            <a:ext cx="11085031" cy="78943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5579" y="2220906"/>
            <a:ext cx="10705048" cy="649569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4" name="object 14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130064" y="2321490"/>
            <a:ext cx="615950" cy="326390"/>
            <a:chOff x="1130064" y="2321490"/>
            <a:chExt cx="615950" cy="32639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064" y="2338331"/>
              <a:ext cx="178970" cy="2535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26832" y="2321496"/>
              <a:ext cx="419100" cy="326390"/>
            </a:xfrm>
            <a:custGeom>
              <a:avLst/>
              <a:gdLst/>
              <a:ahLst/>
              <a:cxnLst/>
              <a:rect l="l" t="t" r="r" b="b"/>
              <a:pathLst>
                <a:path w="419100" h="326389">
                  <a:moveTo>
                    <a:pt x="114249" y="0"/>
                  </a:moveTo>
                  <a:lnTo>
                    <a:pt x="81889" y="0"/>
                  </a:lnTo>
                  <a:lnTo>
                    <a:pt x="0" y="325907"/>
                  </a:lnTo>
                  <a:lnTo>
                    <a:pt x="32359" y="325907"/>
                  </a:lnTo>
                  <a:lnTo>
                    <a:pt x="114249" y="0"/>
                  </a:lnTo>
                  <a:close/>
                </a:path>
                <a:path w="419100" h="326389">
                  <a:moveTo>
                    <a:pt x="418985" y="21463"/>
                  </a:moveTo>
                  <a:lnTo>
                    <a:pt x="372427" y="21463"/>
                  </a:lnTo>
                  <a:lnTo>
                    <a:pt x="353275" y="140665"/>
                  </a:lnTo>
                  <a:lnTo>
                    <a:pt x="342379" y="218592"/>
                  </a:lnTo>
                  <a:lnTo>
                    <a:pt x="340728" y="218592"/>
                  </a:lnTo>
                  <a:lnTo>
                    <a:pt x="329120" y="159715"/>
                  </a:lnTo>
                  <a:lnTo>
                    <a:pt x="325208" y="140665"/>
                  </a:lnTo>
                  <a:lnTo>
                    <a:pt x="296811" y="21463"/>
                  </a:lnTo>
                  <a:lnTo>
                    <a:pt x="255206" y="21463"/>
                  </a:lnTo>
                  <a:lnTo>
                    <a:pt x="226809" y="140665"/>
                  </a:lnTo>
                  <a:lnTo>
                    <a:pt x="215061" y="198983"/>
                  </a:lnTo>
                  <a:lnTo>
                    <a:pt x="211289" y="218592"/>
                  </a:lnTo>
                  <a:lnTo>
                    <a:pt x="209969" y="218592"/>
                  </a:lnTo>
                  <a:lnTo>
                    <a:pt x="198742" y="140665"/>
                  </a:lnTo>
                  <a:lnTo>
                    <a:pt x="179260" y="21463"/>
                  </a:lnTo>
                  <a:lnTo>
                    <a:pt x="129400" y="21463"/>
                  </a:lnTo>
                  <a:lnTo>
                    <a:pt x="176618" y="265811"/>
                  </a:lnTo>
                  <a:lnTo>
                    <a:pt x="236385" y="265811"/>
                  </a:lnTo>
                  <a:lnTo>
                    <a:pt x="263131" y="144957"/>
                  </a:lnTo>
                  <a:lnTo>
                    <a:pt x="268668" y="116484"/>
                  </a:lnTo>
                  <a:lnTo>
                    <a:pt x="273697" y="88493"/>
                  </a:lnTo>
                  <a:lnTo>
                    <a:pt x="275018" y="88493"/>
                  </a:lnTo>
                  <a:lnTo>
                    <a:pt x="277368" y="102425"/>
                  </a:lnTo>
                  <a:lnTo>
                    <a:pt x="282676" y="130657"/>
                  </a:lnTo>
                  <a:lnTo>
                    <a:pt x="285584" y="144957"/>
                  </a:lnTo>
                  <a:lnTo>
                    <a:pt x="312991" y="265811"/>
                  </a:lnTo>
                  <a:lnTo>
                    <a:pt x="373748" y="265811"/>
                  </a:lnTo>
                  <a:lnTo>
                    <a:pt x="418985" y="21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841347" y="2333942"/>
            <a:ext cx="275590" cy="247015"/>
          </a:xfrm>
          <a:custGeom>
            <a:avLst/>
            <a:gdLst/>
            <a:ahLst/>
            <a:cxnLst/>
            <a:rect l="l" t="t" r="r" b="b"/>
            <a:pathLst>
              <a:path w="275589" h="247014">
                <a:moveTo>
                  <a:pt x="245338" y="34442"/>
                </a:moveTo>
                <a:lnTo>
                  <a:pt x="202742" y="34442"/>
                </a:lnTo>
                <a:lnTo>
                  <a:pt x="202742" y="115011"/>
                </a:lnTo>
                <a:lnTo>
                  <a:pt x="245338" y="115011"/>
                </a:lnTo>
                <a:lnTo>
                  <a:pt x="245338" y="34442"/>
                </a:lnTo>
                <a:close/>
              </a:path>
              <a:path w="275589" h="247014">
                <a:moveTo>
                  <a:pt x="275386" y="211099"/>
                </a:moveTo>
                <a:lnTo>
                  <a:pt x="159156" y="211099"/>
                </a:lnTo>
                <a:lnTo>
                  <a:pt x="159156" y="149860"/>
                </a:lnTo>
                <a:lnTo>
                  <a:pt x="245338" y="149860"/>
                </a:lnTo>
                <a:lnTo>
                  <a:pt x="245338" y="115570"/>
                </a:lnTo>
                <a:lnTo>
                  <a:pt x="71653" y="115570"/>
                </a:lnTo>
                <a:lnTo>
                  <a:pt x="71653" y="34290"/>
                </a:lnTo>
                <a:lnTo>
                  <a:pt x="245338" y="34290"/>
                </a:lnTo>
                <a:lnTo>
                  <a:pt x="245338" y="0"/>
                </a:lnTo>
                <a:lnTo>
                  <a:pt x="29057" y="0"/>
                </a:lnTo>
                <a:lnTo>
                  <a:pt x="29057" y="34290"/>
                </a:lnTo>
                <a:lnTo>
                  <a:pt x="29057" y="115570"/>
                </a:lnTo>
                <a:lnTo>
                  <a:pt x="29057" y="149860"/>
                </a:lnTo>
                <a:lnTo>
                  <a:pt x="115570" y="149860"/>
                </a:lnTo>
                <a:lnTo>
                  <a:pt x="115570" y="211099"/>
                </a:lnTo>
                <a:lnTo>
                  <a:pt x="0" y="211099"/>
                </a:lnTo>
                <a:lnTo>
                  <a:pt x="0" y="246430"/>
                </a:lnTo>
                <a:lnTo>
                  <a:pt x="275386" y="246430"/>
                </a:lnTo>
                <a:lnTo>
                  <a:pt x="275386" y="211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44763" y="2321242"/>
            <a:ext cx="275590" cy="292100"/>
          </a:xfrm>
          <a:custGeom>
            <a:avLst/>
            <a:gdLst/>
            <a:ahLst/>
            <a:cxnLst/>
            <a:rect l="l" t="t" r="r" b="b"/>
            <a:pathLst>
              <a:path w="275589" h="292100">
                <a:moveTo>
                  <a:pt x="243039" y="58420"/>
                </a:moveTo>
                <a:lnTo>
                  <a:pt x="77927" y="58420"/>
                </a:lnTo>
                <a:lnTo>
                  <a:pt x="77927" y="33020"/>
                </a:lnTo>
                <a:lnTo>
                  <a:pt x="240398" y="33020"/>
                </a:lnTo>
                <a:lnTo>
                  <a:pt x="240398" y="0"/>
                </a:lnTo>
                <a:lnTo>
                  <a:pt x="34671" y="0"/>
                </a:lnTo>
                <a:lnTo>
                  <a:pt x="34671" y="33020"/>
                </a:lnTo>
                <a:lnTo>
                  <a:pt x="34671" y="58420"/>
                </a:lnTo>
                <a:lnTo>
                  <a:pt x="34671" y="92710"/>
                </a:lnTo>
                <a:lnTo>
                  <a:pt x="243039" y="92710"/>
                </a:lnTo>
                <a:lnTo>
                  <a:pt x="243039" y="58420"/>
                </a:lnTo>
                <a:close/>
              </a:path>
              <a:path w="275589" h="292100">
                <a:moveTo>
                  <a:pt x="249643" y="259080"/>
                </a:moveTo>
                <a:lnTo>
                  <a:pt x="75285" y="259080"/>
                </a:lnTo>
                <a:lnTo>
                  <a:pt x="75285" y="242570"/>
                </a:lnTo>
                <a:lnTo>
                  <a:pt x="241719" y="242570"/>
                </a:lnTo>
                <a:lnTo>
                  <a:pt x="241719" y="212090"/>
                </a:lnTo>
                <a:lnTo>
                  <a:pt x="241719" y="195580"/>
                </a:lnTo>
                <a:lnTo>
                  <a:pt x="241719" y="163830"/>
                </a:lnTo>
                <a:lnTo>
                  <a:pt x="31699" y="163830"/>
                </a:lnTo>
                <a:lnTo>
                  <a:pt x="31699" y="195580"/>
                </a:lnTo>
                <a:lnTo>
                  <a:pt x="198793" y="195580"/>
                </a:lnTo>
                <a:lnTo>
                  <a:pt x="198793" y="212090"/>
                </a:lnTo>
                <a:lnTo>
                  <a:pt x="32029" y="212090"/>
                </a:lnTo>
                <a:lnTo>
                  <a:pt x="32029" y="242570"/>
                </a:lnTo>
                <a:lnTo>
                  <a:pt x="32029" y="259080"/>
                </a:lnTo>
                <a:lnTo>
                  <a:pt x="32029" y="292100"/>
                </a:lnTo>
                <a:lnTo>
                  <a:pt x="249643" y="292100"/>
                </a:lnTo>
                <a:lnTo>
                  <a:pt x="249643" y="259080"/>
                </a:lnTo>
                <a:close/>
              </a:path>
              <a:path w="275589" h="292100">
                <a:moveTo>
                  <a:pt x="275069" y="109220"/>
                </a:moveTo>
                <a:lnTo>
                  <a:pt x="0" y="109220"/>
                </a:lnTo>
                <a:lnTo>
                  <a:pt x="0" y="143230"/>
                </a:lnTo>
                <a:lnTo>
                  <a:pt x="69342" y="143230"/>
                </a:lnTo>
                <a:lnTo>
                  <a:pt x="69342" y="163703"/>
                </a:lnTo>
                <a:lnTo>
                  <a:pt x="112928" y="163703"/>
                </a:lnTo>
                <a:lnTo>
                  <a:pt x="112928" y="143230"/>
                </a:lnTo>
                <a:lnTo>
                  <a:pt x="165100" y="143230"/>
                </a:lnTo>
                <a:lnTo>
                  <a:pt x="165100" y="163703"/>
                </a:lnTo>
                <a:lnTo>
                  <a:pt x="208699" y="163703"/>
                </a:lnTo>
                <a:lnTo>
                  <a:pt x="208699" y="143230"/>
                </a:lnTo>
                <a:lnTo>
                  <a:pt x="275069" y="143230"/>
                </a:lnTo>
                <a:lnTo>
                  <a:pt x="275069" y="109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518943" y="2311590"/>
            <a:ext cx="569595" cy="304165"/>
          </a:xfrm>
          <a:custGeom>
            <a:avLst/>
            <a:gdLst/>
            <a:ahLst/>
            <a:cxnLst/>
            <a:rect l="l" t="t" r="r" b="b"/>
            <a:pathLst>
              <a:path w="569594" h="304164">
                <a:moveTo>
                  <a:pt x="183934" y="134721"/>
                </a:moveTo>
                <a:lnTo>
                  <a:pt x="153047" y="119989"/>
                </a:lnTo>
                <a:lnTo>
                  <a:pt x="144437" y="111607"/>
                </a:lnTo>
                <a:lnTo>
                  <a:pt x="131800" y="99314"/>
                </a:lnTo>
                <a:lnTo>
                  <a:pt x="119519" y="74549"/>
                </a:lnTo>
                <a:lnTo>
                  <a:pt x="119507" y="74383"/>
                </a:lnTo>
                <a:lnTo>
                  <a:pt x="115582" y="47548"/>
                </a:lnTo>
                <a:lnTo>
                  <a:pt x="115582" y="16510"/>
                </a:lnTo>
                <a:lnTo>
                  <a:pt x="71335" y="16510"/>
                </a:lnTo>
                <a:lnTo>
                  <a:pt x="71335" y="43916"/>
                </a:lnTo>
                <a:lnTo>
                  <a:pt x="67335" y="74383"/>
                </a:lnTo>
                <a:lnTo>
                  <a:pt x="67271" y="74549"/>
                </a:lnTo>
                <a:lnTo>
                  <a:pt x="54737" y="102450"/>
                </a:lnTo>
                <a:lnTo>
                  <a:pt x="32600" y="125920"/>
                </a:lnTo>
                <a:lnTo>
                  <a:pt x="0" y="142646"/>
                </a:lnTo>
                <a:lnTo>
                  <a:pt x="22796" y="176987"/>
                </a:lnTo>
                <a:lnTo>
                  <a:pt x="46697" y="165989"/>
                </a:lnTo>
                <a:lnTo>
                  <a:pt x="66497" y="151104"/>
                </a:lnTo>
                <a:lnTo>
                  <a:pt x="82270" y="132829"/>
                </a:lnTo>
                <a:lnTo>
                  <a:pt x="94119" y="111607"/>
                </a:lnTo>
                <a:lnTo>
                  <a:pt x="105511" y="129857"/>
                </a:lnTo>
                <a:lnTo>
                  <a:pt x="120446" y="145707"/>
                </a:lnTo>
                <a:lnTo>
                  <a:pt x="138976" y="158699"/>
                </a:lnTo>
                <a:lnTo>
                  <a:pt x="161150" y="168402"/>
                </a:lnTo>
                <a:lnTo>
                  <a:pt x="183934" y="134721"/>
                </a:lnTo>
                <a:close/>
              </a:path>
              <a:path w="569594" h="304164">
                <a:moveTo>
                  <a:pt x="247332" y="245338"/>
                </a:moveTo>
                <a:lnTo>
                  <a:pt x="240157" y="220751"/>
                </a:lnTo>
                <a:lnTo>
                  <a:pt x="239966" y="220573"/>
                </a:lnTo>
                <a:lnTo>
                  <a:pt x="219633" y="202374"/>
                </a:lnTo>
                <a:lnTo>
                  <a:pt x="204076" y="196850"/>
                </a:lnTo>
                <a:lnTo>
                  <a:pt x="204076" y="245338"/>
                </a:lnTo>
                <a:lnTo>
                  <a:pt x="200215" y="256501"/>
                </a:lnTo>
                <a:lnTo>
                  <a:pt x="188836" y="264325"/>
                </a:lnTo>
                <a:lnTo>
                  <a:pt x="170218" y="268935"/>
                </a:lnTo>
                <a:lnTo>
                  <a:pt x="144640" y="270433"/>
                </a:lnTo>
                <a:lnTo>
                  <a:pt x="118859" y="268935"/>
                </a:lnTo>
                <a:lnTo>
                  <a:pt x="100139" y="264325"/>
                </a:lnTo>
                <a:lnTo>
                  <a:pt x="88722" y="256501"/>
                </a:lnTo>
                <a:lnTo>
                  <a:pt x="84874" y="245338"/>
                </a:lnTo>
                <a:lnTo>
                  <a:pt x="88722" y="234365"/>
                </a:lnTo>
                <a:lnTo>
                  <a:pt x="100139" y="226644"/>
                </a:lnTo>
                <a:lnTo>
                  <a:pt x="118859" y="222072"/>
                </a:lnTo>
                <a:lnTo>
                  <a:pt x="144640" y="220573"/>
                </a:lnTo>
                <a:lnTo>
                  <a:pt x="170218" y="222072"/>
                </a:lnTo>
                <a:lnTo>
                  <a:pt x="188836" y="226644"/>
                </a:lnTo>
                <a:lnTo>
                  <a:pt x="200215" y="234365"/>
                </a:lnTo>
                <a:lnTo>
                  <a:pt x="204076" y="245338"/>
                </a:lnTo>
                <a:lnTo>
                  <a:pt x="204076" y="196850"/>
                </a:lnTo>
                <a:lnTo>
                  <a:pt x="187286" y="190868"/>
                </a:lnTo>
                <a:lnTo>
                  <a:pt x="144640" y="186893"/>
                </a:lnTo>
                <a:lnTo>
                  <a:pt x="101790" y="190868"/>
                </a:lnTo>
                <a:lnTo>
                  <a:pt x="69354" y="202374"/>
                </a:lnTo>
                <a:lnTo>
                  <a:pt x="48793" y="220751"/>
                </a:lnTo>
                <a:lnTo>
                  <a:pt x="41617" y="245338"/>
                </a:lnTo>
                <a:lnTo>
                  <a:pt x="48793" y="270129"/>
                </a:lnTo>
                <a:lnTo>
                  <a:pt x="69354" y="288594"/>
                </a:lnTo>
                <a:lnTo>
                  <a:pt x="101790" y="300139"/>
                </a:lnTo>
                <a:lnTo>
                  <a:pt x="144640" y="304114"/>
                </a:lnTo>
                <a:lnTo>
                  <a:pt x="187286" y="300139"/>
                </a:lnTo>
                <a:lnTo>
                  <a:pt x="219633" y="288594"/>
                </a:lnTo>
                <a:lnTo>
                  <a:pt x="239814" y="270433"/>
                </a:lnTo>
                <a:lnTo>
                  <a:pt x="240157" y="270129"/>
                </a:lnTo>
                <a:lnTo>
                  <a:pt x="247332" y="245338"/>
                </a:lnTo>
                <a:close/>
              </a:path>
              <a:path w="569594" h="304164">
                <a:moveTo>
                  <a:pt x="284314" y="70662"/>
                </a:moveTo>
                <a:lnTo>
                  <a:pt x="244030" y="70662"/>
                </a:lnTo>
                <a:lnTo>
                  <a:pt x="244030" y="330"/>
                </a:lnTo>
                <a:lnTo>
                  <a:pt x="200444" y="330"/>
                </a:lnTo>
                <a:lnTo>
                  <a:pt x="200444" y="179959"/>
                </a:lnTo>
                <a:lnTo>
                  <a:pt x="244030" y="179959"/>
                </a:lnTo>
                <a:lnTo>
                  <a:pt x="244030" y="106654"/>
                </a:lnTo>
                <a:lnTo>
                  <a:pt x="284314" y="106654"/>
                </a:lnTo>
                <a:lnTo>
                  <a:pt x="284314" y="70662"/>
                </a:lnTo>
                <a:close/>
              </a:path>
              <a:path w="569594" h="304164">
                <a:moveTo>
                  <a:pt x="459943" y="203073"/>
                </a:moveTo>
                <a:lnTo>
                  <a:pt x="434022" y="178574"/>
                </a:lnTo>
                <a:lnTo>
                  <a:pt x="426339" y="164439"/>
                </a:lnTo>
                <a:lnTo>
                  <a:pt x="417220" y="147688"/>
                </a:lnTo>
                <a:lnTo>
                  <a:pt x="408165" y="112712"/>
                </a:lnTo>
                <a:lnTo>
                  <a:pt x="405587" y="77597"/>
                </a:lnTo>
                <a:lnTo>
                  <a:pt x="405460" y="26416"/>
                </a:lnTo>
                <a:lnTo>
                  <a:pt x="363524" y="26416"/>
                </a:lnTo>
                <a:lnTo>
                  <a:pt x="363524" y="77597"/>
                </a:lnTo>
                <a:lnTo>
                  <a:pt x="360299" y="116509"/>
                </a:lnTo>
                <a:lnTo>
                  <a:pt x="349859" y="153581"/>
                </a:lnTo>
                <a:lnTo>
                  <a:pt x="331063" y="186029"/>
                </a:lnTo>
                <a:lnTo>
                  <a:pt x="302768" y="210997"/>
                </a:lnTo>
                <a:lnTo>
                  <a:pt x="328853" y="243687"/>
                </a:lnTo>
                <a:lnTo>
                  <a:pt x="347649" y="229082"/>
                </a:lnTo>
                <a:lnTo>
                  <a:pt x="363067" y="210502"/>
                </a:lnTo>
                <a:lnTo>
                  <a:pt x="375335" y="188709"/>
                </a:lnTo>
                <a:lnTo>
                  <a:pt x="384657" y="164439"/>
                </a:lnTo>
                <a:lnTo>
                  <a:pt x="393128" y="186461"/>
                </a:lnTo>
                <a:lnTo>
                  <a:pt x="404342" y="206171"/>
                </a:lnTo>
                <a:lnTo>
                  <a:pt x="418604" y="223088"/>
                </a:lnTo>
                <a:lnTo>
                  <a:pt x="436168" y="236753"/>
                </a:lnTo>
                <a:lnTo>
                  <a:pt x="459943" y="203073"/>
                </a:lnTo>
                <a:close/>
              </a:path>
              <a:path w="569594" h="304164">
                <a:moveTo>
                  <a:pt x="506831" y="4953"/>
                </a:moveTo>
                <a:lnTo>
                  <a:pt x="466217" y="4953"/>
                </a:lnTo>
                <a:lnTo>
                  <a:pt x="466217" y="102692"/>
                </a:lnTo>
                <a:lnTo>
                  <a:pt x="428244" y="102692"/>
                </a:lnTo>
                <a:lnTo>
                  <a:pt x="428244" y="138023"/>
                </a:lnTo>
                <a:lnTo>
                  <a:pt x="466217" y="138023"/>
                </a:lnTo>
                <a:lnTo>
                  <a:pt x="466217" y="290576"/>
                </a:lnTo>
                <a:lnTo>
                  <a:pt x="506831" y="290576"/>
                </a:lnTo>
                <a:lnTo>
                  <a:pt x="506831" y="4953"/>
                </a:lnTo>
                <a:close/>
              </a:path>
              <a:path w="569594" h="304164">
                <a:moveTo>
                  <a:pt x="569239" y="0"/>
                </a:moveTo>
                <a:lnTo>
                  <a:pt x="527964" y="0"/>
                </a:lnTo>
                <a:lnTo>
                  <a:pt x="527964" y="304114"/>
                </a:lnTo>
                <a:lnTo>
                  <a:pt x="569239" y="304114"/>
                </a:lnTo>
                <a:lnTo>
                  <a:pt x="569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03625" y="2311259"/>
            <a:ext cx="567690" cy="304800"/>
          </a:xfrm>
          <a:custGeom>
            <a:avLst/>
            <a:gdLst/>
            <a:ahLst/>
            <a:cxnLst/>
            <a:rect l="l" t="t" r="r" b="b"/>
            <a:pathLst>
              <a:path w="567689" h="304800">
                <a:moveTo>
                  <a:pt x="183934" y="117881"/>
                </a:moveTo>
                <a:lnTo>
                  <a:pt x="153187" y="103403"/>
                </a:lnTo>
                <a:lnTo>
                  <a:pt x="144881" y="95427"/>
                </a:lnTo>
                <a:lnTo>
                  <a:pt x="131927" y="83007"/>
                </a:lnTo>
                <a:lnTo>
                  <a:pt x="119570" y="58585"/>
                </a:lnTo>
                <a:lnTo>
                  <a:pt x="115582" y="32029"/>
                </a:lnTo>
                <a:lnTo>
                  <a:pt x="115582" y="10236"/>
                </a:lnTo>
                <a:lnTo>
                  <a:pt x="71666" y="10236"/>
                </a:lnTo>
                <a:lnTo>
                  <a:pt x="71666" y="32029"/>
                </a:lnTo>
                <a:lnTo>
                  <a:pt x="67564" y="60439"/>
                </a:lnTo>
                <a:lnTo>
                  <a:pt x="54775" y="86385"/>
                </a:lnTo>
                <a:lnTo>
                  <a:pt x="32512" y="107950"/>
                </a:lnTo>
                <a:lnTo>
                  <a:pt x="0" y="123164"/>
                </a:lnTo>
                <a:lnTo>
                  <a:pt x="22466" y="157175"/>
                </a:lnTo>
                <a:lnTo>
                  <a:pt x="46431" y="146926"/>
                </a:lnTo>
                <a:lnTo>
                  <a:pt x="66382" y="132867"/>
                </a:lnTo>
                <a:lnTo>
                  <a:pt x="82359" y="115519"/>
                </a:lnTo>
                <a:lnTo>
                  <a:pt x="94449" y="95427"/>
                </a:lnTo>
                <a:lnTo>
                  <a:pt x="105892" y="113436"/>
                </a:lnTo>
                <a:lnTo>
                  <a:pt x="120942" y="129032"/>
                </a:lnTo>
                <a:lnTo>
                  <a:pt x="139573" y="141770"/>
                </a:lnTo>
                <a:lnTo>
                  <a:pt x="161810" y="151231"/>
                </a:lnTo>
                <a:lnTo>
                  <a:pt x="183934" y="117881"/>
                </a:lnTo>
                <a:close/>
              </a:path>
              <a:path w="567689" h="304800">
                <a:moveTo>
                  <a:pt x="256578" y="330"/>
                </a:moveTo>
                <a:lnTo>
                  <a:pt x="212991" y="330"/>
                </a:lnTo>
                <a:lnTo>
                  <a:pt x="212991" y="44907"/>
                </a:lnTo>
                <a:lnTo>
                  <a:pt x="157518" y="44907"/>
                </a:lnTo>
                <a:lnTo>
                  <a:pt x="157518" y="79578"/>
                </a:lnTo>
                <a:lnTo>
                  <a:pt x="212991" y="79578"/>
                </a:lnTo>
                <a:lnTo>
                  <a:pt x="212991" y="154863"/>
                </a:lnTo>
                <a:lnTo>
                  <a:pt x="256578" y="154863"/>
                </a:lnTo>
                <a:lnTo>
                  <a:pt x="256578" y="330"/>
                </a:lnTo>
                <a:close/>
              </a:path>
              <a:path w="567689" h="304800">
                <a:moveTo>
                  <a:pt x="265163" y="267131"/>
                </a:moveTo>
                <a:lnTo>
                  <a:pt x="99402" y="267131"/>
                </a:lnTo>
                <a:lnTo>
                  <a:pt x="99402" y="249301"/>
                </a:lnTo>
                <a:lnTo>
                  <a:pt x="256578" y="249301"/>
                </a:lnTo>
                <a:lnTo>
                  <a:pt x="256578" y="167741"/>
                </a:lnTo>
                <a:lnTo>
                  <a:pt x="56146" y="167741"/>
                </a:lnTo>
                <a:lnTo>
                  <a:pt x="56146" y="201091"/>
                </a:lnTo>
                <a:lnTo>
                  <a:pt x="213652" y="201091"/>
                </a:lnTo>
                <a:lnTo>
                  <a:pt x="213652" y="217932"/>
                </a:lnTo>
                <a:lnTo>
                  <a:pt x="56476" y="217932"/>
                </a:lnTo>
                <a:lnTo>
                  <a:pt x="56476" y="301142"/>
                </a:lnTo>
                <a:lnTo>
                  <a:pt x="265163" y="301142"/>
                </a:lnTo>
                <a:lnTo>
                  <a:pt x="265163" y="267131"/>
                </a:lnTo>
                <a:close/>
              </a:path>
              <a:path w="567689" h="304800">
                <a:moveTo>
                  <a:pt x="504520" y="6934"/>
                </a:moveTo>
                <a:lnTo>
                  <a:pt x="463905" y="6934"/>
                </a:lnTo>
                <a:lnTo>
                  <a:pt x="463905" y="80568"/>
                </a:lnTo>
                <a:lnTo>
                  <a:pt x="434517" y="80568"/>
                </a:lnTo>
                <a:lnTo>
                  <a:pt x="435635" y="69850"/>
                </a:lnTo>
                <a:lnTo>
                  <a:pt x="436460" y="58940"/>
                </a:lnTo>
                <a:lnTo>
                  <a:pt x="436981" y="47790"/>
                </a:lnTo>
                <a:lnTo>
                  <a:pt x="437159" y="36322"/>
                </a:lnTo>
                <a:lnTo>
                  <a:pt x="318947" y="36322"/>
                </a:lnTo>
                <a:lnTo>
                  <a:pt x="318947" y="70993"/>
                </a:lnTo>
                <a:lnTo>
                  <a:pt x="393903" y="70993"/>
                </a:lnTo>
                <a:lnTo>
                  <a:pt x="385597" y="112788"/>
                </a:lnTo>
                <a:lnTo>
                  <a:pt x="368274" y="149542"/>
                </a:lnTo>
                <a:lnTo>
                  <a:pt x="340741" y="182016"/>
                </a:lnTo>
                <a:lnTo>
                  <a:pt x="301777" y="210997"/>
                </a:lnTo>
                <a:lnTo>
                  <a:pt x="326542" y="241376"/>
                </a:lnTo>
                <a:lnTo>
                  <a:pt x="364337" y="214515"/>
                </a:lnTo>
                <a:lnTo>
                  <a:pt x="393115" y="184505"/>
                </a:lnTo>
                <a:lnTo>
                  <a:pt x="413791" y="151384"/>
                </a:lnTo>
                <a:lnTo>
                  <a:pt x="427253" y="115239"/>
                </a:lnTo>
                <a:lnTo>
                  <a:pt x="463905" y="115239"/>
                </a:lnTo>
                <a:lnTo>
                  <a:pt x="463905" y="156514"/>
                </a:lnTo>
                <a:lnTo>
                  <a:pt x="421640" y="156514"/>
                </a:lnTo>
                <a:lnTo>
                  <a:pt x="421640" y="191516"/>
                </a:lnTo>
                <a:lnTo>
                  <a:pt x="463905" y="191516"/>
                </a:lnTo>
                <a:lnTo>
                  <a:pt x="463905" y="291236"/>
                </a:lnTo>
                <a:lnTo>
                  <a:pt x="504520" y="291236"/>
                </a:lnTo>
                <a:lnTo>
                  <a:pt x="504520" y="115239"/>
                </a:lnTo>
                <a:lnTo>
                  <a:pt x="504520" y="80568"/>
                </a:lnTo>
                <a:lnTo>
                  <a:pt x="504520" y="6934"/>
                </a:lnTo>
                <a:close/>
              </a:path>
              <a:path w="567689" h="304800">
                <a:moveTo>
                  <a:pt x="567588" y="0"/>
                </a:moveTo>
                <a:lnTo>
                  <a:pt x="526313" y="0"/>
                </a:lnTo>
                <a:lnTo>
                  <a:pt x="526313" y="304444"/>
                </a:lnTo>
                <a:lnTo>
                  <a:pt x="567588" y="304444"/>
                </a:lnTo>
                <a:lnTo>
                  <a:pt x="5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106108" y="2954746"/>
            <a:ext cx="398780" cy="217170"/>
            <a:chOff x="1106108" y="2954746"/>
            <a:chExt cx="398780" cy="217170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6108" y="2954746"/>
              <a:ext cx="183868" cy="21668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8342" y="2954987"/>
              <a:ext cx="176146" cy="213306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614444" y="2954746"/>
            <a:ext cx="412750" cy="216535"/>
            <a:chOff x="1614444" y="2954746"/>
            <a:chExt cx="412750" cy="216535"/>
          </a:xfrm>
        </p:grpSpPr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4444" y="2954746"/>
              <a:ext cx="174698" cy="21644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1370" y="2959331"/>
              <a:ext cx="195691" cy="211134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8050" y="3411935"/>
            <a:ext cx="75388" cy="75388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8789" y="3367304"/>
            <a:ext cx="146865" cy="159489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1484857" y="3367127"/>
            <a:ext cx="462915" cy="160020"/>
            <a:chOff x="1484857" y="3367127"/>
            <a:chExt cx="462915" cy="160020"/>
          </a:xfrm>
        </p:grpSpPr>
        <p:sp>
          <p:nvSpPr>
            <p:cNvPr id="33" name="object 33" descr=""/>
            <p:cNvSpPr/>
            <p:nvPr/>
          </p:nvSpPr>
          <p:spPr>
            <a:xfrm>
              <a:off x="1484845" y="3367315"/>
              <a:ext cx="130175" cy="159385"/>
            </a:xfrm>
            <a:custGeom>
              <a:avLst/>
              <a:gdLst/>
              <a:ahLst/>
              <a:cxnLst/>
              <a:rect l="l" t="t" r="r" b="b"/>
              <a:pathLst>
                <a:path w="130175" h="159385">
                  <a:moveTo>
                    <a:pt x="98158" y="72186"/>
                  </a:moveTo>
                  <a:lnTo>
                    <a:pt x="84289" y="72186"/>
                  </a:lnTo>
                  <a:lnTo>
                    <a:pt x="84289" y="151485"/>
                  </a:lnTo>
                  <a:lnTo>
                    <a:pt x="98158" y="151485"/>
                  </a:lnTo>
                  <a:lnTo>
                    <a:pt x="98158" y="72186"/>
                  </a:lnTo>
                  <a:close/>
                </a:path>
                <a:path w="130175" h="159385">
                  <a:moveTo>
                    <a:pt x="98158" y="60617"/>
                  </a:moveTo>
                  <a:lnTo>
                    <a:pt x="60629" y="60617"/>
                  </a:lnTo>
                  <a:lnTo>
                    <a:pt x="60629" y="30137"/>
                  </a:lnTo>
                  <a:lnTo>
                    <a:pt x="60629" y="18707"/>
                  </a:lnTo>
                  <a:lnTo>
                    <a:pt x="47117" y="18707"/>
                  </a:lnTo>
                  <a:lnTo>
                    <a:pt x="47117" y="30137"/>
                  </a:lnTo>
                  <a:lnTo>
                    <a:pt x="47117" y="60617"/>
                  </a:lnTo>
                  <a:lnTo>
                    <a:pt x="47117" y="72047"/>
                  </a:lnTo>
                  <a:lnTo>
                    <a:pt x="47117" y="105067"/>
                  </a:lnTo>
                  <a:lnTo>
                    <a:pt x="13690" y="105067"/>
                  </a:lnTo>
                  <a:lnTo>
                    <a:pt x="13690" y="30137"/>
                  </a:lnTo>
                  <a:lnTo>
                    <a:pt x="47117" y="30137"/>
                  </a:lnTo>
                  <a:lnTo>
                    <a:pt x="47117" y="18707"/>
                  </a:lnTo>
                  <a:lnTo>
                    <a:pt x="0" y="18707"/>
                  </a:lnTo>
                  <a:lnTo>
                    <a:pt x="0" y="30137"/>
                  </a:lnTo>
                  <a:lnTo>
                    <a:pt x="0" y="105067"/>
                  </a:lnTo>
                  <a:lnTo>
                    <a:pt x="0" y="116497"/>
                  </a:lnTo>
                  <a:lnTo>
                    <a:pt x="60629" y="116497"/>
                  </a:lnTo>
                  <a:lnTo>
                    <a:pt x="60629" y="105067"/>
                  </a:lnTo>
                  <a:lnTo>
                    <a:pt x="60629" y="72047"/>
                  </a:lnTo>
                  <a:lnTo>
                    <a:pt x="98158" y="72047"/>
                  </a:lnTo>
                  <a:lnTo>
                    <a:pt x="98158" y="60617"/>
                  </a:lnTo>
                  <a:close/>
                </a:path>
                <a:path w="130175" h="159385">
                  <a:moveTo>
                    <a:pt x="98158" y="3556"/>
                  </a:moveTo>
                  <a:lnTo>
                    <a:pt x="84289" y="3556"/>
                  </a:lnTo>
                  <a:lnTo>
                    <a:pt x="84289" y="60096"/>
                  </a:lnTo>
                  <a:lnTo>
                    <a:pt x="98158" y="60096"/>
                  </a:lnTo>
                  <a:lnTo>
                    <a:pt x="98158" y="3556"/>
                  </a:lnTo>
                  <a:close/>
                </a:path>
                <a:path w="130175" h="159385">
                  <a:moveTo>
                    <a:pt x="129806" y="0"/>
                  </a:moveTo>
                  <a:lnTo>
                    <a:pt x="115938" y="0"/>
                  </a:lnTo>
                  <a:lnTo>
                    <a:pt x="115938" y="159308"/>
                  </a:lnTo>
                  <a:lnTo>
                    <a:pt x="129806" y="159308"/>
                  </a:lnTo>
                  <a:lnTo>
                    <a:pt x="1298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47013" y="3367127"/>
              <a:ext cx="300309" cy="159845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11751" y="3365704"/>
            <a:ext cx="471721" cy="160911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2546863" y="3367304"/>
            <a:ext cx="470534" cy="160020"/>
            <a:chOff x="2546863" y="3367304"/>
            <a:chExt cx="470534" cy="160020"/>
          </a:xfrm>
        </p:grpSpPr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46863" y="3367482"/>
              <a:ext cx="135130" cy="15753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06886" y="3367304"/>
              <a:ext cx="131218" cy="15984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69753" y="3367482"/>
              <a:ext cx="147043" cy="155755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3079374" y="3367304"/>
            <a:ext cx="293370" cy="160020"/>
            <a:chOff x="3079374" y="3367304"/>
            <a:chExt cx="293370" cy="160020"/>
          </a:xfrm>
        </p:grpSpPr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374" y="3372994"/>
              <a:ext cx="144198" cy="15397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43842" y="3367304"/>
              <a:ext cx="128551" cy="159845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450570" y="3367127"/>
            <a:ext cx="292486" cy="159667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8050" y="3625200"/>
            <a:ext cx="75388" cy="75388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17366" y="3580569"/>
            <a:ext cx="131396" cy="159667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1595984" y="3580569"/>
            <a:ext cx="14604" cy="59690"/>
          </a:xfrm>
          <a:custGeom>
            <a:avLst/>
            <a:gdLst/>
            <a:ahLst/>
            <a:cxnLst/>
            <a:rect l="l" t="t" r="r" b="b"/>
            <a:pathLst>
              <a:path w="14605" h="59689">
                <a:moveTo>
                  <a:pt x="14579" y="59208"/>
                </a:moveTo>
                <a:lnTo>
                  <a:pt x="0" y="59208"/>
                </a:lnTo>
                <a:lnTo>
                  <a:pt x="0" y="0"/>
                </a:lnTo>
                <a:lnTo>
                  <a:pt x="14579" y="0"/>
                </a:lnTo>
                <a:lnTo>
                  <a:pt x="14579" y="592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1485568" y="3580391"/>
            <a:ext cx="303530" cy="160020"/>
            <a:chOff x="1485568" y="3580391"/>
            <a:chExt cx="303530" cy="160020"/>
          </a:xfrm>
        </p:grpSpPr>
        <p:sp>
          <p:nvSpPr>
            <p:cNvPr id="48" name="object 48" descr=""/>
            <p:cNvSpPr/>
            <p:nvPr/>
          </p:nvSpPr>
          <p:spPr>
            <a:xfrm>
              <a:off x="1485557" y="3593032"/>
              <a:ext cx="125095" cy="147955"/>
            </a:xfrm>
            <a:custGeom>
              <a:avLst/>
              <a:gdLst/>
              <a:ahLst/>
              <a:cxnLst/>
              <a:rect l="l" t="t" r="r" b="b"/>
              <a:pathLst>
                <a:path w="125094" h="147954">
                  <a:moveTo>
                    <a:pt x="73088" y="165"/>
                  </a:moveTo>
                  <a:lnTo>
                    <a:pt x="58851" y="165"/>
                  </a:lnTo>
                  <a:lnTo>
                    <a:pt x="58851" y="41592"/>
                  </a:lnTo>
                  <a:lnTo>
                    <a:pt x="73088" y="41592"/>
                  </a:lnTo>
                  <a:lnTo>
                    <a:pt x="73088" y="165"/>
                  </a:lnTo>
                  <a:close/>
                </a:path>
                <a:path w="125094" h="147954">
                  <a:moveTo>
                    <a:pt x="125006" y="58483"/>
                  </a:moveTo>
                  <a:lnTo>
                    <a:pt x="110426" y="58483"/>
                  </a:lnTo>
                  <a:lnTo>
                    <a:pt x="110426" y="147383"/>
                  </a:lnTo>
                  <a:lnTo>
                    <a:pt x="125006" y="147383"/>
                  </a:lnTo>
                  <a:lnTo>
                    <a:pt x="125006" y="58483"/>
                  </a:lnTo>
                  <a:close/>
                </a:path>
                <a:path w="125094" h="147954">
                  <a:moveTo>
                    <a:pt x="125006" y="46990"/>
                  </a:moveTo>
                  <a:lnTo>
                    <a:pt x="73088" y="46990"/>
                  </a:lnTo>
                  <a:lnTo>
                    <a:pt x="73088" y="41910"/>
                  </a:lnTo>
                  <a:lnTo>
                    <a:pt x="58851" y="41910"/>
                  </a:lnTo>
                  <a:lnTo>
                    <a:pt x="58851" y="53340"/>
                  </a:lnTo>
                  <a:lnTo>
                    <a:pt x="58851" y="58420"/>
                  </a:lnTo>
                  <a:lnTo>
                    <a:pt x="58851" y="95250"/>
                  </a:lnTo>
                  <a:lnTo>
                    <a:pt x="14401" y="95250"/>
                  </a:lnTo>
                  <a:lnTo>
                    <a:pt x="14401" y="53340"/>
                  </a:lnTo>
                  <a:lnTo>
                    <a:pt x="58851" y="53340"/>
                  </a:lnTo>
                  <a:lnTo>
                    <a:pt x="58851" y="41910"/>
                  </a:lnTo>
                  <a:lnTo>
                    <a:pt x="14401" y="41910"/>
                  </a:lnTo>
                  <a:lnTo>
                    <a:pt x="14401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73088" y="106680"/>
                  </a:lnTo>
                  <a:lnTo>
                    <a:pt x="73088" y="95250"/>
                  </a:lnTo>
                  <a:lnTo>
                    <a:pt x="73088" y="58420"/>
                  </a:lnTo>
                  <a:lnTo>
                    <a:pt x="125006" y="58420"/>
                  </a:lnTo>
                  <a:lnTo>
                    <a:pt x="125006" y="53340"/>
                  </a:lnTo>
                  <a:lnTo>
                    <a:pt x="125006" y="46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39169" y="3580391"/>
              <a:ext cx="149731" cy="159667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1853179" y="3580569"/>
            <a:ext cx="614680" cy="160020"/>
            <a:chOff x="1853179" y="3580569"/>
            <a:chExt cx="614680" cy="160020"/>
          </a:xfrm>
        </p:grpSpPr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53179" y="3580747"/>
              <a:ext cx="133352" cy="15575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12491" y="3580569"/>
              <a:ext cx="454998" cy="159845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2548996" y="3580569"/>
            <a:ext cx="290195" cy="160020"/>
            <a:chOff x="2548996" y="3580569"/>
            <a:chExt cx="290195" cy="160020"/>
          </a:xfrm>
        </p:grpSpPr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48996" y="3580569"/>
              <a:ext cx="127662" cy="15948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07048" y="3580747"/>
              <a:ext cx="131589" cy="159489"/>
            </a:xfrm>
            <a:prstGeom prst="rect">
              <a:avLst/>
            </a:prstGeom>
          </p:spPr>
        </p:pic>
      </p:grpSp>
      <p:sp>
        <p:nvSpPr>
          <p:cNvPr id="56" name="object 56" descr=""/>
          <p:cNvSpPr/>
          <p:nvPr/>
        </p:nvSpPr>
        <p:spPr>
          <a:xfrm>
            <a:off x="2869209" y="3595572"/>
            <a:ext cx="144780" cy="123189"/>
          </a:xfrm>
          <a:custGeom>
            <a:avLst/>
            <a:gdLst/>
            <a:ahLst/>
            <a:cxnLst/>
            <a:rect l="l" t="t" r="r" b="b"/>
            <a:pathLst>
              <a:path w="144780" h="123189">
                <a:moveTo>
                  <a:pt x="128028" y="60960"/>
                </a:moveTo>
                <a:lnTo>
                  <a:pt x="32893" y="60960"/>
                </a:lnTo>
                <a:lnTo>
                  <a:pt x="32893" y="11430"/>
                </a:lnTo>
                <a:lnTo>
                  <a:pt x="126428" y="11430"/>
                </a:lnTo>
                <a:lnTo>
                  <a:pt x="126428" y="0"/>
                </a:lnTo>
                <a:lnTo>
                  <a:pt x="18491" y="0"/>
                </a:lnTo>
                <a:lnTo>
                  <a:pt x="18491" y="11430"/>
                </a:lnTo>
                <a:lnTo>
                  <a:pt x="18491" y="60960"/>
                </a:lnTo>
                <a:lnTo>
                  <a:pt x="18491" y="73660"/>
                </a:lnTo>
                <a:lnTo>
                  <a:pt x="128028" y="73660"/>
                </a:lnTo>
                <a:lnTo>
                  <a:pt x="128028" y="60960"/>
                </a:lnTo>
                <a:close/>
              </a:path>
              <a:path w="144780" h="123189">
                <a:moveTo>
                  <a:pt x="144741" y="110883"/>
                </a:moveTo>
                <a:lnTo>
                  <a:pt x="0" y="110883"/>
                </a:lnTo>
                <a:lnTo>
                  <a:pt x="0" y="122974"/>
                </a:lnTo>
                <a:lnTo>
                  <a:pt x="144741" y="122974"/>
                </a:lnTo>
                <a:lnTo>
                  <a:pt x="144741" y="110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7" name="object 57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87553" y="3580569"/>
            <a:ext cx="131752" cy="158956"/>
          </a:xfrm>
          <a:prstGeom prst="rect">
            <a:avLst/>
          </a:prstGeom>
        </p:spPr>
      </p:pic>
      <p:grpSp>
        <p:nvGrpSpPr>
          <p:cNvPr id="58" name="object 58" descr=""/>
          <p:cNvGrpSpPr/>
          <p:nvPr/>
        </p:nvGrpSpPr>
        <p:grpSpPr>
          <a:xfrm>
            <a:off x="3291099" y="3580747"/>
            <a:ext cx="466090" cy="158750"/>
            <a:chOff x="3291099" y="3580747"/>
            <a:chExt cx="466090" cy="158750"/>
          </a:xfrm>
        </p:grpSpPr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91099" y="3580747"/>
              <a:ext cx="129974" cy="15860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50944" y="3584125"/>
              <a:ext cx="305821" cy="153799"/>
            </a:xfrm>
            <a:prstGeom prst="rect">
              <a:avLst/>
            </a:prstGeom>
          </p:spPr>
        </p:pic>
      </p:grpSp>
      <p:pic>
        <p:nvPicPr>
          <p:cNvPr id="61" name="object 6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21943" y="3580747"/>
            <a:ext cx="293553" cy="159489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8050" y="3838474"/>
            <a:ext cx="75388" cy="75388"/>
          </a:xfrm>
          <a:prstGeom prst="rect">
            <a:avLst/>
          </a:prstGeom>
        </p:spPr>
      </p:pic>
      <p:grpSp>
        <p:nvGrpSpPr>
          <p:cNvPr id="63" name="object 63" descr=""/>
          <p:cNvGrpSpPr/>
          <p:nvPr/>
        </p:nvGrpSpPr>
        <p:grpSpPr>
          <a:xfrm>
            <a:off x="1317366" y="3793666"/>
            <a:ext cx="956944" cy="160655"/>
            <a:chOff x="1317366" y="3793666"/>
            <a:chExt cx="956944" cy="160655"/>
          </a:xfrm>
        </p:grpSpPr>
        <p:pic>
          <p:nvPicPr>
            <p:cNvPr id="64" name="object 6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17366" y="3805045"/>
              <a:ext cx="144553" cy="126951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485557" y="3793693"/>
              <a:ext cx="448309" cy="160020"/>
            </a:xfrm>
            <a:custGeom>
              <a:avLst/>
              <a:gdLst/>
              <a:ahLst/>
              <a:cxnLst/>
              <a:rect l="l" t="t" r="r" b="b"/>
              <a:pathLst>
                <a:path w="448310" h="160020">
                  <a:moveTo>
                    <a:pt x="73088" y="16510"/>
                  </a:moveTo>
                  <a:lnTo>
                    <a:pt x="0" y="16510"/>
                  </a:lnTo>
                  <a:lnTo>
                    <a:pt x="0" y="27940"/>
                  </a:lnTo>
                  <a:lnTo>
                    <a:pt x="0" y="107950"/>
                  </a:lnTo>
                  <a:lnTo>
                    <a:pt x="0" y="119380"/>
                  </a:lnTo>
                  <a:lnTo>
                    <a:pt x="73088" y="119380"/>
                  </a:lnTo>
                  <a:lnTo>
                    <a:pt x="73088" y="107950"/>
                  </a:lnTo>
                  <a:lnTo>
                    <a:pt x="14224" y="107950"/>
                  </a:lnTo>
                  <a:lnTo>
                    <a:pt x="14224" y="27940"/>
                  </a:lnTo>
                  <a:lnTo>
                    <a:pt x="58851" y="27940"/>
                  </a:lnTo>
                  <a:lnTo>
                    <a:pt x="58851" y="107378"/>
                  </a:lnTo>
                  <a:lnTo>
                    <a:pt x="73088" y="107378"/>
                  </a:lnTo>
                  <a:lnTo>
                    <a:pt x="73088" y="27940"/>
                  </a:lnTo>
                  <a:lnTo>
                    <a:pt x="73088" y="16510"/>
                  </a:lnTo>
                  <a:close/>
                </a:path>
                <a:path w="448310" h="160020">
                  <a:moveTo>
                    <a:pt x="142608" y="63500"/>
                  </a:moveTo>
                  <a:lnTo>
                    <a:pt x="116293" y="63500"/>
                  </a:lnTo>
                  <a:lnTo>
                    <a:pt x="116293" y="0"/>
                  </a:lnTo>
                  <a:lnTo>
                    <a:pt x="101714" y="0"/>
                  </a:lnTo>
                  <a:lnTo>
                    <a:pt x="101714" y="63500"/>
                  </a:lnTo>
                  <a:lnTo>
                    <a:pt x="101714" y="76200"/>
                  </a:lnTo>
                  <a:lnTo>
                    <a:pt x="101714" y="160020"/>
                  </a:lnTo>
                  <a:lnTo>
                    <a:pt x="116293" y="160020"/>
                  </a:lnTo>
                  <a:lnTo>
                    <a:pt x="116293" y="76200"/>
                  </a:lnTo>
                  <a:lnTo>
                    <a:pt x="142608" y="76200"/>
                  </a:lnTo>
                  <a:lnTo>
                    <a:pt x="142608" y="63500"/>
                  </a:lnTo>
                  <a:close/>
                </a:path>
                <a:path w="448310" h="160020">
                  <a:moveTo>
                    <a:pt x="283425" y="86360"/>
                  </a:moveTo>
                  <a:lnTo>
                    <a:pt x="188658" y="86360"/>
                  </a:lnTo>
                  <a:lnTo>
                    <a:pt x="188658" y="60960"/>
                  </a:lnTo>
                  <a:lnTo>
                    <a:pt x="278269" y="60960"/>
                  </a:lnTo>
                  <a:lnTo>
                    <a:pt x="278269" y="49530"/>
                  </a:lnTo>
                  <a:lnTo>
                    <a:pt x="188658" y="49530"/>
                  </a:lnTo>
                  <a:lnTo>
                    <a:pt x="188658" y="25400"/>
                  </a:lnTo>
                  <a:lnTo>
                    <a:pt x="281825" y="25400"/>
                  </a:lnTo>
                  <a:lnTo>
                    <a:pt x="281825" y="13970"/>
                  </a:lnTo>
                  <a:lnTo>
                    <a:pt x="173901" y="13970"/>
                  </a:lnTo>
                  <a:lnTo>
                    <a:pt x="173901" y="25400"/>
                  </a:lnTo>
                  <a:lnTo>
                    <a:pt x="173901" y="49530"/>
                  </a:lnTo>
                  <a:lnTo>
                    <a:pt x="173901" y="60960"/>
                  </a:lnTo>
                  <a:lnTo>
                    <a:pt x="173901" y="86360"/>
                  </a:lnTo>
                  <a:lnTo>
                    <a:pt x="173901" y="97790"/>
                  </a:lnTo>
                  <a:lnTo>
                    <a:pt x="283425" y="97790"/>
                  </a:lnTo>
                  <a:lnTo>
                    <a:pt x="283425" y="86360"/>
                  </a:lnTo>
                  <a:close/>
                </a:path>
                <a:path w="448310" h="160020">
                  <a:moveTo>
                    <a:pt x="299961" y="127114"/>
                  </a:moveTo>
                  <a:lnTo>
                    <a:pt x="155232" y="127114"/>
                  </a:lnTo>
                  <a:lnTo>
                    <a:pt x="155232" y="139026"/>
                  </a:lnTo>
                  <a:lnTo>
                    <a:pt x="299961" y="139026"/>
                  </a:lnTo>
                  <a:lnTo>
                    <a:pt x="299961" y="127114"/>
                  </a:lnTo>
                  <a:close/>
                </a:path>
                <a:path w="448310" h="160020">
                  <a:moveTo>
                    <a:pt x="408597" y="39446"/>
                  </a:moveTo>
                  <a:lnTo>
                    <a:pt x="405676" y="26682"/>
                  </a:lnTo>
                  <a:lnTo>
                    <a:pt x="399580" y="19354"/>
                  </a:lnTo>
                  <a:lnTo>
                    <a:pt x="397459" y="16802"/>
                  </a:lnTo>
                  <a:lnTo>
                    <a:pt x="394906" y="15519"/>
                  </a:lnTo>
                  <a:lnTo>
                    <a:pt x="394906" y="39446"/>
                  </a:lnTo>
                  <a:lnTo>
                    <a:pt x="392963" y="47790"/>
                  </a:lnTo>
                  <a:lnTo>
                    <a:pt x="387553" y="54190"/>
                  </a:lnTo>
                  <a:lnTo>
                    <a:pt x="379234" y="58280"/>
                  </a:lnTo>
                  <a:lnTo>
                    <a:pt x="368592" y="59715"/>
                  </a:lnTo>
                  <a:lnTo>
                    <a:pt x="357949" y="58280"/>
                  </a:lnTo>
                  <a:lnTo>
                    <a:pt x="349631" y="54190"/>
                  </a:lnTo>
                  <a:lnTo>
                    <a:pt x="344208" y="47790"/>
                  </a:lnTo>
                  <a:lnTo>
                    <a:pt x="342277" y="39446"/>
                  </a:lnTo>
                  <a:lnTo>
                    <a:pt x="344208" y="31280"/>
                  </a:lnTo>
                  <a:lnTo>
                    <a:pt x="349631" y="24942"/>
                  </a:lnTo>
                  <a:lnTo>
                    <a:pt x="357949" y="20828"/>
                  </a:lnTo>
                  <a:lnTo>
                    <a:pt x="368592" y="19354"/>
                  </a:lnTo>
                  <a:lnTo>
                    <a:pt x="379234" y="20828"/>
                  </a:lnTo>
                  <a:lnTo>
                    <a:pt x="387553" y="24942"/>
                  </a:lnTo>
                  <a:lnTo>
                    <a:pt x="392963" y="31280"/>
                  </a:lnTo>
                  <a:lnTo>
                    <a:pt x="394906" y="39446"/>
                  </a:lnTo>
                  <a:lnTo>
                    <a:pt x="394906" y="15519"/>
                  </a:lnTo>
                  <a:lnTo>
                    <a:pt x="384822" y="10426"/>
                  </a:lnTo>
                  <a:lnTo>
                    <a:pt x="368592" y="8153"/>
                  </a:lnTo>
                  <a:lnTo>
                    <a:pt x="352361" y="10426"/>
                  </a:lnTo>
                  <a:lnTo>
                    <a:pt x="339725" y="16802"/>
                  </a:lnTo>
                  <a:lnTo>
                    <a:pt x="331508" y="26682"/>
                  </a:lnTo>
                  <a:lnTo>
                    <a:pt x="328587" y="39446"/>
                  </a:lnTo>
                  <a:lnTo>
                    <a:pt x="331508" y="52324"/>
                  </a:lnTo>
                  <a:lnTo>
                    <a:pt x="339725" y="62255"/>
                  </a:lnTo>
                  <a:lnTo>
                    <a:pt x="352361" y="68656"/>
                  </a:lnTo>
                  <a:lnTo>
                    <a:pt x="368592" y="70916"/>
                  </a:lnTo>
                  <a:lnTo>
                    <a:pt x="384822" y="68656"/>
                  </a:lnTo>
                  <a:lnTo>
                    <a:pt x="397459" y="62255"/>
                  </a:lnTo>
                  <a:lnTo>
                    <a:pt x="399554" y="59715"/>
                  </a:lnTo>
                  <a:lnTo>
                    <a:pt x="405676" y="52324"/>
                  </a:lnTo>
                  <a:lnTo>
                    <a:pt x="408597" y="39446"/>
                  </a:lnTo>
                  <a:close/>
                </a:path>
                <a:path w="448310" h="160020">
                  <a:moveTo>
                    <a:pt x="422465" y="89941"/>
                  </a:moveTo>
                  <a:lnTo>
                    <a:pt x="421576" y="78917"/>
                  </a:lnTo>
                  <a:lnTo>
                    <a:pt x="394779" y="81826"/>
                  </a:lnTo>
                  <a:lnTo>
                    <a:pt x="367385" y="83362"/>
                  </a:lnTo>
                  <a:lnTo>
                    <a:pt x="340868" y="83972"/>
                  </a:lnTo>
                  <a:lnTo>
                    <a:pt x="316661" y="83972"/>
                  </a:lnTo>
                  <a:lnTo>
                    <a:pt x="318427" y="96189"/>
                  </a:lnTo>
                  <a:lnTo>
                    <a:pt x="338582" y="96189"/>
                  </a:lnTo>
                  <a:lnTo>
                    <a:pt x="360591" y="95631"/>
                  </a:lnTo>
                  <a:lnTo>
                    <a:pt x="360591" y="154851"/>
                  </a:lnTo>
                  <a:lnTo>
                    <a:pt x="375170" y="154851"/>
                  </a:lnTo>
                  <a:lnTo>
                    <a:pt x="375170" y="95631"/>
                  </a:lnTo>
                  <a:lnTo>
                    <a:pt x="375170" y="94919"/>
                  </a:lnTo>
                  <a:lnTo>
                    <a:pt x="386956" y="94119"/>
                  </a:lnTo>
                  <a:lnTo>
                    <a:pt x="398818" y="93040"/>
                  </a:lnTo>
                  <a:lnTo>
                    <a:pt x="410679" y="91655"/>
                  </a:lnTo>
                  <a:lnTo>
                    <a:pt x="422465" y="89941"/>
                  </a:lnTo>
                  <a:close/>
                </a:path>
                <a:path w="448310" h="160020">
                  <a:moveTo>
                    <a:pt x="448246" y="330"/>
                  </a:moveTo>
                  <a:lnTo>
                    <a:pt x="433666" y="330"/>
                  </a:lnTo>
                  <a:lnTo>
                    <a:pt x="433666" y="109156"/>
                  </a:lnTo>
                  <a:lnTo>
                    <a:pt x="397573" y="109156"/>
                  </a:lnTo>
                  <a:lnTo>
                    <a:pt x="397573" y="120535"/>
                  </a:lnTo>
                  <a:lnTo>
                    <a:pt x="433666" y="120535"/>
                  </a:lnTo>
                  <a:lnTo>
                    <a:pt x="433666" y="159829"/>
                  </a:lnTo>
                  <a:lnTo>
                    <a:pt x="448246" y="159829"/>
                  </a:lnTo>
                  <a:lnTo>
                    <a:pt x="448246" y="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67593" y="3793666"/>
              <a:ext cx="127662" cy="159489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24571" y="3793666"/>
              <a:ext cx="149731" cy="159667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2338516" y="3793666"/>
            <a:ext cx="456565" cy="160020"/>
            <a:chOff x="2338516" y="3793666"/>
            <a:chExt cx="456565" cy="160020"/>
          </a:xfrm>
        </p:grpSpPr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338516" y="3794021"/>
              <a:ext cx="133352" cy="155755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97828" y="3793666"/>
              <a:ext cx="296931" cy="159667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2870418" y="3793843"/>
            <a:ext cx="470534" cy="160020"/>
            <a:chOff x="2870418" y="3793843"/>
            <a:chExt cx="470534" cy="160020"/>
          </a:xfrm>
        </p:grpSpPr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70418" y="3794021"/>
              <a:ext cx="135130" cy="15753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30440" y="3793843"/>
              <a:ext cx="131218" cy="159845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93308" y="3794021"/>
              <a:ext cx="147043" cy="155755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3405951" y="3793843"/>
            <a:ext cx="290195" cy="160020"/>
            <a:chOff x="3405951" y="3793843"/>
            <a:chExt cx="290195" cy="160020"/>
          </a:xfrm>
        </p:grpSpPr>
        <p:pic>
          <p:nvPicPr>
            <p:cNvPr id="76" name="object 7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05951" y="3793843"/>
              <a:ext cx="127662" cy="159489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64003" y="3794021"/>
              <a:ext cx="131589" cy="159489"/>
            </a:xfrm>
            <a:prstGeom prst="rect">
              <a:avLst/>
            </a:prstGeom>
          </p:spPr>
        </p:pic>
      </p:grpSp>
      <p:sp>
        <p:nvSpPr>
          <p:cNvPr id="78" name="object 78" descr=""/>
          <p:cNvSpPr/>
          <p:nvPr/>
        </p:nvSpPr>
        <p:spPr>
          <a:xfrm>
            <a:off x="3726167" y="3808933"/>
            <a:ext cx="144780" cy="123189"/>
          </a:xfrm>
          <a:custGeom>
            <a:avLst/>
            <a:gdLst/>
            <a:ahLst/>
            <a:cxnLst/>
            <a:rect l="l" t="t" r="r" b="b"/>
            <a:pathLst>
              <a:path w="144779" h="123189">
                <a:moveTo>
                  <a:pt x="128016" y="60960"/>
                </a:moveTo>
                <a:lnTo>
                  <a:pt x="32893" y="60960"/>
                </a:lnTo>
                <a:lnTo>
                  <a:pt x="32893" y="11430"/>
                </a:lnTo>
                <a:lnTo>
                  <a:pt x="126415" y="11430"/>
                </a:lnTo>
                <a:lnTo>
                  <a:pt x="126415" y="0"/>
                </a:lnTo>
                <a:lnTo>
                  <a:pt x="18491" y="0"/>
                </a:lnTo>
                <a:lnTo>
                  <a:pt x="18491" y="11430"/>
                </a:lnTo>
                <a:lnTo>
                  <a:pt x="18491" y="60960"/>
                </a:lnTo>
                <a:lnTo>
                  <a:pt x="18491" y="73660"/>
                </a:lnTo>
                <a:lnTo>
                  <a:pt x="128016" y="73660"/>
                </a:lnTo>
                <a:lnTo>
                  <a:pt x="128016" y="60960"/>
                </a:lnTo>
                <a:close/>
              </a:path>
              <a:path w="144779" h="123189">
                <a:moveTo>
                  <a:pt x="144729" y="110807"/>
                </a:moveTo>
                <a:lnTo>
                  <a:pt x="0" y="110807"/>
                </a:lnTo>
                <a:lnTo>
                  <a:pt x="0" y="122897"/>
                </a:lnTo>
                <a:lnTo>
                  <a:pt x="144729" y="122897"/>
                </a:lnTo>
                <a:lnTo>
                  <a:pt x="144729" y="110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3939097" y="3793843"/>
            <a:ext cx="290195" cy="157480"/>
            <a:chOff x="3939097" y="3793843"/>
            <a:chExt cx="290195" cy="157480"/>
          </a:xfrm>
        </p:grpSpPr>
        <p:pic>
          <p:nvPicPr>
            <p:cNvPr id="80" name="object 8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939097" y="3793843"/>
              <a:ext cx="144376" cy="157355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05699" y="3794021"/>
              <a:ext cx="123039" cy="157178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4309759" y="3793843"/>
            <a:ext cx="304165" cy="160020"/>
            <a:chOff x="4309759" y="3793843"/>
            <a:chExt cx="304165" cy="160020"/>
          </a:xfrm>
        </p:grpSpPr>
        <p:pic>
          <p:nvPicPr>
            <p:cNvPr id="83" name="object 8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09759" y="3793843"/>
              <a:ext cx="128729" cy="159489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469604" y="3797221"/>
              <a:ext cx="144198" cy="1555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538" y="2220906"/>
            <a:ext cx="7984922" cy="709611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4" name="object 14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130064" y="2321490"/>
            <a:ext cx="615950" cy="326390"/>
            <a:chOff x="1130064" y="2321490"/>
            <a:chExt cx="615950" cy="32639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064" y="2338331"/>
              <a:ext cx="178970" cy="2535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26832" y="2321496"/>
              <a:ext cx="419100" cy="326390"/>
            </a:xfrm>
            <a:custGeom>
              <a:avLst/>
              <a:gdLst/>
              <a:ahLst/>
              <a:cxnLst/>
              <a:rect l="l" t="t" r="r" b="b"/>
              <a:pathLst>
                <a:path w="419100" h="326389">
                  <a:moveTo>
                    <a:pt x="114249" y="0"/>
                  </a:moveTo>
                  <a:lnTo>
                    <a:pt x="81889" y="0"/>
                  </a:lnTo>
                  <a:lnTo>
                    <a:pt x="0" y="325907"/>
                  </a:lnTo>
                  <a:lnTo>
                    <a:pt x="32359" y="325907"/>
                  </a:lnTo>
                  <a:lnTo>
                    <a:pt x="114249" y="0"/>
                  </a:lnTo>
                  <a:close/>
                </a:path>
                <a:path w="419100" h="326389">
                  <a:moveTo>
                    <a:pt x="418985" y="21463"/>
                  </a:moveTo>
                  <a:lnTo>
                    <a:pt x="372427" y="21463"/>
                  </a:lnTo>
                  <a:lnTo>
                    <a:pt x="353275" y="140665"/>
                  </a:lnTo>
                  <a:lnTo>
                    <a:pt x="342379" y="218592"/>
                  </a:lnTo>
                  <a:lnTo>
                    <a:pt x="340728" y="218592"/>
                  </a:lnTo>
                  <a:lnTo>
                    <a:pt x="329120" y="159715"/>
                  </a:lnTo>
                  <a:lnTo>
                    <a:pt x="325208" y="140665"/>
                  </a:lnTo>
                  <a:lnTo>
                    <a:pt x="296811" y="21463"/>
                  </a:lnTo>
                  <a:lnTo>
                    <a:pt x="255206" y="21463"/>
                  </a:lnTo>
                  <a:lnTo>
                    <a:pt x="226809" y="140665"/>
                  </a:lnTo>
                  <a:lnTo>
                    <a:pt x="215061" y="198983"/>
                  </a:lnTo>
                  <a:lnTo>
                    <a:pt x="211289" y="218592"/>
                  </a:lnTo>
                  <a:lnTo>
                    <a:pt x="209969" y="218592"/>
                  </a:lnTo>
                  <a:lnTo>
                    <a:pt x="198742" y="140665"/>
                  </a:lnTo>
                  <a:lnTo>
                    <a:pt x="179260" y="21463"/>
                  </a:lnTo>
                  <a:lnTo>
                    <a:pt x="129400" y="21463"/>
                  </a:lnTo>
                  <a:lnTo>
                    <a:pt x="176618" y="265811"/>
                  </a:lnTo>
                  <a:lnTo>
                    <a:pt x="236385" y="265811"/>
                  </a:lnTo>
                  <a:lnTo>
                    <a:pt x="263131" y="144957"/>
                  </a:lnTo>
                  <a:lnTo>
                    <a:pt x="268668" y="116484"/>
                  </a:lnTo>
                  <a:lnTo>
                    <a:pt x="273697" y="88493"/>
                  </a:lnTo>
                  <a:lnTo>
                    <a:pt x="275018" y="88493"/>
                  </a:lnTo>
                  <a:lnTo>
                    <a:pt x="277368" y="102425"/>
                  </a:lnTo>
                  <a:lnTo>
                    <a:pt x="282676" y="130657"/>
                  </a:lnTo>
                  <a:lnTo>
                    <a:pt x="285584" y="144957"/>
                  </a:lnTo>
                  <a:lnTo>
                    <a:pt x="312991" y="265811"/>
                  </a:lnTo>
                  <a:lnTo>
                    <a:pt x="373748" y="265811"/>
                  </a:lnTo>
                  <a:lnTo>
                    <a:pt x="418985" y="21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859572" y="2333942"/>
            <a:ext cx="275590" cy="247015"/>
          </a:xfrm>
          <a:custGeom>
            <a:avLst/>
            <a:gdLst/>
            <a:ahLst/>
            <a:cxnLst/>
            <a:rect l="l" t="t" r="r" b="b"/>
            <a:pathLst>
              <a:path w="275589" h="247014">
                <a:moveTo>
                  <a:pt x="245338" y="34442"/>
                </a:moveTo>
                <a:lnTo>
                  <a:pt x="202742" y="34442"/>
                </a:lnTo>
                <a:lnTo>
                  <a:pt x="202742" y="115011"/>
                </a:lnTo>
                <a:lnTo>
                  <a:pt x="245338" y="115011"/>
                </a:lnTo>
                <a:lnTo>
                  <a:pt x="245338" y="34442"/>
                </a:lnTo>
                <a:close/>
              </a:path>
              <a:path w="275589" h="247014">
                <a:moveTo>
                  <a:pt x="275386" y="211099"/>
                </a:moveTo>
                <a:lnTo>
                  <a:pt x="159156" y="211099"/>
                </a:lnTo>
                <a:lnTo>
                  <a:pt x="159156" y="149860"/>
                </a:lnTo>
                <a:lnTo>
                  <a:pt x="245338" y="149860"/>
                </a:lnTo>
                <a:lnTo>
                  <a:pt x="245338" y="115570"/>
                </a:lnTo>
                <a:lnTo>
                  <a:pt x="71653" y="115570"/>
                </a:lnTo>
                <a:lnTo>
                  <a:pt x="71653" y="34290"/>
                </a:lnTo>
                <a:lnTo>
                  <a:pt x="245338" y="34290"/>
                </a:lnTo>
                <a:lnTo>
                  <a:pt x="245338" y="0"/>
                </a:lnTo>
                <a:lnTo>
                  <a:pt x="29057" y="0"/>
                </a:lnTo>
                <a:lnTo>
                  <a:pt x="29057" y="34290"/>
                </a:lnTo>
                <a:lnTo>
                  <a:pt x="29057" y="115570"/>
                </a:lnTo>
                <a:lnTo>
                  <a:pt x="29057" y="149860"/>
                </a:lnTo>
                <a:lnTo>
                  <a:pt x="115570" y="149860"/>
                </a:lnTo>
                <a:lnTo>
                  <a:pt x="115570" y="211099"/>
                </a:lnTo>
                <a:lnTo>
                  <a:pt x="0" y="211099"/>
                </a:lnTo>
                <a:lnTo>
                  <a:pt x="0" y="246430"/>
                </a:lnTo>
                <a:lnTo>
                  <a:pt x="275386" y="246430"/>
                </a:lnTo>
                <a:lnTo>
                  <a:pt x="275386" y="211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63000" y="2321242"/>
            <a:ext cx="275590" cy="292100"/>
          </a:xfrm>
          <a:custGeom>
            <a:avLst/>
            <a:gdLst/>
            <a:ahLst/>
            <a:cxnLst/>
            <a:rect l="l" t="t" r="r" b="b"/>
            <a:pathLst>
              <a:path w="275589" h="292100">
                <a:moveTo>
                  <a:pt x="243027" y="58420"/>
                </a:moveTo>
                <a:lnTo>
                  <a:pt x="77927" y="58420"/>
                </a:lnTo>
                <a:lnTo>
                  <a:pt x="77927" y="33020"/>
                </a:lnTo>
                <a:lnTo>
                  <a:pt x="240385" y="33020"/>
                </a:lnTo>
                <a:lnTo>
                  <a:pt x="240385" y="0"/>
                </a:lnTo>
                <a:lnTo>
                  <a:pt x="34671" y="0"/>
                </a:lnTo>
                <a:lnTo>
                  <a:pt x="34671" y="33020"/>
                </a:lnTo>
                <a:lnTo>
                  <a:pt x="34671" y="58420"/>
                </a:lnTo>
                <a:lnTo>
                  <a:pt x="34671" y="92710"/>
                </a:lnTo>
                <a:lnTo>
                  <a:pt x="243027" y="92710"/>
                </a:lnTo>
                <a:lnTo>
                  <a:pt x="243027" y="58420"/>
                </a:lnTo>
                <a:close/>
              </a:path>
              <a:path w="275589" h="292100">
                <a:moveTo>
                  <a:pt x="249631" y="259080"/>
                </a:moveTo>
                <a:lnTo>
                  <a:pt x="75285" y="259080"/>
                </a:lnTo>
                <a:lnTo>
                  <a:pt x="75285" y="242570"/>
                </a:lnTo>
                <a:lnTo>
                  <a:pt x="241706" y="242570"/>
                </a:lnTo>
                <a:lnTo>
                  <a:pt x="241706" y="212090"/>
                </a:lnTo>
                <a:lnTo>
                  <a:pt x="241706" y="195580"/>
                </a:lnTo>
                <a:lnTo>
                  <a:pt x="241706" y="163830"/>
                </a:lnTo>
                <a:lnTo>
                  <a:pt x="31699" y="163830"/>
                </a:lnTo>
                <a:lnTo>
                  <a:pt x="31699" y="195580"/>
                </a:lnTo>
                <a:lnTo>
                  <a:pt x="198780" y="195580"/>
                </a:lnTo>
                <a:lnTo>
                  <a:pt x="198780" y="212090"/>
                </a:lnTo>
                <a:lnTo>
                  <a:pt x="32029" y="212090"/>
                </a:lnTo>
                <a:lnTo>
                  <a:pt x="32029" y="242570"/>
                </a:lnTo>
                <a:lnTo>
                  <a:pt x="32029" y="259080"/>
                </a:lnTo>
                <a:lnTo>
                  <a:pt x="32029" y="292100"/>
                </a:lnTo>
                <a:lnTo>
                  <a:pt x="249631" y="292100"/>
                </a:lnTo>
                <a:lnTo>
                  <a:pt x="249631" y="259080"/>
                </a:lnTo>
                <a:close/>
              </a:path>
              <a:path w="275589" h="292100">
                <a:moveTo>
                  <a:pt x="275056" y="109220"/>
                </a:moveTo>
                <a:lnTo>
                  <a:pt x="0" y="109220"/>
                </a:lnTo>
                <a:lnTo>
                  <a:pt x="0" y="143230"/>
                </a:lnTo>
                <a:lnTo>
                  <a:pt x="69342" y="143230"/>
                </a:lnTo>
                <a:lnTo>
                  <a:pt x="69342" y="163703"/>
                </a:lnTo>
                <a:lnTo>
                  <a:pt x="112928" y="163703"/>
                </a:lnTo>
                <a:lnTo>
                  <a:pt x="112928" y="143230"/>
                </a:lnTo>
                <a:lnTo>
                  <a:pt x="165100" y="143230"/>
                </a:lnTo>
                <a:lnTo>
                  <a:pt x="165100" y="163703"/>
                </a:lnTo>
                <a:lnTo>
                  <a:pt x="208686" y="163703"/>
                </a:lnTo>
                <a:lnTo>
                  <a:pt x="208686" y="143230"/>
                </a:lnTo>
                <a:lnTo>
                  <a:pt x="275056" y="143230"/>
                </a:lnTo>
                <a:lnTo>
                  <a:pt x="275056" y="109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554884" y="2311590"/>
            <a:ext cx="569595" cy="304165"/>
          </a:xfrm>
          <a:custGeom>
            <a:avLst/>
            <a:gdLst/>
            <a:ahLst/>
            <a:cxnLst/>
            <a:rect l="l" t="t" r="r" b="b"/>
            <a:pathLst>
              <a:path w="569594" h="304164">
                <a:moveTo>
                  <a:pt x="183921" y="134721"/>
                </a:moveTo>
                <a:lnTo>
                  <a:pt x="153047" y="119989"/>
                </a:lnTo>
                <a:lnTo>
                  <a:pt x="144437" y="111607"/>
                </a:lnTo>
                <a:lnTo>
                  <a:pt x="131800" y="99314"/>
                </a:lnTo>
                <a:lnTo>
                  <a:pt x="119519" y="74549"/>
                </a:lnTo>
                <a:lnTo>
                  <a:pt x="119494" y="74383"/>
                </a:lnTo>
                <a:lnTo>
                  <a:pt x="115570" y="47548"/>
                </a:lnTo>
                <a:lnTo>
                  <a:pt x="115570" y="16510"/>
                </a:lnTo>
                <a:lnTo>
                  <a:pt x="71323" y="16510"/>
                </a:lnTo>
                <a:lnTo>
                  <a:pt x="71323" y="43916"/>
                </a:lnTo>
                <a:lnTo>
                  <a:pt x="67335" y="74383"/>
                </a:lnTo>
                <a:lnTo>
                  <a:pt x="67259" y="74549"/>
                </a:lnTo>
                <a:lnTo>
                  <a:pt x="54737" y="102450"/>
                </a:lnTo>
                <a:lnTo>
                  <a:pt x="32600" y="125920"/>
                </a:lnTo>
                <a:lnTo>
                  <a:pt x="0" y="142646"/>
                </a:lnTo>
                <a:lnTo>
                  <a:pt x="22783" y="176987"/>
                </a:lnTo>
                <a:lnTo>
                  <a:pt x="46697" y="165989"/>
                </a:lnTo>
                <a:lnTo>
                  <a:pt x="66497" y="151104"/>
                </a:lnTo>
                <a:lnTo>
                  <a:pt x="82270" y="132829"/>
                </a:lnTo>
                <a:lnTo>
                  <a:pt x="94107" y="111607"/>
                </a:lnTo>
                <a:lnTo>
                  <a:pt x="105511" y="129857"/>
                </a:lnTo>
                <a:lnTo>
                  <a:pt x="120446" y="145707"/>
                </a:lnTo>
                <a:lnTo>
                  <a:pt x="138963" y="158699"/>
                </a:lnTo>
                <a:lnTo>
                  <a:pt x="161137" y="168402"/>
                </a:lnTo>
                <a:lnTo>
                  <a:pt x="183921" y="134721"/>
                </a:lnTo>
                <a:close/>
              </a:path>
              <a:path w="569594" h="304164">
                <a:moveTo>
                  <a:pt x="247319" y="245338"/>
                </a:moveTo>
                <a:lnTo>
                  <a:pt x="240144" y="220751"/>
                </a:lnTo>
                <a:lnTo>
                  <a:pt x="239953" y="220573"/>
                </a:lnTo>
                <a:lnTo>
                  <a:pt x="219633" y="202374"/>
                </a:lnTo>
                <a:lnTo>
                  <a:pt x="204063" y="196837"/>
                </a:lnTo>
                <a:lnTo>
                  <a:pt x="204063" y="245338"/>
                </a:lnTo>
                <a:lnTo>
                  <a:pt x="200215" y="256501"/>
                </a:lnTo>
                <a:lnTo>
                  <a:pt x="188836" y="264325"/>
                </a:lnTo>
                <a:lnTo>
                  <a:pt x="170218" y="268935"/>
                </a:lnTo>
                <a:lnTo>
                  <a:pt x="144627" y="270433"/>
                </a:lnTo>
                <a:lnTo>
                  <a:pt x="118859" y="268935"/>
                </a:lnTo>
                <a:lnTo>
                  <a:pt x="100139" y="264325"/>
                </a:lnTo>
                <a:lnTo>
                  <a:pt x="88722" y="256501"/>
                </a:lnTo>
                <a:lnTo>
                  <a:pt x="84861" y="245338"/>
                </a:lnTo>
                <a:lnTo>
                  <a:pt x="88722" y="234365"/>
                </a:lnTo>
                <a:lnTo>
                  <a:pt x="100139" y="226644"/>
                </a:lnTo>
                <a:lnTo>
                  <a:pt x="118859" y="222072"/>
                </a:lnTo>
                <a:lnTo>
                  <a:pt x="144627" y="220573"/>
                </a:lnTo>
                <a:lnTo>
                  <a:pt x="170218" y="222072"/>
                </a:lnTo>
                <a:lnTo>
                  <a:pt x="188836" y="226644"/>
                </a:lnTo>
                <a:lnTo>
                  <a:pt x="200215" y="234365"/>
                </a:lnTo>
                <a:lnTo>
                  <a:pt x="204063" y="245338"/>
                </a:lnTo>
                <a:lnTo>
                  <a:pt x="204063" y="196837"/>
                </a:lnTo>
                <a:lnTo>
                  <a:pt x="187286" y="190868"/>
                </a:lnTo>
                <a:lnTo>
                  <a:pt x="144627" y="186893"/>
                </a:lnTo>
                <a:lnTo>
                  <a:pt x="101790" y="190868"/>
                </a:lnTo>
                <a:lnTo>
                  <a:pt x="69342" y="202374"/>
                </a:lnTo>
                <a:lnTo>
                  <a:pt x="48793" y="220751"/>
                </a:lnTo>
                <a:lnTo>
                  <a:pt x="41605" y="245338"/>
                </a:lnTo>
                <a:lnTo>
                  <a:pt x="48793" y="270129"/>
                </a:lnTo>
                <a:lnTo>
                  <a:pt x="69342" y="288594"/>
                </a:lnTo>
                <a:lnTo>
                  <a:pt x="101790" y="300139"/>
                </a:lnTo>
                <a:lnTo>
                  <a:pt x="144627" y="304114"/>
                </a:lnTo>
                <a:lnTo>
                  <a:pt x="187286" y="300139"/>
                </a:lnTo>
                <a:lnTo>
                  <a:pt x="219633" y="288594"/>
                </a:lnTo>
                <a:lnTo>
                  <a:pt x="239801" y="270433"/>
                </a:lnTo>
                <a:lnTo>
                  <a:pt x="240144" y="270129"/>
                </a:lnTo>
                <a:lnTo>
                  <a:pt x="247319" y="245338"/>
                </a:lnTo>
                <a:close/>
              </a:path>
              <a:path w="569594" h="304164">
                <a:moveTo>
                  <a:pt x="284302" y="70662"/>
                </a:moveTo>
                <a:lnTo>
                  <a:pt x="244017" y="70662"/>
                </a:lnTo>
                <a:lnTo>
                  <a:pt x="244017" y="330"/>
                </a:lnTo>
                <a:lnTo>
                  <a:pt x="200431" y="330"/>
                </a:lnTo>
                <a:lnTo>
                  <a:pt x="200431" y="179959"/>
                </a:lnTo>
                <a:lnTo>
                  <a:pt x="244017" y="179959"/>
                </a:lnTo>
                <a:lnTo>
                  <a:pt x="244017" y="106654"/>
                </a:lnTo>
                <a:lnTo>
                  <a:pt x="284302" y="106654"/>
                </a:lnTo>
                <a:lnTo>
                  <a:pt x="284302" y="70662"/>
                </a:lnTo>
                <a:close/>
              </a:path>
              <a:path w="569594" h="304164">
                <a:moveTo>
                  <a:pt x="459943" y="203073"/>
                </a:moveTo>
                <a:lnTo>
                  <a:pt x="434022" y="178574"/>
                </a:lnTo>
                <a:lnTo>
                  <a:pt x="426339" y="164439"/>
                </a:lnTo>
                <a:lnTo>
                  <a:pt x="417220" y="147688"/>
                </a:lnTo>
                <a:lnTo>
                  <a:pt x="408165" y="112712"/>
                </a:lnTo>
                <a:lnTo>
                  <a:pt x="405587" y="77597"/>
                </a:lnTo>
                <a:lnTo>
                  <a:pt x="405460" y="26416"/>
                </a:lnTo>
                <a:lnTo>
                  <a:pt x="363524" y="26416"/>
                </a:lnTo>
                <a:lnTo>
                  <a:pt x="363524" y="77597"/>
                </a:lnTo>
                <a:lnTo>
                  <a:pt x="360299" y="116509"/>
                </a:lnTo>
                <a:lnTo>
                  <a:pt x="349859" y="153581"/>
                </a:lnTo>
                <a:lnTo>
                  <a:pt x="331063" y="186029"/>
                </a:lnTo>
                <a:lnTo>
                  <a:pt x="302768" y="210997"/>
                </a:lnTo>
                <a:lnTo>
                  <a:pt x="328853" y="243687"/>
                </a:lnTo>
                <a:lnTo>
                  <a:pt x="347649" y="229082"/>
                </a:lnTo>
                <a:lnTo>
                  <a:pt x="363067" y="210502"/>
                </a:lnTo>
                <a:lnTo>
                  <a:pt x="375335" y="188709"/>
                </a:lnTo>
                <a:lnTo>
                  <a:pt x="384657" y="164439"/>
                </a:lnTo>
                <a:lnTo>
                  <a:pt x="393128" y="186461"/>
                </a:lnTo>
                <a:lnTo>
                  <a:pt x="404342" y="206171"/>
                </a:lnTo>
                <a:lnTo>
                  <a:pt x="418604" y="223088"/>
                </a:lnTo>
                <a:lnTo>
                  <a:pt x="436168" y="236753"/>
                </a:lnTo>
                <a:lnTo>
                  <a:pt x="459943" y="203073"/>
                </a:lnTo>
                <a:close/>
              </a:path>
              <a:path w="569594" h="304164">
                <a:moveTo>
                  <a:pt x="506831" y="4953"/>
                </a:moveTo>
                <a:lnTo>
                  <a:pt x="466217" y="4953"/>
                </a:lnTo>
                <a:lnTo>
                  <a:pt x="466217" y="102692"/>
                </a:lnTo>
                <a:lnTo>
                  <a:pt x="428244" y="102692"/>
                </a:lnTo>
                <a:lnTo>
                  <a:pt x="428244" y="138023"/>
                </a:lnTo>
                <a:lnTo>
                  <a:pt x="466217" y="138023"/>
                </a:lnTo>
                <a:lnTo>
                  <a:pt x="466217" y="290576"/>
                </a:lnTo>
                <a:lnTo>
                  <a:pt x="506831" y="290576"/>
                </a:lnTo>
                <a:lnTo>
                  <a:pt x="506831" y="4953"/>
                </a:lnTo>
                <a:close/>
              </a:path>
              <a:path w="569594" h="304164">
                <a:moveTo>
                  <a:pt x="569239" y="0"/>
                </a:moveTo>
                <a:lnTo>
                  <a:pt x="527964" y="0"/>
                </a:lnTo>
                <a:lnTo>
                  <a:pt x="527964" y="304114"/>
                </a:lnTo>
                <a:lnTo>
                  <a:pt x="569239" y="304114"/>
                </a:lnTo>
                <a:lnTo>
                  <a:pt x="569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57067" y="2311259"/>
            <a:ext cx="567690" cy="304800"/>
          </a:xfrm>
          <a:custGeom>
            <a:avLst/>
            <a:gdLst/>
            <a:ahLst/>
            <a:cxnLst/>
            <a:rect l="l" t="t" r="r" b="b"/>
            <a:pathLst>
              <a:path w="567689" h="304800">
                <a:moveTo>
                  <a:pt x="183921" y="117881"/>
                </a:moveTo>
                <a:lnTo>
                  <a:pt x="144868" y="95427"/>
                </a:lnTo>
                <a:lnTo>
                  <a:pt x="119570" y="58585"/>
                </a:lnTo>
                <a:lnTo>
                  <a:pt x="115570" y="32029"/>
                </a:lnTo>
                <a:lnTo>
                  <a:pt x="115570" y="10236"/>
                </a:lnTo>
                <a:lnTo>
                  <a:pt x="71653" y="10236"/>
                </a:lnTo>
                <a:lnTo>
                  <a:pt x="71653" y="32029"/>
                </a:lnTo>
                <a:lnTo>
                  <a:pt x="67564" y="60439"/>
                </a:lnTo>
                <a:lnTo>
                  <a:pt x="54775" y="86385"/>
                </a:lnTo>
                <a:lnTo>
                  <a:pt x="32512" y="107950"/>
                </a:lnTo>
                <a:lnTo>
                  <a:pt x="0" y="123164"/>
                </a:lnTo>
                <a:lnTo>
                  <a:pt x="22453" y="157175"/>
                </a:lnTo>
                <a:lnTo>
                  <a:pt x="46418" y="146926"/>
                </a:lnTo>
                <a:lnTo>
                  <a:pt x="66370" y="132867"/>
                </a:lnTo>
                <a:lnTo>
                  <a:pt x="82359" y="115519"/>
                </a:lnTo>
                <a:lnTo>
                  <a:pt x="94437" y="95427"/>
                </a:lnTo>
                <a:lnTo>
                  <a:pt x="105892" y="113436"/>
                </a:lnTo>
                <a:lnTo>
                  <a:pt x="120942" y="129032"/>
                </a:lnTo>
                <a:lnTo>
                  <a:pt x="139573" y="141770"/>
                </a:lnTo>
                <a:lnTo>
                  <a:pt x="161798" y="151231"/>
                </a:lnTo>
                <a:lnTo>
                  <a:pt x="183921" y="117881"/>
                </a:lnTo>
                <a:close/>
              </a:path>
              <a:path w="567689" h="304800">
                <a:moveTo>
                  <a:pt x="256565" y="330"/>
                </a:moveTo>
                <a:lnTo>
                  <a:pt x="212979" y="330"/>
                </a:lnTo>
                <a:lnTo>
                  <a:pt x="212979" y="44907"/>
                </a:lnTo>
                <a:lnTo>
                  <a:pt x="157505" y="44907"/>
                </a:lnTo>
                <a:lnTo>
                  <a:pt x="157505" y="79578"/>
                </a:lnTo>
                <a:lnTo>
                  <a:pt x="212979" y="79578"/>
                </a:lnTo>
                <a:lnTo>
                  <a:pt x="212979" y="154863"/>
                </a:lnTo>
                <a:lnTo>
                  <a:pt x="256565" y="154863"/>
                </a:lnTo>
                <a:lnTo>
                  <a:pt x="256565" y="330"/>
                </a:lnTo>
                <a:close/>
              </a:path>
              <a:path w="567689" h="304800">
                <a:moveTo>
                  <a:pt x="265150" y="267131"/>
                </a:moveTo>
                <a:lnTo>
                  <a:pt x="99390" y="267131"/>
                </a:lnTo>
                <a:lnTo>
                  <a:pt x="99390" y="249301"/>
                </a:lnTo>
                <a:lnTo>
                  <a:pt x="256565" y="249301"/>
                </a:lnTo>
                <a:lnTo>
                  <a:pt x="256565" y="167741"/>
                </a:lnTo>
                <a:lnTo>
                  <a:pt x="56134" y="167741"/>
                </a:lnTo>
                <a:lnTo>
                  <a:pt x="56134" y="201091"/>
                </a:lnTo>
                <a:lnTo>
                  <a:pt x="213639" y="201091"/>
                </a:lnTo>
                <a:lnTo>
                  <a:pt x="213639" y="217932"/>
                </a:lnTo>
                <a:lnTo>
                  <a:pt x="56464" y="217932"/>
                </a:lnTo>
                <a:lnTo>
                  <a:pt x="56464" y="301142"/>
                </a:lnTo>
                <a:lnTo>
                  <a:pt x="265150" y="301142"/>
                </a:lnTo>
                <a:lnTo>
                  <a:pt x="265150" y="267131"/>
                </a:lnTo>
                <a:close/>
              </a:path>
              <a:path w="567689" h="304800">
                <a:moveTo>
                  <a:pt x="504520" y="6934"/>
                </a:moveTo>
                <a:lnTo>
                  <a:pt x="463905" y="6934"/>
                </a:lnTo>
                <a:lnTo>
                  <a:pt x="463905" y="80568"/>
                </a:lnTo>
                <a:lnTo>
                  <a:pt x="434517" y="80568"/>
                </a:lnTo>
                <a:lnTo>
                  <a:pt x="435622" y="69850"/>
                </a:lnTo>
                <a:lnTo>
                  <a:pt x="436448" y="58940"/>
                </a:lnTo>
                <a:lnTo>
                  <a:pt x="436981" y="47790"/>
                </a:lnTo>
                <a:lnTo>
                  <a:pt x="437159" y="36322"/>
                </a:lnTo>
                <a:lnTo>
                  <a:pt x="318947" y="36322"/>
                </a:lnTo>
                <a:lnTo>
                  <a:pt x="318947" y="70993"/>
                </a:lnTo>
                <a:lnTo>
                  <a:pt x="393903" y="70993"/>
                </a:lnTo>
                <a:lnTo>
                  <a:pt x="385584" y="112788"/>
                </a:lnTo>
                <a:lnTo>
                  <a:pt x="368261" y="149542"/>
                </a:lnTo>
                <a:lnTo>
                  <a:pt x="340728" y="182016"/>
                </a:lnTo>
                <a:lnTo>
                  <a:pt x="301777" y="210997"/>
                </a:lnTo>
                <a:lnTo>
                  <a:pt x="326542" y="241376"/>
                </a:lnTo>
                <a:lnTo>
                  <a:pt x="364324" y="214515"/>
                </a:lnTo>
                <a:lnTo>
                  <a:pt x="393115" y="184505"/>
                </a:lnTo>
                <a:lnTo>
                  <a:pt x="413791" y="151384"/>
                </a:lnTo>
                <a:lnTo>
                  <a:pt x="427253" y="115239"/>
                </a:lnTo>
                <a:lnTo>
                  <a:pt x="463905" y="115239"/>
                </a:lnTo>
                <a:lnTo>
                  <a:pt x="463905" y="156514"/>
                </a:lnTo>
                <a:lnTo>
                  <a:pt x="421640" y="156514"/>
                </a:lnTo>
                <a:lnTo>
                  <a:pt x="421640" y="191516"/>
                </a:lnTo>
                <a:lnTo>
                  <a:pt x="463905" y="191516"/>
                </a:lnTo>
                <a:lnTo>
                  <a:pt x="463905" y="291236"/>
                </a:lnTo>
                <a:lnTo>
                  <a:pt x="504520" y="291236"/>
                </a:lnTo>
                <a:lnTo>
                  <a:pt x="504520" y="115239"/>
                </a:lnTo>
                <a:lnTo>
                  <a:pt x="504520" y="80568"/>
                </a:lnTo>
                <a:lnTo>
                  <a:pt x="504520" y="6934"/>
                </a:lnTo>
                <a:close/>
              </a:path>
              <a:path w="567689" h="304800">
                <a:moveTo>
                  <a:pt x="567588" y="0"/>
                </a:moveTo>
                <a:lnTo>
                  <a:pt x="526313" y="0"/>
                </a:lnTo>
                <a:lnTo>
                  <a:pt x="526313" y="304444"/>
                </a:lnTo>
                <a:lnTo>
                  <a:pt x="567588" y="304444"/>
                </a:lnTo>
                <a:lnTo>
                  <a:pt x="5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140326" y="2961261"/>
            <a:ext cx="714375" cy="195580"/>
            <a:chOff x="1140326" y="2961261"/>
            <a:chExt cx="714375" cy="195580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0326" y="2976463"/>
              <a:ext cx="147673" cy="17687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2022" y="3018931"/>
              <a:ext cx="121613" cy="1375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5728" y="2961261"/>
              <a:ext cx="114615" cy="19520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618323" y="2961271"/>
              <a:ext cx="104139" cy="195580"/>
            </a:xfrm>
            <a:custGeom>
              <a:avLst/>
              <a:gdLst/>
              <a:ahLst/>
              <a:cxnLst/>
              <a:rect l="l" t="t" r="r" b="b"/>
              <a:pathLst>
                <a:path w="104139" h="195580">
                  <a:moveTo>
                    <a:pt x="26060" y="61048"/>
                  </a:moveTo>
                  <a:lnTo>
                    <a:pt x="4102" y="61048"/>
                  </a:lnTo>
                  <a:lnTo>
                    <a:pt x="4102" y="192074"/>
                  </a:lnTo>
                  <a:lnTo>
                    <a:pt x="26060" y="192074"/>
                  </a:lnTo>
                  <a:lnTo>
                    <a:pt x="26060" y="61048"/>
                  </a:lnTo>
                  <a:close/>
                </a:path>
                <a:path w="104139" h="195580">
                  <a:moveTo>
                    <a:pt x="30403" y="10858"/>
                  </a:moveTo>
                  <a:lnTo>
                    <a:pt x="23888" y="5549"/>
                  </a:lnTo>
                  <a:lnTo>
                    <a:pt x="6515" y="5549"/>
                  </a:lnTo>
                  <a:lnTo>
                    <a:pt x="0" y="10858"/>
                  </a:lnTo>
                  <a:lnTo>
                    <a:pt x="0" y="27990"/>
                  </a:lnTo>
                  <a:lnTo>
                    <a:pt x="6515" y="34023"/>
                  </a:lnTo>
                  <a:lnTo>
                    <a:pt x="23888" y="34023"/>
                  </a:lnTo>
                  <a:lnTo>
                    <a:pt x="30403" y="27990"/>
                  </a:lnTo>
                  <a:lnTo>
                    <a:pt x="30403" y="10858"/>
                  </a:lnTo>
                  <a:close/>
                </a:path>
                <a:path w="104139" h="195580">
                  <a:moveTo>
                    <a:pt x="104000" y="193281"/>
                  </a:moveTo>
                  <a:lnTo>
                    <a:pt x="100863" y="176390"/>
                  </a:lnTo>
                  <a:lnTo>
                    <a:pt x="98450" y="176872"/>
                  </a:lnTo>
                  <a:lnTo>
                    <a:pt x="92900" y="176872"/>
                  </a:lnTo>
                  <a:lnTo>
                    <a:pt x="90004" y="174218"/>
                  </a:lnTo>
                  <a:lnTo>
                    <a:pt x="90004" y="0"/>
                  </a:lnTo>
                  <a:lnTo>
                    <a:pt x="68046" y="0"/>
                  </a:lnTo>
                  <a:lnTo>
                    <a:pt x="68046" y="166014"/>
                  </a:lnTo>
                  <a:lnTo>
                    <a:pt x="69367" y="178409"/>
                  </a:lnTo>
                  <a:lnTo>
                    <a:pt x="73482" y="187579"/>
                  </a:lnTo>
                  <a:lnTo>
                    <a:pt x="80670" y="193255"/>
                  </a:lnTo>
                  <a:lnTo>
                    <a:pt x="91211" y="195211"/>
                  </a:lnTo>
                  <a:lnTo>
                    <a:pt x="97002" y="195211"/>
                  </a:lnTo>
                  <a:lnTo>
                    <a:pt x="100863" y="194487"/>
                  </a:lnTo>
                  <a:lnTo>
                    <a:pt x="104000" y="1932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2844" y="3018931"/>
              <a:ext cx="111237" cy="137539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9720" y="3403412"/>
            <a:ext cx="75388" cy="75388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37081" y="3358604"/>
            <a:ext cx="1536029" cy="57536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9720" y="3616677"/>
            <a:ext cx="75388" cy="75388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9720" y="3829951"/>
            <a:ext cx="75388" cy="75388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46860" y="3801323"/>
            <a:ext cx="93702" cy="132641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797362" y="7886890"/>
            <a:ext cx="97258" cy="133174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13569257" y="7869288"/>
            <a:ext cx="2650490" cy="375920"/>
            <a:chOff x="13569257" y="7869288"/>
            <a:chExt cx="2650490" cy="375920"/>
          </a:xfrm>
        </p:grpSpPr>
        <p:sp>
          <p:nvSpPr>
            <p:cNvPr id="37" name="object 37" descr=""/>
            <p:cNvSpPr/>
            <p:nvPr/>
          </p:nvSpPr>
          <p:spPr>
            <a:xfrm>
              <a:off x="15649308" y="7882458"/>
              <a:ext cx="76200" cy="80645"/>
            </a:xfrm>
            <a:custGeom>
              <a:avLst/>
              <a:gdLst/>
              <a:ahLst/>
              <a:cxnLst/>
              <a:rect l="l" t="t" r="r" b="b"/>
              <a:pathLst>
                <a:path w="76200" h="80645">
                  <a:moveTo>
                    <a:pt x="75742" y="25438"/>
                  </a:moveTo>
                  <a:lnTo>
                    <a:pt x="18313" y="25438"/>
                  </a:lnTo>
                  <a:lnTo>
                    <a:pt x="18313" y="38"/>
                  </a:lnTo>
                  <a:lnTo>
                    <a:pt x="0" y="38"/>
                  </a:lnTo>
                  <a:lnTo>
                    <a:pt x="0" y="25438"/>
                  </a:lnTo>
                  <a:lnTo>
                    <a:pt x="0" y="39408"/>
                  </a:lnTo>
                  <a:lnTo>
                    <a:pt x="0" y="66078"/>
                  </a:lnTo>
                  <a:lnTo>
                    <a:pt x="0" y="80048"/>
                  </a:lnTo>
                  <a:lnTo>
                    <a:pt x="75742" y="80048"/>
                  </a:lnTo>
                  <a:lnTo>
                    <a:pt x="75742" y="66078"/>
                  </a:lnTo>
                  <a:lnTo>
                    <a:pt x="18313" y="66078"/>
                  </a:lnTo>
                  <a:lnTo>
                    <a:pt x="18313" y="39408"/>
                  </a:lnTo>
                  <a:lnTo>
                    <a:pt x="57607" y="39408"/>
                  </a:lnTo>
                  <a:lnTo>
                    <a:pt x="57607" y="65786"/>
                  </a:lnTo>
                  <a:lnTo>
                    <a:pt x="75742" y="65786"/>
                  </a:lnTo>
                  <a:lnTo>
                    <a:pt x="75742" y="39408"/>
                  </a:lnTo>
                  <a:lnTo>
                    <a:pt x="75742" y="25438"/>
                  </a:lnTo>
                  <a:close/>
                </a:path>
                <a:path w="76200" h="80645">
                  <a:moveTo>
                    <a:pt x="75742" y="0"/>
                  </a:moveTo>
                  <a:lnTo>
                    <a:pt x="57607" y="0"/>
                  </a:lnTo>
                  <a:lnTo>
                    <a:pt x="57607" y="25069"/>
                  </a:lnTo>
                  <a:lnTo>
                    <a:pt x="75742" y="25069"/>
                  </a:lnTo>
                  <a:lnTo>
                    <a:pt x="757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69257" y="7869288"/>
              <a:ext cx="2650216" cy="3757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5967" y="2421432"/>
            <a:ext cx="8998171" cy="691847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4" name="object 14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130064" y="2321490"/>
            <a:ext cx="615950" cy="326390"/>
            <a:chOff x="1130064" y="2321490"/>
            <a:chExt cx="615950" cy="32639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064" y="2338331"/>
              <a:ext cx="178970" cy="2535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26832" y="2321496"/>
              <a:ext cx="419100" cy="326390"/>
            </a:xfrm>
            <a:custGeom>
              <a:avLst/>
              <a:gdLst/>
              <a:ahLst/>
              <a:cxnLst/>
              <a:rect l="l" t="t" r="r" b="b"/>
              <a:pathLst>
                <a:path w="419100" h="326389">
                  <a:moveTo>
                    <a:pt x="114249" y="0"/>
                  </a:moveTo>
                  <a:lnTo>
                    <a:pt x="81889" y="0"/>
                  </a:lnTo>
                  <a:lnTo>
                    <a:pt x="0" y="325907"/>
                  </a:lnTo>
                  <a:lnTo>
                    <a:pt x="32359" y="325907"/>
                  </a:lnTo>
                  <a:lnTo>
                    <a:pt x="114249" y="0"/>
                  </a:lnTo>
                  <a:close/>
                </a:path>
                <a:path w="419100" h="326389">
                  <a:moveTo>
                    <a:pt x="418985" y="21463"/>
                  </a:moveTo>
                  <a:lnTo>
                    <a:pt x="372427" y="21463"/>
                  </a:lnTo>
                  <a:lnTo>
                    <a:pt x="353275" y="140665"/>
                  </a:lnTo>
                  <a:lnTo>
                    <a:pt x="342379" y="218592"/>
                  </a:lnTo>
                  <a:lnTo>
                    <a:pt x="340728" y="218592"/>
                  </a:lnTo>
                  <a:lnTo>
                    <a:pt x="329120" y="159715"/>
                  </a:lnTo>
                  <a:lnTo>
                    <a:pt x="325208" y="140665"/>
                  </a:lnTo>
                  <a:lnTo>
                    <a:pt x="296811" y="21463"/>
                  </a:lnTo>
                  <a:lnTo>
                    <a:pt x="255206" y="21463"/>
                  </a:lnTo>
                  <a:lnTo>
                    <a:pt x="226809" y="140665"/>
                  </a:lnTo>
                  <a:lnTo>
                    <a:pt x="215061" y="198983"/>
                  </a:lnTo>
                  <a:lnTo>
                    <a:pt x="211289" y="218592"/>
                  </a:lnTo>
                  <a:lnTo>
                    <a:pt x="209969" y="218592"/>
                  </a:lnTo>
                  <a:lnTo>
                    <a:pt x="198742" y="140665"/>
                  </a:lnTo>
                  <a:lnTo>
                    <a:pt x="179260" y="21463"/>
                  </a:lnTo>
                  <a:lnTo>
                    <a:pt x="129400" y="21463"/>
                  </a:lnTo>
                  <a:lnTo>
                    <a:pt x="176618" y="265811"/>
                  </a:lnTo>
                  <a:lnTo>
                    <a:pt x="236385" y="265811"/>
                  </a:lnTo>
                  <a:lnTo>
                    <a:pt x="263131" y="144957"/>
                  </a:lnTo>
                  <a:lnTo>
                    <a:pt x="268668" y="116484"/>
                  </a:lnTo>
                  <a:lnTo>
                    <a:pt x="273697" y="88493"/>
                  </a:lnTo>
                  <a:lnTo>
                    <a:pt x="275018" y="88493"/>
                  </a:lnTo>
                  <a:lnTo>
                    <a:pt x="277368" y="102425"/>
                  </a:lnTo>
                  <a:lnTo>
                    <a:pt x="282676" y="130657"/>
                  </a:lnTo>
                  <a:lnTo>
                    <a:pt x="285584" y="144957"/>
                  </a:lnTo>
                  <a:lnTo>
                    <a:pt x="312991" y="265811"/>
                  </a:lnTo>
                  <a:lnTo>
                    <a:pt x="373748" y="265811"/>
                  </a:lnTo>
                  <a:lnTo>
                    <a:pt x="418985" y="21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859572" y="2333942"/>
            <a:ext cx="275590" cy="247015"/>
          </a:xfrm>
          <a:custGeom>
            <a:avLst/>
            <a:gdLst/>
            <a:ahLst/>
            <a:cxnLst/>
            <a:rect l="l" t="t" r="r" b="b"/>
            <a:pathLst>
              <a:path w="275589" h="247014">
                <a:moveTo>
                  <a:pt x="245338" y="34442"/>
                </a:moveTo>
                <a:lnTo>
                  <a:pt x="202742" y="34442"/>
                </a:lnTo>
                <a:lnTo>
                  <a:pt x="202742" y="115011"/>
                </a:lnTo>
                <a:lnTo>
                  <a:pt x="245338" y="115011"/>
                </a:lnTo>
                <a:lnTo>
                  <a:pt x="245338" y="34442"/>
                </a:lnTo>
                <a:close/>
              </a:path>
              <a:path w="275589" h="247014">
                <a:moveTo>
                  <a:pt x="275386" y="211099"/>
                </a:moveTo>
                <a:lnTo>
                  <a:pt x="159156" y="211099"/>
                </a:lnTo>
                <a:lnTo>
                  <a:pt x="159156" y="149860"/>
                </a:lnTo>
                <a:lnTo>
                  <a:pt x="245338" y="149860"/>
                </a:lnTo>
                <a:lnTo>
                  <a:pt x="245338" y="115570"/>
                </a:lnTo>
                <a:lnTo>
                  <a:pt x="71653" y="115570"/>
                </a:lnTo>
                <a:lnTo>
                  <a:pt x="71653" y="34290"/>
                </a:lnTo>
                <a:lnTo>
                  <a:pt x="245338" y="34290"/>
                </a:lnTo>
                <a:lnTo>
                  <a:pt x="245338" y="0"/>
                </a:lnTo>
                <a:lnTo>
                  <a:pt x="29057" y="0"/>
                </a:lnTo>
                <a:lnTo>
                  <a:pt x="29057" y="34290"/>
                </a:lnTo>
                <a:lnTo>
                  <a:pt x="29057" y="115570"/>
                </a:lnTo>
                <a:lnTo>
                  <a:pt x="29057" y="149860"/>
                </a:lnTo>
                <a:lnTo>
                  <a:pt x="115570" y="149860"/>
                </a:lnTo>
                <a:lnTo>
                  <a:pt x="115570" y="211099"/>
                </a:lnTo>
                <a:lnTo>
                  <a:pt x="0" y="211099"/>
                </a:lnTo>
                <a:lnTo>
                  <a:pt x="0" y="246430"/>
                </a:lnTo>
                <a:lnTo>
                  <a:pt x="275386" y="246430"/>
                </a:lnTo>
                <a:lnTo>
                  <a:pt x="275386" y="211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63000" y="2321242"/>
            <a:ext cx="275590" cy="292100"/>
          </a:xfrm>
          <a:custGeom>
            <a:avLst/>
            <a:gdLst/>
            <a:ahLst/>
            <a:cxnLst/>
            <a:rect l="l" t="t" r="r" b="b"/>
            <a:pathLst>
              <a:path w="275589" h="292100">
                <a:moveTo>
                  <a:pt x="243027" y="58420"/>
                </a:moveTo>
                <a:lnTo>
                  <a:pt x="77927" y="58420"/>
                </a:lnTo>
                <a:lnTo>
                  <a:pt x="77927" y="33020"/>
                </a:lnTo>
                <a:lnTo>
                  <a:pt x="240385" y="33020"/>
                </a:lnTo>
                <a:lnTo>
                  <a:pt x="240385" y="0"/>
                </a:lnTo>
                <a:lnTo>
                  <a:pt x="34671" y="0"/>
                </a:lnTo>
                <a:lnTo>
                  <a:pt x="34671" y="33020"/>
                </a:lnTo>
                <a:lnTo>
                  <a:pt x="34671" y="58420"/>
                </a:lnTo>
                <a:lnTo>
                  <a:pt x="34671" y="92710"/>
                </a:lnTo>
                <a:lnTo>
                  <a:pt x="243027" y="92710"/>
                </a:lnTo>
                <a:lnTo>
                  <a:pt x="243027" y="58420"/>
                </a:lnTo>
                <a:close/>
              </a:path>
              <a:path w="275589" h="292100">
                <a:moveTo>
                  <a:pt x="249631" y="259080"/>
                </a:moveTo>
                <a:lnTo>
                  <a:pt x="75285" y="259080"/>
                </a:lnTo>
                <a:lnTo>
                  <a:pt x="75285" y="242570"/>
                </a:lnTo>
                <a:lnTo>
                  <a:pt x="241706" y="242570"/>
                </a:lnTo>
                <a:lnTo>
                  <a:pt x="241706" y="212090"/>
                </a:lnTo>
                <a:lnTo>
                  <a:pt x="241706" y="195580"/>
                </a:lnTo>
                <a:lnTo>
                  <a:pt x="241706" y="163830"/>
                </a:lnTo>
                <a:lnTo>
                  <a:pt x="31699" y="163830"/>
                </a:lnTo>
                <a:lnTo>
                  <a:pt x="31699" y="195580"/>
                </a:lnTo>
                <a:lnTo>
                  <a:pt x="198780" y="195580"/>
                </a:lnTo>
                <a:lnTo>
                  <a:pt x="198780" y="212090"/>
                </a:lnTo>
                <a:lnTo>
                  <a:pt x="32029" y="212090"/>
                </a:lnTo>
                <a:lnTo>
                  <a:pt x="32029" y="242570"/>
                </a:lnTo>
                <a:lnTo>
                  <a:pt x="32029" y="259080"/>
                </a:lnTo>
                <a:lnTo>
                  <a:pt x="32029" y="292100"/>
                </a:lnTo>
                <a:lnTo>
                  <a:pt x="249631" y="292100"/>
                </a:lnTo>
                <a:lnTo>
                  <a:pt x="249631" y="259080"/>
                </a:lnTo>
                <a:close/>
              </a:path>
              <a:path w="275589" h="292100">
                <a:moveTo>
                  <a:pt x="275056" y="109220"/>
                </a:moveTo>
                <a:lnTo>
                  <a:pt x="0" y="109220"/>
                </a:lnTo>
                <a:lnTo>
                  <a:pt x="0" y="143230"/>
                </a:lnTo>
                <a:lnTo>
                  <a:pt x="69342" y="143230"/>
                </a:lnTo>
                <a:lnTo>
                  <a:pt x="69342" y="163703"/>
                </a:lnTo>
                <a:lnTo>
                  <a:pt x="112928" y="163703"/>
                </a:lnTo>
                <a:lnTo>
                  <a:pt x="112928" y="143230"/>
                </a:lnTo>
                <a:lnTo>
                  <a:pt x="165100" y="143230"/>
                </a:lnTo>
                <a:lnTo>
                  <a:pt x="165100" y="163703"/>
                </a:lnTo>
                <a:lnTo>
                  <a:pt x="208686" y="163703"/>
                </a:lnTo>
                <a:lnTo>
                  <a:pt x="208686" y="143230"/>
                </a:lnTo>
                <a:lnTo>
                  <a:pt x="275056" y="143230"/>
                </a:lnTo>
                <a:lnTo>
                  <a:pt x="275056" y="109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554884" y="2311590"/>
            <a:ext cx="569595" cy="304165"/>
          </a:xfrm>
          <a:custGeom>
            <a:avLst/>
            <a:gdLst/>
            <a:ahLst/>
            <a:cxnLst/>
            <a:rect l="l" t="t" r="r" b="b"/>
            <a:pathLst>
              <a:path w="569594" h="304164">
                <a:moveTo>
                  <a:pt x="183921" y="134721"/>
                </a:moveTo>
                <a:lnTo>
                  <a:pt x="153047" y="119989"/>
                </a:lnTo>
                <a:lnTo>
                  <a:pt x="144437" y="111607"/>
                </a:lnTo>
                <a:lnTo>
                  <a:pt x="131800" y="99314"/>
                </a:lnTo>
                <a:lnTo>
                  <a:pt x="119519" y="74549"/>
                </a:lnTo>
                <a:lnTo>
                  <a:pt x="119494" y="74383"/>
                </a:lnTo>
                <a:lnTo>
                  <a:pt x="115570" y="47548"/>
                </a:lnTo>
                <a:lnTo>
                  <a:pt x="115570" y="16510"/>
                </a:lnTo>
                <a:lnTo>
                  <a:pt x="71323" y="16510"/>
                </a:lnTo>
                <a:lnTo>
                  <a:pt x="71323" y="43916"/>
                </a:lnTo>
                <a:lnTo>
                  <a:pt x="67335" y="74383"/>
                </a:lnTo>
                <a:lnTo>
                  <a:pt x="67259" y="74549"/>
                </a:lnTo>
                <a:lnTo>
                  <a:pt x="54737" y="102450"/>
                </a:lnTo>
                <a:lnTo>
                  <a:pt x="32600" y="125920"/>
                </a:lnTo>
                <a:lnTo>
                  <a:pt x="0" y="142646"/>
                </a:lnTo>
                <a:lnTo>
                  <a:pt x="22783" y="176987"/>
                </a:lnTo>
                <a:lnTo>
                  <a:pt x="46697" y="165989"/>
                </a:lnTo>
                <a:lnTo>
                  <a:pt x="66497" y="151104"/>
                </a:lnTo>
                <a:lnTo>
                  <a:pt x="82270" y="132829"/>
                </a:lnTo>
                <a:lnTo>
                  <a:pt x="94107" y="111607"/>
                </a:lnTo>
                <a:lnTo>
                  <a:pt x="105511" y="129857"/>
                </a:lnTo>
                <a:lnTo>
                  <a:pt x="120446" y="145707"/>
                </a:lnTo>
                <a:lnTo>
                  <a:pt x="138963" y="158699"/>
                </a:lnTo>
                <a:lnTo>
                  <a:pt x="161137" y="168402"/>
                </a:lnTo>
                <a:lnTo>
                  <a:pt x="183921" y="134721"/>
                </a:lnTo>
                <a:close/>
              </a:path>
              <a:path w="569594" h="304164">
                <a:moveTo>
                  <a:pt x="247319" y="245338"/>
                </a:moveTo>
                <a:lnTo>
                  <a:pt x="240144" y="220751"/>
                </a:lnTo>
                <a:lnTo>
                  <a:pt x="239953" y="220573"/>
                </a:lnTo>
                <a:lnTo>
                  <a:pt x="219633" y="202374"/>
                </a:lnTo>
                <a:lnTo>
                  <a:pt x="204063" y="196837"/>
                </a:lnTo>
                <a:lnTo>
                  <a:pt x="204063" y="245338"/>
                </a:lnTo>
                <a:lnTo>
                  <a:pt x="200215" y="256501"/>
                </a:lnTo>
                <a:lnTo>
                  <a:pt x="188836" y="264325"/>
                </a:lnTo>
                <a:lnTo>
                  <a:pt x="170218" y="268935"/>
                </a:lnTo>
                <a:lnTo>
                  <a:pt x="144627" y="270433"/>
                </a:lnTo>
                <a:lnTo>
                  <a:pt x="118859" y="268935"/>
                </a:lnTo>
                <a:lnTo>
                  <a:pt x="100139" y="264325"/>
                </a:lnTo>
                <a:lnTo>
                  <a:pt x="88722" y="256501"/>
                </a:lnTo>
                <a:lnTo>
                  <a:pt x="84861" y="245338"/>
                </a:lnTo>
                <a:lnTo>
                  <a:pt x="88722" y="234365"/>
                </a:lnTo>
                <a:lnTo>
                  <a:pt x="100139" y="226644"/>
                </a:lnTo>
                <a:lnTo>
                  <a:pt x="118859" y="222072"/>
                </a:lnTo>
                <a:lnTo>
                  <a:pt x="144627" y="220573"/>
                </a:lnTo>
                <a:lnTo>
                  <a:pt x="170218" y="222072"/>
                </a:lnTo>
                <a:lnTo>
                  <a:pt x="188836" y="226644"/>
                </a:lnTo>
                <a:lnTo>
                  <a:pt x="200215" y="234365"/>
                </a:lnTo>
                <a:lnTo>
                  <a:pt x="204063" y="245338"/>
                </a:lnTo>
                <a:lnTo>
                  <a:pt x="204063" y="196837"/>
                </a:lnTo>
                <a:lnTo>
                  <a:pt x="187286" y="190868"/>
                </a:lnTo>
                <a:lnTo>
                  <a:pt x="144627" y="186893"/>
                </a:lnTo>
                <a:lnTo>
                  <a:pt x="101790" y="190868"/>
                </a:lnTo>
                <a:lnTo>
                  <a:pt x="69342" y="202374"/>
                </a:lnTo>
                <a:lnTo>
                  <a:pt x="48793" y="220751"/>
                </a:lnTo>
                <a:lnTo>
                  <a:pt x="41605" y="245338"/>
                </a:lnTo>
                <a:lnTo>
                  <a:pt x="48793" y="270129"/>
                </a:lnTo>
                <a:lnTo>
                  <a:pt x="69342" y="288594"/>
                </a:lnTo>
                <a:lnTo>
                  <a:pt x="101790" y="300139"/>
                </a:lnTo>
                <a:lnTo>
                  <a:pt x="144627" y="304114"/>
                </a:lnTo>
                <a:lnTo>
                  <a:pt x="187286" y="300139"/>
                </a:lnTo>
                <a:lnTo>
                  <a:pt x="219633" y="288594"/>
                </a:lnTo>
                <a:lnTo>
                  <a:pt x="239801" y="270433"/>
                </a:lnTo>
                <a:lnTo>
                  <a:pt x="240144" y="270129"/>
                </a:lnTo>
                <a:lnTo>
                  <a:pt x="247319" y="245338"/>
                </a:lnTo>
                <a:close/>
              </a:path>
              <a:path w="569594" h="304164">
                <a:moveTo>
                  <a:pt x="284302" y="70662"/>
                </a:moveTo>
                <a:lnTo>
                  <a:pt x="244017" y="70662"/>
                </a:lnTo>
                <a:lnTo>
                  <a:pt x="244017" y="330"/>
                </a:lnTo>
                <a:lnTo>
                  <a:pt x="200431" y="330"/>
                </a:lnTo>
                <a:lnTo>
                  <a:pt x="200431" y="179959"/>
                </a:lnTo>
                <a:lnTo>
                  <a:pt x="244017" y="179959"/>
                </a:lnTo>
                <a:lnTo>
                  <a:pt x="244017" y="106654"/>
                </a:lnTo>
                <a:lnTo>
                  <a:pt x="284302" y="106654"/>
                </a:lnTo>
                <a:lnTo>
                  <a:pt x="284302" y="70662"/>
                </a:lnTo>
                <a:close/>
              </a:path>
              <a:path w="569594" h="304164">
                <a:moveTo>
                  <a:pt x="459943" y="203073"/>
                </a:moveTo>
                <a:lnTo>
                  <a:pt x="434022" y="178574"/>
                </a:lnTo>
                <a:lnTo>
                  <a:pt x="426339" y="164439"/>
                </a:lnTo>
                <a:lnTo>
                  <a:pt x="417220" y="147688"/>
                </a:lnTo>
                <a:lnTo>
                  <a:pt x="408165" y="112712"/>
                </a:lnTo>
                <a:lnTo>
                  <a:pt x="405587" y="77597"/>
                </a:lnTo>
                <a:lnTo>
                  <a:pt x="405460" y="26416"/>
                </a:lnTo>
                <a:lnTo>
                  <a:pt x="363524" y="26416"/>
                </a:lnTo>
                <a:lnTo>
                  <a:pt x="363524" y="77597"/>
                </a:lnTo>
                <a:lnTo>
                  <a:pt x="360299" y="116509"/>
                </a:lnTo>
                <a:lnTo>
                  <a:pt x="349859" y="153581"/>
                </a:lnTo>
                <a:lnTo>
                  <a:pt x="331063" y="186029"/>
                </a:lnTo>
                <a:lnTo>
                  <a:pt x="302768" y="210997"/>
                </a:lnTo>
                <a:lnTo>
                  <a:pt x="328853" y="243687"/>
                </a:lnTo>
                <a:lnTo>
                  <a:pt x="347649" y="229082"/>
                </a:lnTo>
                <a:lnTo>
                  <a:pt x="363067" y="210502"/>
                </a:lnTo>
                <a:lnTo>
                  <a:pt x="375335" y="188709"/>
                </a:lnTo>
                <a:lnTo>
                  <a:pt x="384657" y="164439"/>
                </a:lnTo>
                <a:lnTo>
                  <a:pt x="393128" y="186461"/>
                </a:lnTo>
                <a:lnTo>
                  <a:pt x="404342" y="206171"/>
                </a:lnTo>
                <a:lnTo>
                  <a:pt x="418604" y="223088"/>
                </a:lnTo>
                <a:lnTo>
                  <a:pt x="436168" y="236753"/>
                </a:lnTo>
                <a:lnTo>
                  <a:pt x="459943" y="203073"/>
                </a:lnTo>
                <a:close/>
              </a:path>
              <a:path w="569594" h="304164">
                <a:moveTo>
                  <a:pt x="506831" y="4953"/>
                </a:moveTo>
                <a:lnTo>
                  <a:pt x="466217" y="4953"/>
                </a:lnTo>
                <a:lnTo>
                  <a:pt x="466217" y="102692"/>
                </a:lnTo>
                <a:lnTo>
                  <a:pt x="428244" y="102692"/>
                </a:lnTo>
                <a:lnTo>
                  <a:pt x="428244" y="138023"/>
                </a:lnTo>
                <a:lnTo>
                  <a:pt x="466217" y="138023"/>
                </a:lnTo>
                <a:lnTo>
                  <a:pt x="466217" y="290576"/>
                </a:lnTo>
                <a:lnTo>
                  <a:pt x="506831" y="290576"/>
                </a:lnTo>
                <a:lnTo>
                  <a:pt x="506831" y="4953"/>
                </a:lnTo>
                <a:close/>
              </a:path>
              <a:path w="569594" h="304164">
                <a:moveTo>
                  <a:pt x="569239" y="0"/>
                </a:moveTo>
                <a:lnTo>
                  <a:pt x="527964" y="0"/>
                </a:lnTo>
                <a:lnTo>
                  <a:pt x="527964" y="304114"/>
                </a:lnTo>
                <a:lnTo>
                  <a:pt x="569239" y="304114"/>
                </a:lnTo>
                <a:lnTo>
                  <a:pt x="569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57067" y="2311259"/>
            <a:ext cx="567690" cy="304800"/>
          </a:xfrm>
          <a:custGeom>
            <a:avLst/>
            <a:gdLst/>
            <a:ahLst/>
            <a:cxnLst/>
            <a:rect l="l" t="t" r="r" b="b"/>
            <a:pathLst>
              <a:path w="567689" h="304800">
                <a:moveTo>
                  <a:pt x="183921" y="117881"/>
                </a:moveTo>
                <a:lnTo>
                  <a:pt x="144868" y="95427"/>
                </a:lnTo>
                <a:lnTo>
                  <a:pt x="119570" y="58585"/>
                </a:lnTo>
                <a:lnTo>
                  <a:pt x="115570" y="32029"/>
                </a:lnTo>
                <a:lnTo>
                  <a:pt x="115570" y="10236"/>
                </a:lnTo>
                <a:lnTo>
                  <a:pt x="71653" y="10236"/>
                </a:lnTo>
                <a:lnTo>
                  <a:pt x="71653" y="32029"/>
                </a:lnTo>
                <a:lnTo>
                  <a:pt x="67564" y="60439"/>
                </a:lnTo>
                <a:lnTo>
                  <a:pt x="54775" y="86385"/>
                </a:lnTo>
                <a:lnTo>
                  <a:pt x="32512" y="107950"/>
                </a:lnTo>
                <a:lnTo>
                  <a:pt x="0" y="123164"/>
                </a:lnTo>
                <a:lnTo>
                  <a:pt x="22453" y="157175"/>
                </a:lnTo>
                <a:lnTo>
                  <a:pt x="46418" y="146926"/>
                </a:lnTo>
                <a:lnTo>
                  <a:pt x="66370" y="132867"/>
                </a:lnTo>
                <a:lnTo>
                  <a:pt x="82359" y="115519"/>
                </a:lnTo>
                <a:lnTo>
                  <a:pt x="94437" y="95427"/>
                </a:lnTo>
                <a:lnTo>
                  <a:pt x="105892" y="113436"/>
                </a:lnTo>
                <a:lnTo>
                  <a:pt x="120942" y="129032"/>
                </a:lnTo>
                <a:lnTo>
                  <a:pt x="139573" y="141770"/>
                </a:lnTo>
                <a:lnTo>
                  <a:pt x="161798" y="151231"/>
                </a:lnTo>
                <a:lnTo>
                  <a:pt x="183921" y="117881"/>
                </a:lnTo>
                <a:close/>
              </a:path>
              <a:path w="567689" h="304800">
                <a:moveTo>
                  <a:pt x="256565" y="330"/>
                </a:moveTo>
                <a:lnTo>
                  <a:pt x="212979" y="330"/>
                </a:lnTo>
                <a:lnTo>
                  <a:pt x="212979" y="44907"/>
                </a:lnTo>
                <a:lnTo>
                  <a:pt x="157505" y="44907"/>
                </a:lnTo>
                <a:lnTo>
                  <a:pt x="157505" y="79578"/>
                </a:lnTo>
                <a:lnTo>
                  <a:pt x="212979" y="79578"/>
                </a:lnTo>
                <a:lnTo>
                  <a:pt x="212979" y="154863"/>
                </a:lnTo>
                <a:lnTo>
                  <a:pt x="256565" y="154863"/>
                </a:lnTo>
                <a:lnTo>
                  <a:pt x="256565" y="330"/>
                </a:lnTo>
                <a:close/>
              </a:path>
              <a:path w="567689" h="304800">
                <a:moveTo>
                  <a:pt x="265150" y="267131"/>
                </a:moveTo>
                <a:lnTo>
                  <a:pt x="99390" y="267131"/>
                </a:lnTo>
                <a:lnTo>
                  <a:pt x="99390" y="249301"/>
                </a:lnTo>
                <a:lnTo>
                  <a:pt x="256565" y="249301"/>
                </a:lnTo>
                <a:lnTo>
                  <a:pt x="256565" y="167741"/>
                </a:lnTo>
                <a:lnTo>
                  <a:pt x="56134" y="167741"/>
                </a:lnTo>
                <a:lnTo>
                  <a:pt x="56134" y="201091"/>
                </a:lnTo>
                <a:lnTo>
                  <a:pt x="213639" y="201091"/>
                </a:lnTo>
                <a:lnTo>
                  <a:pt x="213639" y="217932"/>
                </a:lnTo>
                <a:lnTo>
                  <a:pt x="56464" y="217932"/>
                </a:lnTo>
                <a:lnTo>
                  <a:pt x="56464" y="301142"/>
                </a:lnTo>
                <a:lnTo>
                  <a:pt x="265150" y="301142"/>
                </a:lnTo>
                <a:lnTo>
                  <a:pt x="265150" y="267131"/>
                </a:lnTo>
                <a:close/>
              </a:path>
              <a:path w="567689" h="304800">
                <a:moveTo>
                  <a:pt x="504520" y="6934"/>
                </a:moveTo>
                <a:lnTo>
                  <a:pt x="463905" y="6934"/>
                </a:lnTo>
                <a:lnTo>
                  <a:pt x="463905" y="80568"/>
                </a:lnTo>
                <a:lnTo>
                  <a:pt x="434517" y="80568"/>
                </a:lnTo>
                <a:lnTo>
                  <a:pt x="435622" y="69850"/>
                </a:lnTo>
                <a:lnTo>
                  <a:pt x="436448" y="58940"/>
                </a:lnTo>
                <a:lnTo>
                  <a:pt x="436981" y="47790"/>
                </a:lnTo>
                <a:lnTo>
                  <a:pt x="437159" y="36322"/>
                </a:lnTo>
                <a:lnTo>
                  <a:pt x="318947" y="36322"/>
                </a:lnTo>
                <a:lnTo>
                  <a:pt x="318947" y="70993"/>
                </a:lnTo>
                <a:lnTo>
                  <a:pt x="393903" y="70993"/>
                </a:lnTo>
                <a:lnTo>
                  <a:pt x="385584" y="112788"/>
                </a:lnTo>
                <a:lnTo>
                  <a:pt x="368261" y="149542"/>
                </a:lnTo>
                <a:lnTo>
                  <a:pt x="340728" y="182016"/>
                </a:lnTo>
                <a:lnTo>
                  <a:pt x="301777" y="210997"/>
                </a:lnTo>
                <a:lnTo>
                  <a:pt x="326542" y="241376"/>
                </a:lnTo>
                <a:lnTo>
                  <a:pt x="364324" y="214515"/>
                </a:lnTo>
                <a:lnTo>
                  <a:pt x="393115" y="184505"/>
                </a:lnTo>
                <a:lnTo>
                  <a:pt x="413791" y="151384"/>
                </a:lnTo>
                <a:lnTo>
                  <a:pt x="427253" y="115239"/>
                </a:lnTo>
                <a:lnTo>
                  <a:pt x="463905" y="115239"/>
                </a:lnTo>
                <a:lnTo>
                  <a:pt x="463905" y="156514"/>
                </a:lnTo>
                <a:lnTo>
                  <a:pt x="421640" y="156514"/>
                </a:lnTo>
                <a:lnTo>
                  <a:pt x="421640" y="191516"/>
                </a:lnTo>
                <a:lnTo>
                  <a:pt x="463905" y="191516"/>
                </a:lnTo>
                <a:lnTo>
                  <a:pt x="463905" y="291236"/>
                </a:lnTo>
                <a:lnTo>
                  <a:pt x="504520" y="291236"/>
                </a:lnTo>
                <a:lnTo>
                  <a:pt x="504520" y="115239"/>
                </a:lnTo>
                <a:lnTo>
                  <a:pt x="504520" y="80568"/>
                </a:lnTo>
                <a:lnTo>
                  <a:pt x="504520" y="6934"/>
                </a:lnTo>
                <a:close/>
              </a:path>
              <a:path w="567689" h="304800">
                <a:moveTo>
                  <a:pt x="567588" y="0"/>
                </a:moveTo>
                <a:lnTo>
                  <a:pt x="526313" y="0"/>
                </a:lnTo>
                <a:lnTo>
                  <a:pt x="526313" y="304444"/>
                </a:lnTo>
                <a:lnTo>
                  <a:pt x="567588" y="304444"/>
                </a:lnTo>
                <a:lnTo>
                  <a:pt x="5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127537" y="2909368"/>
            <a:ext cx="701675" cy="183515"/>
            <a:chOff x="1127537" y="2909368"/>
            <a:chExt cx="701675" cy="183515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7537" y="2909368"/>
              <a:ext cx="122096" cy="18338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0143" y="2955214"/>
              <a:ext cx="111237" cy="1375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1302" y="2955214"/>
              <a:ext cx="315857" cy="13753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7080" y="2955214"/>
              <a:ext cx="71906" cy="134402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7261" y="3332672"/>
            <a:ext cx="70001" cy="70001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3203" y="3291235"/>
            <a:ext cx="272079" cy="148422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1776327" y="3291235"/>
            <a:ext cx="13970" cy="41910"/>
          </a:xfrm>
          <a:custGeom>
            <a:avLst/>
            <a:gdLst/>
            <a:ahLst/>
            <a:cxnLst/>
            <a:rect l="l" t="t" r="r" b="b"/>
            <a:pathLst>
              <a:path w="13969" h="41910">
                <a:moveTo>
                  <a:pt x="13703" y="41769"/>
                </a:moveTo>
                <a:lnTo>
                  <a:pt x="0" y="41769"/>
                </a:lnTo>
                <a:lnTo>
                  <a:pt x="0" y="0"/>
                </a:lnTo>
                <a:lnTo>
                  <a:pt x="13703" y="0"/>
                </a:lnTo>
                <a:lnTo>
                  <a:pt x="13703" y="417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1675453" y="3291235"/>
            <a:ext cx="265430" cy="148590"/>
            <a:chOff x="1675453" y="3291235"/>
            <a:chExt cx="265430" cy="148590"/>
          </a:xfrm>
        </p:grpSpPr>
        <p:sp>
          <p:nvSpPr>
            <p:cNvPr id="33" name="object 33" descr=""/>
            <p:cNvSpPr/>
            <p:nvPr/>
          </p:nvSpPr>
          <p:spPr>
            <a:xfrm>
              <a:off x="1675447" y="3301085"/>
              <a:ext cx="118110" cy="134620"/>
            </a:xfrm>
            <a:custGeom>
              <a:avLst/>
              <a:gdLst/>
              <a:ahLst/>
              <a:cxnLst/>
              <a:rect l="l" t="t" r="r" b="b"/>
              <a:pathLst>
                <a:path w="118110" h="134620">
                  <a:moveTo>
                    <a:pt x="66700" y="63"/>
                  </a:moveTo>
                  <a:lnTo>
                    <a:pt x="53327" y="63"/>
                  </a:lnTo>
                  <a:lnTo>
                    <a:pt x="53327" y="26149"/>
                  </a:lnTo>
                  <a:lnTo>
                    <a:pt x="66700" y="26149"/>
                  </a:lnTo>
                  <a:lnTo>
                    <a:pt x="66700" y="63"/>
                  </a:lnTo>
                  <a:close/>
                </a:path>
                <a:path w="118110" h="134620">
                  <a:moveTo>
                    <a:pt x="114579" y="31750"/>
                  </a:moveTo>
                  <a:lnTo>
                    <a:pt x="66700" y="31750"/>
                  </a:lnTo>
                  <a:lnTo>
                    <a:pt x="66700" y="26670"/>
                  </a:lnTo>
                  <a:lnTo>
                    <a:pt x="53327" y="26670"/>
                  </a:lnTo>
                  <a:lnTo>
                    <a:pt x="53327" y="36830"/>
                  </a:lnTo>
                  <a:lnTo>
                    <a:pt x="53327" y="43180"/>
                  </a:lnTo>
                  <a:lnTo>
                    <a:pt x="53327" y="63500"/>
                  </a:lnTo>
                  <a:lnTo>
                    <a:pt x="13373" y="63500"/>
                  </a:lnTo>
                  <a:lnTo>
                    <a:pt x="13373" y="36830"/>
                  </a:lnTo>
                  <a:lnTo>
                    <a:pt x="53327" y="36830"/>
                  </a:lnTo>
                  <a:lnTo>
                    <a:pt x="53327" y="26670"/>
                  </a:lnTo>
                  <a:lnTo>
                    <a:pt x="13373" y="26670"/>
                  </a:lnTo>
                  <a:lnTo>
                    <a:pt x="13373" y="0"/>
                  </a:lnTo>
                  <a:lnTo>
                    <a:pt x="0" y="0"/>
                  </a:lnTo>
                  <a:lnTo>
                    <a:pt x="0" y="74930"/>
                  </a:lnTo>
                  <a:lnTo>
                    <a:pt x="66700" y="74930"/>
                  </a:lnTo>
                  <a:lnTo>
                    <a:pt x="66700" y="63500"/>
                  </a:lnTo>
                  <a:lnTo>
                    <a:pt x="66700" y="43180"/>
                  </a:lnTo>
                  <a:lnTo>
                    <a:pt x="100876" y="43180"/>
                  </a:lnTo>
                  <a:lnTo>
                    <a:pt x="100876" y="99783"/>
                  </a:lnTo>
                  <a:lnTo>
                    <a:pt x="114579" y="99783"/>
                  </a:lnTo>
                  <a:lnTo>
                    <a:pt x="114579" y="43180"/>
                  </a:lnTo>
                  <a:lnTo>
                    <a:pt x="114579" y="42989"/>
                  </a:lnTo>
                  <a:lnTo>
                    <a:pt x="114579" y="36830"/>
                  </a:lnTo>
                  <a:lnTo>
                    <a:pt x="114579" y="31750"/>
                  </a:lnTo>
                  <a:close/>
                </a:path>
                <a:path w="118110" h="134620">
                  <a:moveTo>
                    <a:pt x="118046" y="124460"/>
                  </a:moveTo>
                  <a:lnTo>
                    <a:pt x="32854" y="124460"/>
                  </a:lnTo>
                  <a:lnTo>
                    <a:pt x="32854" y="88900"/>
                  </a:lnTo>
                  <a:lnTo>
                    <a:pt x="19316" y="88900"/>
                  </a:lnTo>
                  <a:lnTo>
                    <a:pt x="19316" y="124460"/>
                  </a:lnTo>
                  <a:lnTo>
                    <a:pt x="19316" y="134620"/>
                  </a:lnTo>
                  <a:lnTo>
                    <a:pt x="118046" y="134620"/>
                  </a:lnTo>
                  <a:lnTo>
                    <a:pt x="118046" y="124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0573" y="3291235"/>
              <a:ext cx="119695" cy="148256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2013165" y="3291070"/>
            <a:ext cx="271780" cy="148590"/>
            <a:chOff x="2013165" y="3291070"/>
            <a:chExt cx="271780" cy="148590"/>
          </a:xfrm>
        </p:grpSpPr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13165" y="3291070"/>
              <a:ext cx="121841" cy="148587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71328" y="3291070"/>
              <a:ext cx="113421" cy="148422"/>
            </a:xfrm>
            <a:prstGeom prst="rect">
              <a:avLst/>
            </a:prstGeom>
          </p:spPr>
        </p:pic>
      </p:grpSp>
      <p:pic>
        <p:nvPicPr>
          <p:cNvPr id="38" name="object 3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7261" y="3530763"/>
            <a:ext cx="70001" cy="70001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325019" y="3489491"/>
            <a:ext cx="432434" cy="147320"/>
            <a:chOff x="1325019" y="3489491"/>
            <a:chExt cx="432434" cy="147320"/>
          </a:xfrm>
        </p:grpSpPr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25019" y="3489491"/>
              <a:ext cx="120685" cy="14726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73441" y="3492628"/>
              <a:ext cx="283966" cy="142808"/>
            </a:xfrm>
            <a:prstGeom prst="rect">
              <a:avLst/>
            </a:prstGeom>
          </p:spPr>
        </p:pic>
      </p:grpSp>
      <p:pic>
        <p:nvPicPr>
          <p:cNvPr id="42" name="object 4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18020" y="3489161"/>
            <a:ext cx="271584" cy="148256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7261" y="3728855"/>
            <a:ext cx="70001" cy="70001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1326009" y="3687417"/>
            <a:ext cx="269240" cy="148590"/>
            <a:chOff x="1326009" y="3687417"/>
            <a:chExt cx="269240" cy="148590"/>
          </a:xfrm>
        </p:grpSpPr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26009" y="3687417"/>
              <a:ext cx="118539" cy="14809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72766" y="3687583"/>
              <a:ext cx="122185" cy="148091"/>
            </a:xfrm>
            <a:prstGeom prst="rect">
              <a:avLst/>
            </a:prstGeom>
          </p:spPr>
        </p:pic>
      </p:grpSp>
      <p:sp>
        <p:nvSpPr>
          <p:cNvPr id="47" name="object 47" descr=""/>
          <p:cNvSpPr/>
          <p:nvPr/>
        </p:nvSpPr>
        <p:spPr>
          <a:xfrm>
            <a:off x="1623339" y="3701135"/>
            <a:ext cx="134620" cy="114935"/>
          </a:xfrm>
          <a:custGeom>
            <a:avLst/>
            <a:gdLst/>
            <a:ahLst/>
            <a:cxnLst/>
            <a:rect l="l" t="t" r="r" b="b"/>
            <a:pathLst>
              <a:path w="134619" h="114935">
                <a:moveTo>
                  <a:pt x="118872" y="57150"/>
                </a:moveTo>
                <a:lnTo>
                  <a:pt x="30543" y="57150"/>
                </a:lnTo>
                <a:lnTo>
                  <a:pt x="30543" y="11430"/>
                </a:lnTo>
                <a:lnTo>
                  <a:pt x="117386" y="11430"/>
                </a:lnTo>
                <a:lnTo>
                  <a:pt x="117386" y="0"/>
                </a:lnTo>
                <a:lnTo>
                  <a:pt x="17170" y="0"/>
                </a:lnTo>
                <a:lnTo>
                  <a:pt x="17170" y="11430"/>
                </a:lnTo>
                <a:lnTo>
                  <a:pt x="17170" y="57150"/>
                </a:lnTo>
                <a:lnTo>
                  <a:pt x="17170" y="68580"/>
                </a:lnTo>
                <a:lnTo>
                  <a:pt x="118872" y="68580"/>
                </a:lnTo>
                <a:lnTo>
                  <a:pt x="118872" y="57150"/>
                </a:lnTo>
                <a:close/>
              </a:path>
              <a:path w="134619" h="114935">
                <a:moveTo>
                  <a:pt x="134391" y="103174"/>
                </a:moveTo>
                <a:lnTo>
                  <a:pt x="0" y="103174"/>
                </a:lnTo>
                <a:lnTo>
                  <a:pt x="0" y="114401"/>
                </a:lnTo>
                <a:lnTo>
                  <a:pt x="134391" y="114401"/>
                </a:lnTo>
                <a:lnTo>
                  <a:pt x="134391" y="103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819011" y="3699965"/>
            <a:ext cx="419100" cy="125730"/>
            <a:chOff x="1819011" y="3699965"/>
            <a:chExt cx="419100" cy="125730"/>
          </a:xfrm>
        </p:grpSpPr>
        <p:pic>
          <p:nvPicPr>
            <p:cNvPr id="49" name="object 4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19011" y="3699965"/>
              <a:ext cx="89812" cy="12547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29625" y="3702276"/>
              <a:ext cx="189696" cy="123162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50195" y="3702276"/>
              <a:ext cx="87501" cy="1210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9637" y="3598924"/>
            <a:ext cx="9413944" cy="378703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4" name="object 14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130064" y="2321490"/>
            <a:ext cx="615950" cy="326390"/>
            <a:chOff x="1130064" y="2321490"/>
            <a:chExt cx="615950" cy="32639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064" y="2338331"/>
              <a:ext cx="178970" cy="2535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26832" y="2321496"/>
              <a:ext cx="419100" cy="326390"/>
            </a:xfrm>
            <a:custGeom>
              <a:avLst/>
              <a:gdLst/>
              <a:ahLst/>
              <a:cxnLst/>
              <a:rect l="l" t="t" r="r" b="b"/>
              <a:pathLst>
                <a:path w="419100" h="326389">
                  <a:moveTo>
                    <a:pt x="114249" y="0"/>
                  </a:moveTo>
                  <a:lnTo>
                    <a:pt x="81889" y="0"/>
                  </a:lnTo>
                  <a:lnTo>
                    <a:pt x="0" y="325907"/>
                  </a:lnTo>
                  <a:lnTo>
                    <a:pt x="32359" y="325907"/>
                  </a:lnTo>
                  <a:lnTo>
                    <a:pt x="114249" y="0"/>
                  </a:lnTo>
                  <a:close/>
                </a:path>
                <a:path w="419100" h="326389">
                  <a:moveTo>
                    <a:pt x="418985" y="21463"/>
                  </a:moveTo>
                  <a:lnTo>
                    <a:pt x="372427" y="21463"/>
                  </a:lnTo>
                  <a:lnTo>
                    <a:pt x="353275" y="140665"/>
                  </a:lnTo>
                  <a:lnTo>
                    <a:pt x="342379" y="218592"/>
                  </a:lnTo>
                  <a:lnTo>
                    <a:pt x="340728" y="218592"/>
                  </a:lnTo>
                  <a:lnTo>
                    <a:pt x="329120" y="159715"/>
                  </a:lnTo>
                  <a:lnTo>
                    <a:pt x="325208" y="140665"/>
                  </a:lnTo>
                  <a:lnTo>
                    <a:pt x="296811" y="21463"/>
                  </a:lnTo>
                  <a:lnTo>
                    <a:pt x="255206" y="21463"/>
                  </a:lnTo>
                  <a:lnTo>
                    <a:pt x="226809" y="140665"/>
                  </a:lnTo>
                  <a:lnTo>
                    <a:pt x="215061" y="198983"/>
                  </a:lnTo>
                  <a:lnTo>
                    <a:pt x="211289" y="218592"/>
                  </a:lnTo>
                  <a:lnTo>
                    <a:pt x="209969" y="218592"/>
                  </a:lnTo>
                  <a:lnTo>
                    <a:pt x="198742" y="140665"/>
                  </a:lnTo>
                  <a:lnTo>
                    <a:pt x="179260" y="21463"/>
                  </a:lnTo>
                  <a:lnTo>
                    <a:pt x="129400" y="21463"/>
                  </a:lnTo>
                  <a:lnTo>
                    <a:pt x="176618" y="265811"/>
                  </a:lnTo>
                  <a:lnTo>
                    <a:pt x="236385" y="265811"/>
                  </a:lnTo>
                  <a:lnTo>
                    <a:pt x="263131" y="144957"/>
                  </a:lnTo>
                  <a:lnTo>
                    <a:pt x="268668" y="116484"/>
                  </a:lnTo>
                  <a:lnTo>
                    <a:pt x="273697" y="88493"/>
                  </a:lnTo>
                  <a:lnTo>
                    <a:pt x="275018" y="88493"/>
                  </a:lnTo>
                  <a:lnTo>
                    <a:pt x="277368" y="102425"/>
                  </a:lnTo>
                  <a:lnTo>
                    <a:pt x="282676" y="130657"/>
                  </a:lnTo>
                  <a:lnTo>
                    <a:pt x="285584" y="144957"/>
                  </a:lnTo>
                  <a:lnTo>
                    <a:pt x="312991" y="265811"/>
                  </a:lnTo>
                  <a:lnTo>
                    <a:pt x="373748" y="265811"/>
                  </a:lnTo>
                  <a:lnTo>
                    <a:pt x="418985" y="21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841347" y="2333942"/>
            <a:ext cx="275590" cy="247015"/>
          </a:xfrm>
          <a:custGeom>
            <a:avLst/>
            <a:gdLst/>
            <a:ahLst/>
            <a:cxnLst/>
            <a:rect l="l" t="t" r="r" b="b"/>
            <a:pathLst>
              <a:path w="275589" h="247014">
                <a:moveTo>
                  <a:pt x="245338" y="34442"/>
                </a:moveTo>
                <a:lnTo>
                  <a:pt x="202742" y="34442"/>
                </a:lnTo>
                <a:lnTo>
                  <a:pt x="202742" y="115011"/>
                </a:lnTo>
                <a:lnTo>
                  <a:pt x="245338" y="115011"/>
                </a:lnTo>
                <a:lnTo>
                  <a:pt x="245338" y="34442"/>
                </a:lnTo>
                <a:close/>
              </a:path>
              <a:path w="275589" h="247014">
                <a:moveTo>
                  <a:pt x="275386" y="211099"/>
                </a:moveTo>
                <a:lnTo>
                  <a:pt x="159156" y="211099"/>
                </a:lnTo>
                <a:lnTo>
                  <a:pt x="159156" y="149860"/>
                </a:lnTo>
                <a:lnTo>
                  <a:pt x="245338" y="149860"/>
                </a:lnTo>
                <a:lnTo>
                  <a:pt x="245338" y="115570"/>
                </a:lnTo>
                <a:lnTo>
                  <a:pt x="71653" y="115570"/>
                </a:lnTo>
                <a:lnTo>
                  <a:pt x="71653" y="34290"/>
                </a:lnTo>
                <a:lnTo>
                  <a:pt x="245338" y="34290"/>
                </a:lnTo>
                <a:lnTo>
                  <a:pt x="245338" y="0"/>
                </a:lnTo>
                <a:lnTo>
                  <a:pt x="29057" y="0"/>
                </a:lnTo>
                <a:lnTo>
                  <a:pt x="29057" y="34290"/>
                </a:lnTo>
                <a:lnTo>
                  <a:pt x="29057" y="115570"/>
                </a:lnTo>
                <a:lnTo>
                  <a:pt x="29057" y="149860"/>
                </a:lnTo>
                <a:lnTo>
                  <a:pt x="115570" y="149860"/>
                </a:lnTo>
                <a:lnTo>
                  <a:pt x="115570" y="211099"/>
                </a:lnTo>
                <a:lnTo>
                  <a:pt x="0" y="211099"/>
                </a:lnTo>
                <a:lnTo>
                  <a:pt x="0" y="246430"/>
                </a:lnTo>
                <a:lnTo>
                  <a:pt x="275386" y="246430"/>
                </a:lnTo>
                <a:lnTo>
                  <a:pt x="275386" y="211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44763" y="2321242"/>
            <a:ext cx="275590" cy="292100"/>
          </a:xfrm>
          <a:custGeom>
            <a:avLst/>
            <a:gdLst/>
            <a:ahLst/>
            <a:cxnLst/>
            <a:rect l="l" t="t" r="r" b="b"/>
            <a:pathLst>
              <a:path w="275589" h="292100">
                <a:moveTo>
                  <a:pt x="243039" y="58420"/>
                </a:moveTo>
                <a:lnTo>
                  <a:pt x="77927" y="58420"/>
                </a:lnTo>
                <a:lnTo>
                  <a:pt x="77927" y="33020"/>
                </a:lnTo>
                <a:lnTo>
                  <a:pt x="240398" y="33020"/>
                </a:lnTo>
                <a:lnTo>
                  <a:pt x="240398" y="0"/>
                </a:lnTo>
                <a:lnTo>
                  <a:pt x="34671" y="0"/>
                </a:lnTo>
                <a:lnTo>
                  <a:pt x="34671" y="33020"/>
                </a:lnTo>
                <a:lnTo>
                  <a:pt x="34671" y="58420"/>
                </a:lnTo>
                <a:lnTo>
                  <a:pt x="34671" y="92710"/>
                </a:lnTo>
                <a:lnTo>
                  <a:pt x="243039" y="92710"/>
                </a:lnTo>
                <a:lnTo>
                  <a:pt x="243039" y="58420"/>
                </a:lnTo>
                <a:close/>
              </a:path>
              <a:path w="275589" h="292100">
                <a:moveTo>
                  <a:pt x="249643" y="259080"/>
                </a:moveTo>
                <a:lnTo>
                  <a:pt x="75285" y="259080"/>
                </a:lnTo>
                <a:lnTo>
                  <a:pt x="75285" y="242570"/>
                </a:lnTo>
                <a:lnTo>
                  <a:pt x="241719" y="242570"/>
                </a:lnTo>
                <a:lnTo>
                  <a:pt x="241719" y="212090"/>
                </a:lnTo>
                <a:lnTo>
                  <a:pt x="241719" y="195580"/>
                </a:lnTo>
                <a:lnTo>
                  <a:pt x="241719" y="163830"/>
                </a:lnTo>
                <a:lnTo>
                  <a:pt x="31699" y="163830"/>
                </a:lnTo>
                <a:lnTo>
                  <a:pt x="31699" y="195580"/>
                </a:lnTo>
                <a:lnTo>
                  <a:pt x="198793" y="195580"/>
                </a:lnTo>
                <a:lnTo>
                  <a:pt x="198793" y="212090"/>
                </a:lnTo>
                <a:lnTo>
                  <a:pt x="32029" y="212090"/>
                </a:lnTo>
                <a:lnTo>
                  <a:pt x="32029" y="242570"/>
                </a:lnTo>
                <a:lnTo>
                  <a:pt x="32029" y="259080"/>
                </a:lnTo>
                <a:lnTo>
                  <a:pt x="32029" y="292100"/>
                </a:lnTo>
                <a:lnTo>
                  <a:pt x="249643" y="292100"/>
                </a:lnTo>
                <a:lnTo>
                  <a:pt x="249643" y="259080"/>
                </a:lnTo>
                <a:close/>
              </a:path>
              <a:path w="275589" h="292100">
                <a:moveTo>
                  <a:pt x="275069" y="109220"/>
                </a:moveTo>
                <a:lnTo>
                  <a:pt x="0" y="109220"/>
                </a:lnTo>
                <a:lnTo>
                  <a:pt x="0" y="143230"/>
                </a:lnTo>
                <a:lnTo>
                  <a:pt x="69342" y="143230"/>
                </a:lnTo>
                <a:lnTo>
                  <a:pt x="69342" y="163703"/>
                </a:lnTo>
                <a:lnTo>
                  <a:pt x="112928" y="163703"/>
                </a:lnTo>
                <a:lnTo>
                  <a:pt x="112928" y="143230"/>
                </a:lnTo>
                <a:lnTo>
                  <a:pt x="165100" y="143230"/>
                </a:lnTo>
                <a:lnTo>
                  <a:pt x="165100" y="163703"/>
                </a:lnTo>
                <a:lnTo>
                  <a:pt x="208699" y="163703"/>
                </a:lnTo>
                <a:lnTo>
                  <a:pt x="208699" y="143230"/>
                </a:lnTo>
                <a:lnTo>
                  <a:pt x="275069" y="143230"/>
                </a:lnTo>
                <a:lnTo>
                  <a:pt x="275069" y="109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518943" y="2311590"/>
            <a:ext cx="569595" cy="304165"/>
          </a:xfrm>
          <a:custGeom>
            <a:avLst/>
            <a:gdLst/>
            <a:ahLst/>
            <a:cxnLst/>
            <a:rect l="l" t="t" r="r" b="b"/>
            <a:pathLst>
              <a:path w="569594" h="304164">
                <a:moveTo>
                  <a:pt x="183934" y="134721"/>
                </a:moveTo>
                <a:lnTo>
                  <a:pt x="153047" y="119989"/>
                </a:lnTo>
                <a:lnTo>
                  <a:pt x="144437" y="111607"/>
                </a:lnTo>
                <a:lnTo>
                  <a:pt x="131800" y="99314"/>
                </a:lnTo>
                <a:lnTo>
                  <a:pt x="119519" y="74549"/>
                </a:lnTo>
                <a:lnTo>
                  <a:pt x="119507" y="74383"/>
                </a:lnTo>
                <a:lnTo>
                  <a:pt x="115582" y="47548"/>
                </a:lnTo>
                <a:lnTo>
                  <a:pt x="115582" y="16510"/>
                </a:lnTo>
                <a:lnTo>
                  <a:pt x="71335" y="16510"/>
                </a:lnTo>
                <a:lnTo>
                  <a:pt x="71335" y="43916"/>
                </a:lnTo>
                <a:lnTo>
                  <a:pt x="67335" y="74383"/>
                </a:lnTo>
                <a:lnTo>
                  <a:pt x="67271" y="74549"/>
                </a:lnTo>
                <a:lnTo>
                  <a:pt x="54737" y="102450"/>
                </a:lnTo>
                <a:lnTo>
                  <a:pt x="32600" y="125920"/>
                </a:lnTo>
                <a:lnTo>
                  <a:pt x="0" y="142646"/>
                </a:lnTo>
                <a:lnTo>
                  <a:pt x="22796" y="176987"/>
                </a:lnTo>
                <a:lnTo>
                  <a:pt x="46697" y="165989"/>
                </a:lnTo>
                <a:lnTo>
                  <a:pt x="66497" y="151104"/>
                </a:lnTo>
                <a:lnTo>
                  <a:pt x="82270" y="132829"/>
                </a:lnTo>
                <a:lnTo>
                  <a:pt x="94119" y="111607"/>
                </a:lnTo>
                <a:lnTo>
                  <a:pt x="105511" y="129857"/>
                </a:lnTo>
                <a:lnTo>
                  <a:pt x="120446" y="145707"/>
                </a:lnTo>
                <a:lnTo>
                  <a:pt x="138976" y="158699"/>
                </a:lnTo>
                <a:lnTo>
                  <a:pt x="161150" y="168402"/>
                </a:lnTo>
                <a:lnTo>
                  <a:pt x="183934" y="134721"/>
                </a:lnTo>
                <a:close/>
              </a:path>
              <a:path w="569594" h="304164">
                <a:moveTo>
                  <a:pt x="247332" y="245338"/>
                </a:moveTo>
                <a:lnTo>
                  <a:pt x="240157" y="220751"/>
                </a:lnTo>
                <a:lnTo>
                  <a:pt x="239966" y="220573"/>
                </a:lnTo>
                <a:lnTo>
                  <a:pt x="219633" y="202374"/>
                </a:lnTo>
                <a:lnTo>
                  <a:pt x="204076" y="196850"/>
                </a:lnTo>
                <a:lnTo>
                  <a:pt x="204076" y="245338"/>
                </a:lnTo>
                <a:lnTo>
                  <a:pt x="200215" y="256501"/>
                </a:lnTo>
                <a:lnTo>
                  <a:pt x="188836" y="264325"/>
                </a:lnTo>
                <a:lnTo>
                  <a:pt x="170218" y="268935"/>
                </a:lnTo>
                <a:lnTo>
                  <a:pt x="144640" y="270433"/>
                </a:lnTo>
                <a:lnTo>
                  <a:pt x="118859" y="268935"/>
                </a:lnTo>
                <a:lnTo>
                  <a:pt x="100139" y="264325"/>
                </a:lnTo>
                <a:lnTo>
                  <a:pt x="88722" y="256501"/>
                </a:lnTo>
                <a:lnTo>
                  <a:pt x="84874" y="245338"/>
                </a:lnTo>
                <a:lnTo>
                  <a:pt x="88722" y="234365"/>
                </a:lnTo>
                <a:lnTo>
                  <a:pt x="100139" y="226644"/>
                </a:lnTo>
                <a:lnTo>
                  <a:pt x="118859" y="222072"/>
                </a:lnTo>
                <a:lnTo>
                  <a:pt x="144640" y="220573"/>
                </a:lnTo>
                <a:lnTo>
                  <a:pt x="170218" y="222072"/>
                </a:lnTo>
                <a:lnTo>
                  <a:pt x="188836" y="226644"/>
                </a:lnTo>
                <a:lnTo>
                  <a:pt x="200215" y="234365"/>
                </a:lnTo>
                <a:lnTo>
                  <a:pt x="204076" y="245338"/>
                </a:lnTo>
                <a:lnTo>
                  <a:pt x="204076" y="196850"/>
                </a:lnTo>
                <a:lnTo>
                  <a:pt x="187286" y="190868"/>
                </a:lnTo>
                <a:lnTo>
                  <a:pt x="144640" y="186893"/>
                </a:lnTo>
                <a:lnTo>
                  <a:pt x="101790" y="190868"/>
                </a:lnTo>
                <a:lnTo>
                  <a:pt x="69354" y="202374"/>
                </a:lnTo>
                <a:lnTo>
                  <a:pt x="48793" y="220751"/>
                </a:lnTo>
                <a:lnTo>
                  <a:pt x="41617" y="245338"/>
                </a:lnTo>
                <a:lnTo>
                  <a:pt x="48793" y="270129"/>
                </a:lnTo>
                <a:lnTo>
                  <a:pt x="69354" y="288594"/>
                </a:lnTo>
                <a:lnTo>
                  <a:pt x="101790" y="300139"/>
                </a:lnTo>
                <a:lnTo>
                  <a:pt x="144640" y="304114"/>
                </a:lnTo>
                <a:lnTo>
                  <a:pt x="187286" y="300139"/>
                </a:lnTo>
                <a:lnTo>
                  <a:pt x="219633" y="288594"/>
                </a:lnTo>
                <a:lnTo>
                  <a:pt x="239814" y="270433"/>
                </a:lnTo>
                <a:lnTo>
                  <a:pt x="240157" y="270129"/>
                </a:lnTo>
                <a:lnTo>
                  <a:pt x="247332" y="245338"/>
                </a:lnTo>
                <a:close/>
              </a:path>
              <a:path w="569594" h="304164">
                <a:moveTo>
                  <a:pt x="284314" y="70662"/>
                </a:moveTo>
                <a:lnTo>
                  <a:pt x="244030" y="70662"/>
                </a:lnTo>
                <a:lnTo>
                  <a:pt x="244030" y="330"/>
                </a:lnTo>
                <a:lnTo>
                  <a:pt x="200444" y="330"/>
                </a:lnTo>
                <a:lnTo>
                  <a:pt x="200444" y="179959"/>
                </a:lnTo>
                <a:lnTo>
                  <a:pt x="244030" y="179959"/>
                </a:lnTo>
                <a:lnTo>
                  <a:pt x="244030" y="106654"/>
                </a:lnTo>
                <a:lnTo>
                  <a:pt x="284314" y="106654"/>
                </a:lnTo>
                <a:lnTo>
                  <a:pt x="284314" y="70662"/>
                </a:lnTo>
                <a:close/>
              </a:path>
              <a:path w="569594" h="304164">
                <a:moveTo>
                  <a:pt x="459943" y="203073"/>
                </a:moveTo>
                <a:lnTo>
                  <a:pt x="434022" y="178574"/>
                </a:lnTo>
                <a:lnTo>
                  <a:pt x="426339" y="164439"/>
                </a:lnTo>
                <a:lnTo>
                  <a:pt x="417220" y="147688"/>
                </a:lnTo>
                <a:lnTo>
                  <a:pt x="408165" y="112712"/>
                </a:lnTo>
                <a:lnTo>
                  <a:pt x="405587" y="77597"/>
                </a:lnTo>
                <a:lnTo>
                  <a:pt x="405460" y="26416"/>
                </a:lnTo>
                <a:lnTo>
                  <a:pt x="363524" y="26416"/>
                </a:lnTo>
                <a:lnTo>
                  <a:pt x="363524" y="77597"/>
                </a:lnTo>
                <a:lnTo>
                  <a:pt x="360299" y="116509"/>
                </a:lnTo>
                <a:lnTo>
                  <a:pt x="349859" y="153581"/>
                </a:lnTo>
                <a:lnTo>
                  <a:pt x="331063" y="186029"/>
                </a:lnTo>
                <a:lnTo>
                  <a:pt x="302768" y="210997"/>
                </a:lnTo>
                <a:lnTo>
                  <a:pt x="328853" y="243687"/>
                </a:lnTo>
                <a:lnTo>
                  <a:pt x="347649" y="229082"/>
                </a:lnTo>
                <a:lnTo>
                  <a:pt x="363067" y="210502"/>
                </a:lnTo>
                <a:lnTo>
                  <a:pt x="375335" y="188709"/>
                </a:lnTo>
                <a:lnTo>
                  <a:pt x="384657" y="164439"/>
                </a:lnTo>
                <a:lnTo>
                  <a:pt x="393128" y="186461"/>
                </a:lnTo>
                <a:lnTo>
                  <a:pt x="404342" y="206171"/>
                </a:lnTo>
                <a:lnTo>
                  <a:pt x="418604" y="223088"/>
                </a:lnTo>
                <a:lnTo>
                  <a:pt x="436168" y="236753"/>
                </a:lnTo>
                <a:lnTo>
                  <a:pt x="459943" y="203073"/>
                </a:lnTo>
                <a:close/>
              </a:path>
              <a:path w="569594" h="304164">
                <a:moveTo>
                  <a:pt x="506831" y="4953"/>
                </a:moveTo>
                <a:lnTo>
                  <a:pt x="466217" y="4953"/>
                </a:lnTo>
                <a:lnTo>
                  <a:pt x="466217" y="102692"/>
                </a:lnTo>
                <a:lnTo>
                  <a:pt x="428244" y="102692"/>
                </a:lnTo>
                <a:lnTo>
                  <a:pt x="428244" y="138023"/>
                </a:lnTo>
                <a:lnTo>
                  <a:pt x="466217" y="138023"/>
                </a:lnTo>
                <a:lnTo>
                  <a:pt x="466217" y="290576"/>
                </a:lnTo>
                <a:lnTo>
                  <a:pt x="506831" y="290576"/>
                </a:lnTo>
                <a:lnTo>
                  <a:pt x="506831" y="4953"/>
                </a:lnTo>
                <a:close/>
              </a:path>
              <a:path w="569594" h="304164">
                <a:moveTo>
                  <a:pt x="569239" y="0"/>
                </a:moveTo>
                <a:lnTo>
                  <a:pt x="527964" y="0"/>
                </a:lnTo>
                <a:lnTo>
                  <a:pt x="527964" y="304114"/>
                </a:lnTo>
                <a:lnTo>
                  <a:pt x="569239" y="304114"/>
                </a:lnTo>
                <a:lnTo>
                  <a:pt x="569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03625" y="2311259"/>
            <a:ext cx="567690" cy="304800"/>
          </a:xfrm>
          <a:custGeom>
            <a:avLst/>
            <a:gdLst/>
            <a:ahLst/>
            <a:cxnLst/>
            <a:rect l="l" t="t" r="r" b="b"/>
            <a:pathLst>
              <a:path w="567689" h="304800">
                <a:moveTo>
                  <a:pt x="183934" y="117881"/>
                </a:moveTo>
                <a:lnTo>
                  <a:pt x="153187" y="103403"/>
                </a:lnTo>
                <a:lnTo>
                  <a:pt x="144881" y="95427"/>
                </a:lnTo>
                <a:lnTo>
                  <a:pt x="131927" y="83007"/>
                </a:lnTo>
                <a:lnTo>
                  <a:pt x="119570" y="58585"/>
                </a:lnTo>
                <a:lnTo>
                  <a:pt x="115582" y="32029"/>
                </a:lnTo>
                <a:lnTo>
                  <a:pt x="115582" y="10236"/>
                </a:lnTo>
                <a:lnTo>
                  <a:pt x="71666" y="10236"/>
                </a:lnTo>
                <a:lnTo>
                  <a:pt x="71666" y="32029"/>
                </a:lnTo>
                <a:lnTo>
                  <a:pt x="67564" y="60439"/>
                </a:lnTo>
                <a:lnTo>
                  <a:pt x="54775" y="86385"/>
                </a:lnTo>
                <a:lnTo>
                  <a:pt x="32512" y="107950"/>
                </a:lnTo>
                <a:lnTo>
                  <a:pt x="0" y="123164"/>
                </a:lnTo>
                <a:lnTo>
                  <a:pt x="22466" y="157175"/>
                </a:lnTo>
                <a:lnTo>
                  <a:pt x="46431" y="146926"/>
                </a:lnTo>
                <a:lnTo>
                  <a:pt x="66382" y="132867"/>
                </a:lnTo>
                <a:lnTo>
                  <a:pt x="82359" y="115519"/>
                </a:lnTo>
                <a:lnTo>
                  <a:pt x="94449" y="95427"/>
                </a:lnTo>
                <a:lnTo>
                  <a:pt x="105892" y="113436"/>
                </a:lnTo>
                <a:lnTo>
                  <a:pt x="120942" y="129032"/>
                </a:lnTo>
                <a:lnTo>
                  <a:pt x="139573" y="141770"/>
                </a:lnTo>
                <a:lnTo>
                  <a:pt x="161810" y="151231"/>
                </a:lnTo>
                <a:lnTo>
                  <a:pt x="183934" y="117881"/>
                </a:lnTo>
                <a:close/>
              </a:path>
              <a:path w="567689" h="304800">
                <a:moveTo>
                  <a:pt x="256578" y="330"/>
                </a:moveTo>
                <a:lnTo>
                  <a:pt x="212991" y="330"/>
                </a:lnTo>
                <a:lnTo>
                  <a:pt x="212991" y="44907"/>
                </a:lnTo>
                <a:lnTo>
                  <a:pt x="157518" y="44907"/>
                </a:lnTo>
                <a:lnTo>
                  <a:pt x="157518" y="79578"/>
                </a:lnTo>
                <a:lnTo>
                  <a:pt x="212991" y="79578"/>
                </a:lnTo>
                <a:lnTo>
                  <a:pt x="212991" y="154863"/>
                </a:lnTo>
                <a:lnTo>
                  <a:pt x="256578" y="154863"/>
                </a:lnTo>
                <a:lnTo>
                  <a:pt x="256578" y="330"/>
                </a:lnTo>
                <a:close/>
              </a:path>
              <a:path w="567689" h="304800">
                <a:moveTo>
                  <a:pt x="265163" y="267131"/>
                </a:moveTo>
                <a:lnTo>
                  <a:pt x="99402" y="267131"/>
                </a:lnTo>
                <a:lnTo>
                  <a:pt x="99402" y="249301"/>
                </a:lnTo>
                <a:lnTo>
                  <a:pt x="256578" y="249301"/>
                </a:lnTo>
                <a:lnTo>
                  <a:pt x="256578" y="167741"/>
                </a:lnTo>
                <a:lnTo>
                  <a:pt x="56146" y="167741"/>
                </a:lnTo>
                <a:lnTo>
                  <a:pt x="56146" y="201091"/>
                </a:lnTo>
                <a:lnTo>
                  <a:pt x="213652" y="201091"/>
                </a:lnTo>
                <a:lnTo>
                  <a:pt x="213652" y="217932"/>
                </a:lnTo>
                <a:lnTo>
                  <a:pt x="56476" y="217932"/>
                </a:lnTo>
                <a:lnTo>
                  <a:pt x="56476" y="301142"/>
                </a:lnTo>
                <a:lnTo>
                  <a:pt x="265163" y="301142"/>
                </a:lnTo>
                <a:lnTo>
                  <a:pt x="265163" y="267131"/>
                </a:lnTo>
                <a:close/>
              </a:path>
              <a:path w="567689" h="304800">
                <a:moveTo>
                  <a:pt x="504520" y="6934"/>
                </a:moveTo>
                <a:lnTo>
                  <a:pt x="463905" y="6934"/>
                </a:lnTo>
                <a:lnTo>
                  <a:pt x="463905" y="80568"/>
                </a:lnTo>
                <a:lnTo>
                  <a:pt x="434517" y="80568"/>
                </a:lnTo>
                <a:lnTo>
                  <a:pt x="435635" y="69850"/>
                </a:lnTo>
                <a:lnTo>
                  <a:pt x="436460" y="58940"/>
                </a:lnTo>
                <a:lnTo>
                  <a:pt x="436981" y="47790"/>
                </a:lnTo>
                <a:lnTo>
                  <a:pt x="437159" y="36322"/>
                </a:lnTo>
                <a:lnTo>
                  <a:pt x="318947" y="36322"/>
                </a:lnTo>
                <a:lnTo>
                  <a:pt x="318947" y="70993"/>
                </a:lnTo>
                <a:lnTo>
                  <a:pt x="393903" y="70993"/>
                </a:lnTo>
                <a:lnTo>
                  <a:pt x="385597" y="112788"/>
                </a:lnTo>
                <a:lnTo>
                  <a:pt x="368274" y="149542"/>
                </a:lnTo>
                <a:lnTo>
                  <a:pt x="340741" y="182016"/>
                </a:lnTo>
                <a:lnTo>
                  <a:pt x="301777" y="210997"/>
                </a:lnTo>
                <a:lnTo>
                  <a:pt x="326542" y="241376"/>
                </a:lnTo>
                <a:lnTo>
                  <a:pt x="364337" y="214515"/>
                </a:lnTo>
                <a:lnTo>
                  <a:pt x="393115" y="184505"/>
                </a:lnTo>
                <a:lnTo>
                  <a:pt x="413791" y="151384"/>
                </a:lnTo>
                <a:lnTo>
                  <a:pt x="427253" y="115239"/>
                </a:lnTo>
                <a:lnTo>
                  <a:pt x="463905" y="115239"/>
                </a:lnTo>
                <a:lnTo>
                  <a:pt x="463905" y="156514"/>
                </a:lnTo>
                <a:lnTo>
                  <a:pt x="421640" y="156514"/>
                </a:lnTo>
                <a:lnTo>
                  <a:pt x="421640" y="191516"/>
                </a:lnTo>
                <a:lnTo>
                  <a:pt x="463905" y="191516"/>
                </a:lnTo>
                <a:lnTo>
                  <a:pt x="463905" y="291236"/>
                </a:lnTo>
                <a:lnTo>
                  <a:pt x="504520" y="291236"/>
                </a:lnTo>
                <a:lnTo>
                  <a:pt x="504520" y="115239"/>
                </a:lnTo>
                <a:lnTo>
                  <a:pt x="504520" y="80568"/>
                </a:lnTo>
                <a:lnTo>
                  <a:pt x="504520" y="6934"/>
                </a:lnTo>
                <a:close/>
              </a:path>
              <a:path w="567689" h="304800">
                <a:moveTo>
                  <a:pt x="567588" y="0"/>
                </a:moveTo>
                <a:lnTo>
                  <a:pt x="526313" y="0"/>
                </a:lnTo>
                <a:lnTo>
                  <a:pt x="526313" y="304444"/>
                </a:lnTo>
                <a:lnTo>
                  <a:pt x="567588" y="304444"/>
                </a:lnTo>
                <a:lnTo>
                  <a:pt x="5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122228" y="2977755"/>
            <a:ext cx="673100" cy="195580"/>
            <a:chOff x="1122228" y="2977755"/>
            <a:chExt cx="673100" cy="195580"/>
          </a:xfrm>
        </p:grpSpPr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2228" y="2992957"/>
              <a:ext cx="319959" cy="18000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5835" y="3002126"/>
              <a:ext cx="198104" cy="17083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90482" y="2977755"/>
              <a:ext cx="104722" cy="192072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9720" y="3364849"/>
            <a:ext cx="75388" cy="75388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1342237" y="3320218"/>
            <a:ext cx="290195" cy="160020"/>
            <a:chOff x="1342237" y="3320218"/>
            <a:chExt cx="290195" cy="160020"/>
          </a:xfrm>
        </p:grpSpPr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2237" y="3320218"/>
              <a:ext cx="127662" cy="15948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0289" y="3320396"/>
              <a:ext cx="131589" cy="159489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1662455" y="3335209"/>
            <a:ext cx="144780" cy="123189"/>
          </a:xfrm>
          <a:custGeom>
            <a:avLst/>
            <a:gdLst/>
            <a:ahLst/>
            <a:cxnLst/>
            <a:rect l="l" t="t" r="r" b="b"/>
            <a:pathLst>
              <a:path w="144780" h="123189">
                <a:moveTo>
                  <a:pt x="128016" y="60960"/>
                </a:moveTo>
                <a:lnTo>
                  <a:pt x="32893" y="60960"/>
                </a:lnTo>
                <a:lnTo>
                  <a:pt x="32893" y="11430"/>
                </a:lnTo>
                <a:lnTo>
                  <a:pt x="126415" y="11430"/>
                </a:lnTo>
                <a:lnTo>
                  <a:pt x="126415" y="0"/>
                </a:lnTo>
                <a:lnTo>
                  <a:pt x="18491" y="0"/>
                </a:lnTo>
                <a:lnTo>
                  <a:pt x="18491" y="11430"/>
                </a:lnTo>
                <a:lnTo>
                  <a:pt x="18491" y="60960"/>
                </a:lnTo>
                <a:lnTo>
                  <a:pt x="18491" y="73660"/>
                </a:lnTo>
                <a:lnTo>
                  <a:pt x="128016" y="73660"/>
                </a:lnTo>
                <a:lnTo>
                  <a:pt x="128016" y="60960"/>
                </a:lnTo>
                <a:close/>
              </a:path>
              <a:path w="144780" h="123189">
                <a:moveTo>
                  <a:pt x="144729" y="110896"/>
                </a:moveTo>
                <a:lnTo>
                  <a:pt x="0" y="110896"/>
                </a:lnTo>
                <a:lnTo>
                  <a:pt x="0" y="122986"/>
                </a:lnTo>
                <a:lnTo>
                  <a:pt x="144729" y="122986"/>
                </a:lnTo>
                <a:lnTo>
                  <a:pt x="144729" y="110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871267" y="3320041"/>
            <a:ext cx="294005" cy="160020"/>
            <a:chOff x="1871267" y="3320041"/>
            <a:chExt cx="294005" cy="160020"/>
          </a:xfrm>
        </p:grpSpPr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71267" y="3320218"/>
              <a:ext cx="148136" cy="15593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874" y="3320041"/>
              <a:ext cx="122150" cy="159845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2246045" y="3320218"/>
            <a:ext cx="304165" cy="160020"/>
            <a:chOff x="2246045" y="3320218"/>
            <a:chExt cx="304165" cy="160020"/>
          </a:xfrm>
        </p:grpSpPr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46045" y="3320218"/>
              <a:ext cx="128729" cy="15948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05890" y="3323596"/>
              <a:ext cx="144198" cy="155577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2613507" y="3320041"/>
            <a:ext cx="307975" cy="160020"/>
            <a:chOff x="2613507" y="3320041"/>
            <a:chExt cx="307975" cy="160020"/>
          </a:xfrm>
        </p:grpSpPr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13507" y="3320041"/>
              <a:ext cx="137441" cy="15948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77619" y="3328397"/>
              <a:ext cx="143487" cy="1511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258138" y="2399512"/>
            <a:ext cx="153670" cy="245110"/>
          </a:xfrm>
          <a:custGeom>
            <a:avLst/>
            <a:gdLst/>
            <a:ahLst/>
            <a:cxnLst/>
            <a:rect l="l" t="t" r="r" b="b"/>
            <a:pathLst>
              <a:path w="153669" h="245110">
                <a:moveTo>
                  <a:pt x="153543" y="203200"/>
                </a:moveTo>
                <a:lnTo>
                  <a:pt x="48869" y="203200"/>
                </a:lnTo>
                <a:lnTo>
                  <a:pt x="48869" y="138430"/>
                </a:lnTo>
                <a:lnTo>
                  <a:pt x="134721" y="138430"/>
                </a:lnTo>
                <a:lnTo>
                  <a:pt x="134721" y="97790"/>
                </a:lnTo>
                <a:lnTo>
                  <a:pt x="48869" y="97790"/>
                </a:lnTo>
                <a:lnTo>
                  <a:pt x="48869" y="40640"/>
                </a:lnTo>
                <a:lnTo>
                  <a:pt x="149910" y="40640"/>
                </a:lnTo>
                <a:lnTo>
                  <a:pt x="149910" y="0"/>
                </a:lnTo>
                <a:lnTo>
                  <a:pt x="0" y="0"/>
                </a:lnTo>
                <a:lnTo>
                  <a:pt x="0" y="40640"/>
                </a:lnTo>
                <a:lnTo>
                  <a:pt x="0" y="97790"/>
                </a:lnTo>
                <a:lnTo>
                  <a:pt x="0" y="138430"/>
                </a:lnTo>
                <a:lnTo>
                  <a:pt x="0" y="203200"/>
                </a:lnTo>
                <a:lnTo>
                  <a:pt x="0" y="245110"/>
                </a:lnTo>
                <a:lnTo>
                  <a:pt x="153543" y="245110"/>
                </a:lnTo>
                <a:lnTo>
                  <a:pt x="153543" y="20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461189" y="2399631"/>
            <a:ext cx="413384" cy="244475"/>
            <a:chOff x="1461189" y="2399631"/>
            <a:chExt cx="413384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1189" y="2399631"/>
              <a:ext cx="187555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6355" y="2399631"/>
              <a:ext cx="187885" cy="244350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0869" y="2277584"/>
            <a:ext cx="10048007" cy="72088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074903" y="1046865"/>
            <a:ext cx="9017635" cy="8383905"/>
            <a:chOff x="5074903" y="1046865"/>
            <a:chExt cx="9017635" cy="83839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903" y="1046865"/>
              <a:ext cx="9017326" cy="838376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70793" y="5453437"/>
              <a:ext cx="971868" cy="109023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3612" y="5409400"/>
              <a:ext cx="1020862" cy="1134274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7" name="object 17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4924" y="2342954"/>
            <a:ext cx="189536" cy="248973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393203" y="2342954"/>
            <a:ext cx="48895" cy="244475"/>
          </a:xfrm>
          <a:custGeom>
            <a:avLst/>
            <a:gdLst/>
            <a:ahLst/>
            <a:cxnLst/>
            <a:rect l="l" t="t" r="r" b="b"/>
            <a:pathLst>
              <a:path w="48894" h="244475">
                <a:moveTo>
                  <a:pt x="48870" y="244350"/>
                </a:moveTo>
                <a:lnTo>
                  <a:pt x="0" y="244350"/>
                </a:lnTo>
                <a:lnTo>
                  <a:pt x="0" y="0"/>
                </a:lnTo>
                <a:lnTo>
                  <a:pt x="48870" y="0"/>
                </a:lnTo>
                <a:lnTo>
                  <a:pt x="48870" y="24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576349" y="2311259"/>
            <a:ext cx="567690" cy="304800"/>
          </a:xfrm>
          <a:custGeom>
            <a:avLst/>
            <a:gdLst/>
            <a:ahLst/>
            <a:cxnLst/>
            <a:rect l="l" t="t" r="r" b="b"/>
            <a:pathLst>
              <a:path w="567689" h="304800">
                <a:moveTo>
                  <a:pt x="183921" y="117881"/>
                </a:moveTo>
                <a:lnTo>
                  <a:pt x="144868" y="95427"/>
                </a:lnTo>
                <a:lnTo>
                  <a:pt x="119570" y="58585"/>
                </a:lnTo>
                <a:lnTo>
                  <a:pt x="115570" y="32029"/>
                </a:lnTo>
                <a:lnTo>
                  <a:pt x="115570" y="10236"/>
                </a:lnTo>
                <a:lnTo>
                  <a:pt x="71653" y="10236"/>
                </a:lnTo>
                <a:lnTo>
                  <a:pt x="71653" y="32029"/>
                </a:lnTo>
                <a:lnTo>
                  <a:pt x="67564" y="60439"/>
                </a:lnTo>
                <a:lnTo>
                  <a:pt x="54775" y="86385"/>
                </a:lnTo>
                <a:lnTo>
                  <a:pt x="32512" y="107950"/>
                </a:lnTo>
                <a:lnTo>
                  <a:pt x="0" y="123164"/>
                </a:lnTo>
                <a:lnTo>
                  <a:pt x="22453" y="157175"/>
                </a:lnTo>
                <a:lnTo>
                  <a:pt x="46431" y="146926"/>
                </a:lnTo>
                <a:lnTo>
                  <a:pt x="66370" y="132867"/>
                </a:lnTo>
                <a:lnTo>
                  <a:pt x="82359" y="115519"/>
                </a:lnTo>
                <a:lnTo>
                  <a:pt x="94437" y="95427"/>
                </a:lnTo>
                <a:lnTo>
                  <a:pt x="105892" y="113436"/>
                </a:lnTo>
                <a:lnTo>
                  <a:pt x="120942" y="129032"/>
                </a:lnTo>
                <a:lnTo>
                  <a:pt x="139573" y="141770"/>
                </a:lnTo>
                <a:lnTo>
                  <a:pt x="161798" y="151231"/>
                </a:lnTo>
                <a:lnTo>
                  <a:pt x="183921" y="117881"/>
                </a:lnTo>
                <a:close/>
              </a:path>
              <a:path w="567689" h="304800">
                <a:moveTo>
                  <a:pt x="256565" y="330"/>
                </a:moveTo>
                <a:lnTo>
                  <a:pt x="212979" y="330"/>
                </a:lnTo>
                <a:lnTo>
                  <a:pt x="212979" y="44907"/>
                </a:lnTo>
                <a:lnTo>
                  <a:pt x="157505" y="44907"/>
                </a:lnTo>
                <a:lnTo>
                  <a:pt x="157505" y="79578"/>
                </a:lnTo>
                <a:lnTo>
                  <a:pt x="212979" y="79578"/>
                </a:lnTo>
                <a:lnTo>
                  <a:pt x="212979" y="154863"/>
                </a:lnTo>
                <a:lnTo>
                  <a:pt x="256565" y="154863"/>
                </a:lnTo>
                <a:lnTo>
                  <a:pt x="256565" y="330"/>
                </a:lnTo>
                <a:close/>
              </a:path>
              <a:path w="567689" h="304800">
                <a:moveTo>
                  <a:pt x="265150" y="267131"/>
                </a:moveTo>
                <a:lnTo>
                  <a:pt x="99390" y="267131"/>
                </a:lnTo>
                <a:lnTo>
                  <a:pt x="99390" y="249301"/>
                </a:lnTo>
                <a:lnTo>
                  <a:pt x="256565" y="249301"/>
                </a:lnTo>
                <a:lnTo>
                  <a:pt x="256565" y="167741"/>
                </a:lnTo>
                <a:lnTo>
                  <a:pt x="56134" y="167741"/>
                </a:lnTo>
                <a:lnTo>
                  <a:pt x="56134" y="201091"/>
                </a:lnTo>
                <a:lnTo>
                  <a:pt x="213639" y="201091"/>
                </a:lnTo>
                <a:lnTo>
                  <a:pt x="213639" y="217932"/>
                </a:lnTo>
                <a:lnTo>
                  <a:pt x="56464" y="217932"/>
                </a:lnTo>
                <a:lnTo>
                  <a:pt x="56464" y="301142"/>
                </a:lnTo>
                <a:lnTo>
                  <a:pt x="265150" y="301142"/>
                </a:lnTo>
                <a:lnTo>
                  <a:pt x="265150" y="267131"/>
                </a:lnTo>
                <a:close/>
              </a:path>
              <a:path w="567689" h="304800">
                <a:moveTo>
                  <a:pt x="504520" y="6934"/>
                </a:moveTo>
                <a:lnTo>
                  <a:pt x="463905" y="6934"/>
                </a:lnTo>
                <a:lnTo>
                  <a:pt x="463905" y="80568"/>
                </a:lnTo>
                <a:lnTo>
                  <a:pt x="434517" y="80568"/>
                </a:lnTo>
                <a:lnTo>
                  <a:pt x="435622" y="69850"/>
                </a:lnTo>
                <a:lnTo>
                  <a:pt x="436460" y="58940"/>
                </a:lnTo>
                <a:lnTo>
                  <a:pt x="436981" y="47790"/>
                </a:lnTo>
                <a:lnTo>
                  <a:pt x="437159" y="36322"/>
                </a:lnTo>
                <a:lnTo>
                  <a:pt x="318947" y="36322"/>
                </a:lnTo>
                <a:lnTo>
                  <a:pt x="318947" y="70993"/>
                </a:lnTo>
                <a:lnTo>
                  <a:pt x="393903" y="70993"/>
                </a:lnTo>
                <a:lnTo>
                  <a:pt x="385584" y="112788"/>
                </a:lnTo>
                <a:lnTo>
                  <a:pt x="368274" y="149542"/>
                </a:lnTo>
                <a:lnTo>
                  <a:pt x="340728" y="182016"/>
                </a:lnTo>
                <a:lnTo>
                  <a:pt x="301777" y="210997"/>
                </a:lnTo>
                <a:lnTo>
                  <a:pt x="326542" y="241376"/>
                </a:lnTo>
                <a:lnTo>
                  <a:pt x="364337" y="214515"/>
                </a:lnTo>
                <a:lnTo>
                  <a:pt x="393115" y="184505"/>
                </a:lnTo>
                <a:lnTo>
                  <a:pt x="413791" y="151384"/>
                </a:lnTo>
                <a:lnTo>
                  <a:pt x="427253" y="115239"/>
                </a:lnTo>
                <a:lnTo>
                  <a:pt x="463905" y="115239"/>
                </a:lnTo>
                <a:lnTo>
                  <a:pt x="463905" y="156514"/>
                </a:lnTo>
                <a:lnTo>
                  <a:pt x="421640" y="156514"/>
                </a:lnTo>
                <a:lnTo>
                  <a:pt x="421640" y="191516"/>
                </a:lnTo>
                <a:lnTo>
                  <a:pt x="463905" y="191516"/>
                </a:lnTo>
                <a:lnTo>
                  <a:pt x="463905" y="291236"/>
                </a:lnTo>
                <a:lnTo>
                  <a:pt x="504520" y="291236"/>
                </a:lnTo>
                <a:lnTo>
                  <a:pt x="504520" y="115239"/>
                </a:lnTo>
                <a:lnTo>
                  <a:pt x="504520" y="80568"/>
                </a:lnTo>
                <a:lnTo>
                  <a:pt x="504520" y="6934"/>
                </a:lnTo>
                <a:close/>
              </a:path>
              <a:path w="567689" h="304800">
                <a:moveTo>
                  <a:pt x="567588" y="0"/>
                </a:moveTo>
                <a:lnTo>
                  <a:pt x="526313" y="0"/>
                </a:lnTo>
                <a:lnTo>
                  <a:pt x="526313" y="304444"/>
                </a:lnTo>
                <a:lnTo>
                  <a:pt x="567588" y="304444"/>
                </a:lnTo>
                <a:lnTo>
                  <a:pt x="5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3805" y="2220906"/>
            <a:ext cx="7494421" cy="679173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7971" y="2220906"/>
            <a:ext cx="3472533" cy="6791737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5" name="object 15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814744" y="2342954"/>
            <a:ext cx="512445" cy="244475"/>
            <a:chOff x="1814744" y="2342954"/>
            <a:chExt cx="512445" cy="244475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14744" y="2342954"/>
              <a:ext cx="214301" cy="2443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7740" y="2342954"/>
              <a:ext cx="175998" cy="24435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277953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9761" y="2947670"/>
            <a:ext cx="6066599" cy="502760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68944" y="2947670"/>
            <a:ext cx="7034530" cy="502760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16196" y="2947670"/>
            <a:ext cx="2567541" cy="50276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80310" y="2220906"/>
            <a:ext cx="8032526" cy="679567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66935" y="2220906"/>
            <a:ext cx="3470475" cy="67956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66867" y="2239956"/>
            <a:ext cx="3467016" cy="6788902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50917" y="2220906"/>
            <a:ext cx="6010253" cy="67889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8567" y="2895600"/>
            <a:ext cx="6289079" cy="4992252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36335" y="2895600"/>
            <a:ext cx="6669109" cy="495325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16196" y="2895600"/>
            <a:ext cx="2564298" cy="50212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13335" y="3097117"/>
            <a:ext cx="7229504" cy="472936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7607" y="3097117"/>
            <a:ext cx="5809976" cy="3750768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16196" y="3097117"/>
            <a:ext cx="2415235" cy="4729368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47607" y="6835388"/>
            <a:ext cx="5790404" cy="99109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30719" y="2310599"/>
            <a:ext cx="564515" cy="305435"/>
          </a:xfrm>
          <a:custGeom>
            <a:avLst/>
            <a:gdLst/>
            <a:ahLst/>
            <a:cxnLst/>
            <a:rect l="l" t="t" r="r" b="b"/>
            <a:pathLst>
              <a:path w="564514" h="305435">
                <a:moveTo>
                  <a:pt x="274726" y="147929"/>
                </a:moveTo>
                <a:lnTo>
                  <a:pt x="234772" y="147929"/>
                </a:lnTo>
                <a:lnTo>
                  <a:pt x="239166" y="118008"/>
                </a:lnTo>
                <a:lnTo>
                  <a:pt x="241414" y="91592"/>
                </a:lnTo>
                <a:lnTo>
                  <a:pt x="242252" y="67830"/>
                </a:lnTo>
                <a:lnTo>
                  <a:pt x="242366" y="18491"/>
                </a:lnTo>
                <a:lnTo>
                  <a:pt x="31369" y="18491"/>
                </a:lnTo>
                <a:lnTo>
                  <a:pt x="31369" y="53492"/>
                </a:lnTo>
                <a:lnTo>
                  <a:pt x="199771" y="53492"/>
                </a:lnTo>
                <a:lnTo>
                  <a:pt x="199555" y="73825"/>
                </a:lnTo>
                <a:lnTo>
                  <a:pt x="198488" y="96012"/>
                </a:lnTo>
                <a:lnTo>
                  <a:pt x="196011" y="120548"/>
                </a:lnTo>
                <a:lnTo>
                  <a:pt x="191516" y="147929"/>
                </a:lnTo>
                <a:lnTo>
                  <a:pt x="0" y="147929"/>
                </a:lnTo>
                <a:lnTo>
                  <a:pt x="0" y="182930"/>
                </a:lnTo>
                <a:lnTo>
                  <a:pt x="113588" y="182930"/>
                </a:lnTo>
                <a:lnTo>
                  <a:pt x="113588" y="305104"/>
                </a:lnTo>
                <a:lnTo>
                  <a:pt x="157835" y="305104"/>
                </a:lnTo>
                <a:lnTo>
                  <a:pt x="157835" y="182930"/>
                </a:lnTo>
                <a:lnTo>
                  <a:pt x="274726" y="182930"/>
                </a:lnTo>
                <a:lnTo>
                  <a:pt x="274726" y="147929"/>
                </a:lnTo>
                <a:close/>
              </a:path>
              <a:path w="564514" h="305435">
                <a:moveTo>
                  <a:pt x="460933" y="137363"/>
                </a:moveTo>
                <a:lnTo>
                  <a:pt x="455637" y="113309"/>
                </a:lnTo>
                <a:lnTo>
                  <a:pt x="454050" y="111277"/>
                </a:lnTo>
                <a:lnTo>
                  <a:pt x="440905" y="94526"/>
                </a:lnTo>
                <a:lnTo>
                  <a:pt x="419989" y="83146"/>
                </a:lnTo>
                <a:lnTo>
                  <a:pt x="419989" y="137363"/>
                </a:lnTo>
                <a:lnTo>
                  <a:pt x="417753" y="148742"/>
                </a:lnTo>
                <a:lnTo>
                  <a:pt x="411518" y="157010"/>
                </a:lnTo>
                <a:lnTo>
                  <a:pt x="402018" y="162064"/>
                </a:lnTo>
                <a:lnTo>
                  <a:pt x="389940" y="163779"/>
                </a:lnTo>
                <a:lnTo>
                  <a:pt x="377672" y="162064"/>
                </a:lnTo>
                <a:lnTo>
                  <a:pt x="368058" y="157010"/>
                </a:lnTo>
                <a:lnTo>
                  <a:pt x="361797" y="148742"/>
                </a:lnTo>
                <a:lnTo>
                  <a:pt x="359562" y="137363"/>
                </a:lnTo>
                <a:lnTo>
                  <a:pt x="361797" y="126326"/>
                </a:lnTo>
                <a:lnTo>
                  <a:pt x="368058" y="118135"/>
                </a:lnTo>
                <a:lnTo>
                  <a:pt x="377672" y="113030"/>
                </a:lnTo>
                <a:lnTo>
                  <a:pt x="389940" y="111277"/>
                </a:lnTo>
                <a:lnTo>
                  <a:pt x="402018" y="113030"/>
                </a:lnTo>
                <a:lnTo>
                  <a:pt x="411518" y="118135"/>
                </a:lnTo>
                <a:lnTo>
                  <a:pt x="417753" y="126326"/>
                </a:lnTo>
                <a:lnTo>
                  <a:pt x="419989" y="137363"/>
                </a:lnTo>
                <a:lnTo>
                  <a:pt x="419989" y="83146"/>
                </a:lnTo>
                <a:lnTo>
                  <a:pt x="418439" y="82296"/>
                </a:lnTo>
                <a:lnTo>
                  <a:pt x="389940" y="77927"/>
                </a:lnTo>
                <a:lnTo>
                  <a:pt x="361238" y="82296"/>
                </a:lnTo>
                <a:lnTo>
                  <a:pt x="338670" y="94526"/>
                </a:lnTo>
                <a:lnTo>
                  <a:pt x="323900" y="113309"/>
                </a:lnTo>
                <a:lnTo>
                  <a:pt x="318617" y="137363"/>
                </a:lnTo>
                <a:lnTo>
                  <a:pt x="323900" y="161658"/>
                </a:lnTo>
                <a:lnTo>
                  <a:pt x="338670" y="180657"/>
                </a:lnTo>
                <a:lnTo>
                  <a:pt x="361238" y="193040"/>
                </a:lnTo>
                <a:lnTo>
                  <a:pt x="389940" y="197459"/>
                </a:lnTo>
                <a:lnTo>
                  <a:pt x="418439" y="193040"/>
                </a:lnTo>
                <a:lnTo>
                  <a:pt x="440905" y="180657"/>
                </a:lnTo>
                <a:lnTo>
                  <a:pt x="453999" y="163779"/>
                </a:lnTo>
                <a:lnTo>
                  <a:pt x="455637" y="161658"/>
                </a:lnTo>
                <a:lnTo>
                  <a:pt x="460933" y="137363"/>
                </a:lnTo>
                <a:close/>
              </a:path>
              <a:path w="564514" h="305435">
                <a:moveTo>
                  <a:pt x="471170" y="33020"/>
                </a:moveTo>
                <a:lnTo>
                  <a:pt x="411734" y="33020"/>
                </a:lnTo>
                <a:lnTo>
                  <a:pt x="411734" y="0"/>
                </a:lnTo>
                <a:lnTo>
                  <a:pt x="368147" y="0"/>
                </a:lnTo>
                <a:lnTo>
                  <a:pt x="368147" y="33020"/>
                </a:lnTo>
                <a:lnTo>
                  <a:pt x="304419" y="33020"/>
                </a:lnTo>
                <a:lnTo>
                  <a:pt x="304419" y="67030"/>
                </a:lnTo>
                <a:lnTo>
                  <a:pt x="471170" y="67030"/>
                </a:lnTo>
                <a:lnTo>
                  <a:pt x="471170" y="33020"/>
                </a:lnTo>
                <a:close/>
              </a:path>
              <a:path w="564514" h="305435">
                <a:moveTo>
                  <a:pt x="557682" y="990"/>
                </a:moveTo>
                <a:lnTo>
                  <a:pt x="514096" y="990"/>
                </a:lnTo>
                <a:lnTo>
                  <a:pt x="514096" y="76606"/>
                </a:lnTo>
                <a:lnTo>
                  <a:pt x="474472" y="76606"/>
                </a:lnTo>
                <a:lnTo>
                  <a:pt x="474472" y="111277"/>
                </a:lnTo>
                <a:lnTo>
                  <a:pt x="514096" y="111277"/>
                </a:lnTo>
                <a:lnTo>
                  <a:pt x="514096" y="141655"/>
                </a:lnTo>
                <a:lnTo>
                  <a:pt x="474472" y="141655"/>
                </a:lnTo>
                <a:lnTo>
                  <a:pt x="474472" y="176326"/>
                </a:lnTo>
                <a:lnTo>
                  <a:pt x="514096" y="176326"/>
                </a:lnTo>
                <a:lnTo>
                  <a:pt x="514096" y="232791"/>
                </a:lnTo>
                <a:lnTo>
                  <a:pt x="557682" y="232791"/>
                </a:lnTo>
                <a:lnTo>
                  <a:pt x="557682" y="990"/>
                </a:lnTo>
                <a:close/>
              </a:path>
              <a:path w="564514" h="305435">
                <a:moveTo>
                  <a:pt x="564286" y="265150"/>
                </a:moveTo>
                <a:lnTo>
                  <a:pt x="400507" y="265150"/>
                </a:lnTo>
                <a:lnTo>
                  <a:pt x="400507" y="213969"/>
                </a:lnTo>
                <a:lnTo>
                  <a:pt x="356920" y="213969"/>
                </a:lnTo>
                <a:lnTo>
                  <a:pt x="356920" y="299821"/>
                </a:lnTo>
                <a:lnTo>
                  <a:pt x="564286" y="299821"/>
                </a:lnTo>
                <a:lnTo>
                  <a:pt x="564286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7103" y="2342954"/>
            <a:ext cx="512445" cy="244475"/>
            <a:chOff x="1797103" y="2342954"/>
            <a:chExt cx="512445" cy="24447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7103" y="2342954"/>
              <a:ext cx="214301" cy="2443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0100" y="2342954"/>
              <a:ext cx="175998" cy="244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60312" y="2342954"/>
              <a:ext cx="48895" cy="244475"/>
            </a:xfrm>
            <a:custGeom>
              <a:avLst/>
              <a:gdLst/>
              <a:ahLst/>
              <a:cxnLst/>
              <a:rect l="l" t="t" r="r" b="b"/>
              <a:pathLst>
                <a:path w="48894" h="244475">
                  <a:moveTo>
                    <a:pt x="48870" y="244350"/>
                  </a:moveTo>
                  <a:lnTo>
                    <a:pt x="0" y="244350"/>
                  </a:lnTo>
                  <a:lnTo>
                    <a:pt x="0" y="0"/>
                  </a:lnTo>
                  <a:lnTo>
                    <a:pt x="48870" y="0"/>
                  </a:lnTo>
                  <a:lnTo>
                    <a:pt x="48870" y="24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84363" y="2930201"/>
            <a:ext cx="6707147" cy="476986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5412" y="2930201"/>
            <a:ext cx="6401863" cy="476986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16196" y="2930201"/>
            <a:ext cx="2435916" cy="476986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6609" y="3086437"/>
            <a:ext cx="6172200" cy="4623810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128744" y="2311915"/>
            <a:ext cx="255904" cy="304165"/>
          </a:xfrm>
          <a:custGeom>
            <a:avLst/>
            <a:gdLst/>
            <a:ahLst/>
            <a:cxnLst/>
            <a:rect l="l" t="t" r="r" b="b"/>
            <a:pathLst>
              <a:path w="255905" h="304164">
                <a:moveTo>
                  <a:pt x="255907" y="180621"/>
                </a:moveTo>
                <a:lnTo>
                  <a:pt x="212320" y="180621"/>
                </a:lnTo>
                <a:lnTo>
                  <a:pt x="212320" y="107316"/>
                </a:lnTo>
                <a:lnTo>
                  <a:pt x="167413" y="107316"/>
                </a:lnTo>
                <a:lnTo>
                  <a:pt x="167413" y="72314"/>
                </a:lnTo>
                <a:lnTo>
                  <a:pt x="212320" y="72314"/>
                </a:lnTo>
                <a:lnTo>
                  <a:pt x="212320" y="0"/>
                </a:lnTo>
                <a:lnTo>
                  <a:pt x="255907" y="0"/>
                </a:lnTo>
                <a:lnTo>
                  <a:pt x="255907" y="180621"/>
                </a:lnTo>
                <a:close/>
              </a:path>
              <a:path w="255905" h="304164">
                <a:moveTo>
                  <a:pt x="175337" y="51181"/>
                </a:moveTo>
                <a:lnTo>
                  <a:pt x="11887" y="51181"/>
                </a:lnTo>
                <a:lnTo>
                  <a:pt x="11887" y="16510"/>
                </a:lnTo>
                <a:lnTo>
                  <a:pt x="175337" y="16510"/>
                </a:lnTo>
                <a:lnTo>
                  <a:pt x="175337" y="51181"/>
                </a:lnTo>
                <a:close/>
              </a:path>
              <a:path w="255905" h="304164">
                <a:moveTo>
                  <a:pt x="22123" y="178309"/>
                </a:moveTo>
                <a:lnTo>
                  <a:pt x="0" y="143968"/>
                </a:lnTo>
                <a:lnTo>
                  <a:pt x="31720" y="127798"/>
                </a:lnTo>
                <a:lnTo>
                  <a:pt x="53905" y="105499"/>
                </a:lnTo>
                <a:lnTo>
                  <a:pt x="67051" y="79238"/>
                </a:lnTo>
                <a:lnTo>
                  <a:pt x="71654" y="51181"/>
                </a:lnTo>
                <a:lnTo>
                  <a:pt x="116231" y="51181"/>
                </a:lnTo>
                <a:lnTo>
                  <a:pt x="120647" y="77200"/>
                </a:lnTo>
                <a:lnTo>
                  <a:pt x="133236" y="101826"/>
                </a:lnTo>
                <a:lnTo>
                  <a:pt x="144091" y="112599"/>
                </a:lnTo>
                <a:lnTo>
                  <a:pt x="94768" y="112599"/>
                </a:lnTo>
                <a:lnTo>
                  <a:pt x="82674" y="133778"/>
                </a:lnTo>
                <a:lnTo>
                  <a:pt x="66618" y="152264"/>
                </a:lnTo>
                <a:lnTo>
                  <a:pt x="46476" y="167345"/>
                </a:lnTo>
                <a:lnTo>
                  <a:pt x="22123" y="178309"/>
                </a:lnTo>
                <a:close/>
              </a:path>
              <a:path w="255905" h="304164">
                <a:moveTo>
                  <a:pt x="163780" y="172366"/>
                </a:moveTo>
                <a:lnTo>
                  <a:pt x="140738" y="162238"/>
                </a:lnTo>
                <a:lnTo>
                  <a:pt x="121597" y="148550"/>
                </a:lnTo>
                <a:lnTo>
                  <a:pt x="106294" y="131828"/>
                </a:lnTo>
                <a:lnTo>
                  <a:pt x="94768" y="112599"/>
                </a:lnTo>
                <a:lnTo>
                  <a:pt x="144091" y="112599"/>
                </a:lnTo>
                <a:lnTo>
                  <a:pt x="154493" y="122923"/>
                </a:lnTo>
                <a:lnTo>
                  <a:pt x="184913" y="138355"/>
                </a:lnTo>
                <a:lnTo>
                  <a:pt x="163780" y="172366"/>
                </a:lnTo>
                <a:close/>
              </a:path>
              <a:path w="255905" h="304164">
                <a:moveTo>
                  <a:pt x="255907" y="304117"/>
                </a:moveTo>
                <a:lnTo>
                  <a:pt x="212320" y="304117"/>
                </a:lnTo>
                <a:lnTo>
                  <a:pt x="212320" y="228830"/>
                </a:lnTo>
                <a:lnTo>
                  <a:pt x="48539" y="228830"/>
                </a:lnTo>
                <a:lnTo>
                  <a:pt x="48539" y="194159"/>
                </a:lnTo>
                <a:lnTo>
                  <a:pt x="255907" y="194159"/>
                </a:lnTo>
                <a:lnTo>
                  <a:pt x="255907" y="304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34149" y="2316207"/>
            <a:ext cx="274955" cy="300355"/>
          </a:xfrm>
          <a:custGeom>
            <a:avLst/>
            <a:gdLst/>
            <a:ahLst/>
            <a:cxnLst/>
            <a:rect l="l" t="t" r="r" b="b"/>
            <a:pathLst>
              <a:path w="274955" h="300355">
                <a:moveTo>
                  <a:pt x="136704" y="299824"/>
                </a:moveTo>
                <a:lnTo>
                  <a:pt x="92523" y="296125"/>
                </a:lnTo>
                <a:lnTo>
                  <a:pt x="59395" y="285336"/>
                </a:lnTo>
                <a:lnTo>
                  <a:pt x="38587" y="267923"/>
                </a:lnTo>
                <a:lnTo>
                  <a:pt x="31369" y="244350"/>
                </a:lnTo>
                <a:lnTo>
                  <a:pt x="38587" y="220828"/>
                </a:lnTo>
                <a:lnTo>
                  <a:pt x="59395" y="203528"/>
                </a:lnTo>
                <a:lnTo>
                  <a:pt x="92523" y="192854"/>
                </a:lnTo>
                <a:lnTo>
                  <a:pt x="136704" y="189206"/>
                </a:lnTo>
                <a:lnTo>
                  <a:pt x="180935" y="192854"/>
                </a:lnTo>
                <a:lnTo>
                  <a:pt x="214178" y="203528"/>
                </a:lnTo>
                <a:lnTo>
                  <a:pt x="235099" y="220828"/>
                </a:lnTo>
                <a:lnTo>
                  <a:pt x="235531" y="222226"/>
                </a:lnTo>
                <a:lnTo>
                  <a:pt x="136704" y="222226"/>
                </a:lnTo>
                <a:lnTo>
                  <a:pt x="109973" y="223501"/>
                </a:lnTo>
                <a:lnTo>
                  <a:pt x="90764" y="227468"/>
                </a:lnTo>
                <a:lnTo>
                  <a:pt x="79171" y="234346"/>
                </a:lnTo>
                <a:lnTo>
                  <a:pt x="75286" y="244350"/>
                </a:lnTo>
                <a:lnTo>
                  <a:pt x="79171" y="254406"/>
                </a:lnTo>
                <a:lnTo>
                  <a:pt x="90764" y="261397"/>
                </a:lnTo>
                <a:lnTo>
                  <a:pt x="109973" y="265478"/>
                </a:lnTo>
                <a:lnTo>
                  <a:pt x="136704" y="266804"/>
                </a:lnTo>
                <a:lnTo>
                  <a:pt x="235444" y="266804"/>
                </a:lnTo>
                <a:lnTo>
                  <a:pt x="235099" y="267923"/>
                </a:lnTo>
                <a:lnTo>
                  <a:pt x="214178" y="285336"/>
                </a:lnTo>
                <a:lnTo>
                  <a:pt x="180935" y="296125"/>
                </a:lnTo>
                <a:lnTo>
                  <a:pt x="136704" y="299824"/>
                </a:lnTo>
                <a:close/>
              </a:path>
              <a:path w="274955" h="300355">
                <a:moveTo>
                  <a:pt x="235444" y="266804"/>
                </a:moveTo>
                <a:lnTo>
                  <a:pt x="136704" y="266804"/>
                </a:lnTo>
                <a:lnTo>
                  <a:pt x="163435" y="265478"/>
                </a:lnTo>
                <a:lnTo>
                  <a:pt x="182643" y="261397"/>
                </a:lnTo>
                <a:lnTo>
                  <a:pt x="194236" y="254406"/>
                </a:lnTo>
                <a:lnTo>
                  <a:pt x="198121" y="244350"/>
                </a:lnTo>
                <a:lnTo>
                  <a:pt x="194236" y="234346"/>
                </a:lnTo>
                <a:lnTo>
                  <a:pt x="182643" y="227468"/>
                </a:lnTo>
                <a:lnTo>
                  <a:pt x="163435" y="223501"/>
                </a:lnTo>
                <a:lnTo>
                  <a:pt x="136704" y="222226"/>
                </a:lnTo>
                <a:lnTo>
                  <a:pt x="235531" y="222226"/>
                </a:lnTo>
                <a:lnTo>
                  <a:pt x="242369" y="244350"/>
                </a:lnTo>
                <a:lnTo>
                  <a:pt x="235444" y="266804"/>
                </a:lnTo>
                <a:close/>
              </a:path>
              <a:path w="274955" h="300355">
                <a:moveTo>
                  <a:pt x="105334" y="139675"/>
                </a:moveTo>
                <a:lnTo>
                  <a:pt x="61747" y="139675"/>
                </a:lnTo>
                <a:lnTo>
                  <a:pt x="61747" y="103023"/>
                </a:lnTo>
                <a:lnTo>
                  <a:pt x="47188" y="94618"/>
                </a:lnTo>
                <a:lnTo>
                  <a:pt x="36404" y="84325"/>
                </a:lnTo>
                <a:lnTo>
                  <a:pt x="29813" y="72428"/>
                </a:lnTo>
                <a:lnTo>
                  <a:pt x="29707" y="72237"/>
                </a:lnTo>
                <a:lnTo>
                  <a:pt x="27406" y="58445"/>
                </a:lnTo>
                <a:lnTo>
                  <a:pt x="35161" y="33990"/>
                </a:lnTo>
                <a:lnTo>
                  <a:pt x="57248" y="15602"/>
                </a:lnTo>
                <a:lnTo>
                  <a:pt x="91904" y="4024"/>
                </a:lnTo>
                <a:lnTo>
                  <a:pt x="137364" y="0"/>
                </a:lnTo>
                <a:lnTo>
                  <a:pt x="183015" y="4024"/>
                </a:lnTo>
                <a:lnTo>
                  <a:pt x="217769" y="15602"/>
                </a:lnTo>
                <a:lnTo>
                  <a:pt x="238725" y="33020"/>
                </a:lnTo>
                <a:lnTo>
                  <a:pt x="137364" y="33020"/>
                </a:lnTo>
                <a:lnTo>
                  <a:pt x="109787" y="34578"/>
                </a:lnTo>
                <a:lnTo>
                  <a:pt x="89361" y="39294"/>
                </a:lnTo>
                <a:lnTo>
                  <a:pt x="76674" y="47229"/>
                </a:lnTo>
                <a:lnTo>
                  <a:pt x="72314" y="58445"/>
                </a:lnTo>
                <a:lnTo>
                  <a:pt x="76674" y="69332"/>
                </a:lnTo>
                <a:lnTo>
                  <a:pt x="89361" y="77184"/>
                </a:lnTo>
                <a:lnTo>
                  <a:pt x="109787" y="81941"/>
                </a:lnTo>
                <a:lnTo>
                  <a:pt x="137364" y="83541"/>
                </a:lnTo>
                <a:lnTo>
                  <a:pt x="239012" y="83541"/>
                </a:lnTo>
                <a:lnTo>
                  <a:pt x="238406" y="84614"/>
                </a:lnTo>
                <a:lnTo>
                  <a:pt x="227313" y="94943"/>
                </a:lnTo>
                <a:lnTo>
                  <a:pt x="212320" y="103353"/>
                </a:lnTo>
                <a:lnTo>
                  <a:pt x="212320" y="114250"/>
                </a:lnTo>
                <a:lnTo>
                  <a:pt x="105334" y="114250"/>
                </a:lnTo>
                <a:lnTo>
                  <a:pt x="105334" y="139675"/>
                </a:lnTo>
                <a:close/>
              </a:path>
              <a:path w="274955" h="300355">
                <a:moveTo>
                  <a:pt x="239012" y="83541"/>
                </a:moveTo>
                <a:lnTo>
                  <a:pt x="137364" y="83541"/>
                </a:lnTo>
                <a:lnTo>
                  <a:pt x="165132" y="81941"/>
                </a:lnTo>
                <a:lnTo>
                  <a:pt x="185656" y="77184"/>
                </a:lnTo>
                <a:lnTo>
                  <a:pt x="198379" y="69332"/>
                </a:lnTo>
                <a:lnTo>
                  <a:pt x="202744" y="58445"/>
                </a:lnTo>
                <a:lnTo>
                  <a:pt x="198379" y="47229"/>
                </a:lnTo>
                <a:lnTo>
                  <a:pt x="185656" y="39294"/>
                </a:lnTo>
                <a:lnTo>
                  <a:pt x="165132" y="34578"/>
                </a:lnTo>
                <a:lnTo>
                  <a:pt x="137364" y="33020"/>
                </a:lnTo>
                <a:lnTo>
                  <a:pt x="238725" y="33020"/>
                </a:lnTo>
                <a:lnTo>
                  <a:pt x="239892" y="33990"/>
                </a:lnTo>
                <a:lnTo>
                  <a:pt x="247652" y="58445"/>
                </a:lnTo>
                <a:lnTo>
                  <a:pt x="245321" y="72237"/>
                </a:lnTo>
                <a:lnTo>
                  <a:pt x="245289" y="72428"/>
                </a:lnTo>
                <a:lnTo>
                  <a:pt x="239012" y="83541"/>
                </a:lnTo>
                <a:close/>
              </a:path>
              <a:path w="274955" h="300355">
                <a:moveTo>
                  <a:pt x="145778" y="116107"/>
                </a:moveTo>
                <a:lnTo>
                  <a:pt x="128877" y="116107"/>
                </a:lnTo>
                <a:lnTo>
                  <a:pt x="120730" y="115736"/>
                </a:lnTo>
                <a:lnTo>
                  <a:pt x="112893" y="115117"/>
                </a:lnTo>
                <a:lnTo>
                  <a:pt x="105334" y="114250"/>
                </a:lnTo>
                <a:lnTo>
                  <a:pt x="212320" y="114250"/>
                </a:lnTo>
                <a:lnTo>
                  <a:pt x="212320" y="114580"/>
                </a:lnTo>
                <a:lnTo>
                  <a:pt x="168733" y="114580"/>
                </a:lnTo>
                <a:lnTo>
                  <a:pt x="161371" y="115256"/>
                </a:lnTo>
                <a:lnTo>
                  <a:pt x="154278" y="115736"/>
                </a:lnTo>
                <a:lnTo>
                  <a:pt x="154654" y="115736"/>
                </a:lnTo>
                <a:lnTo>
                  <a:pt x="145778" y="116107"/>
                </a:lnTo>
                <a:close/>
              </a:path>
              <a:path w="274955" h="300355">
                <a:moveTo>
                  <a:pt x="212320" y="139675"/>
                </a:moveTo>
                <a:lnTo>
                  <a:pt x="168733" y="139675"/>
                </a:lnTo>
                <a:lnTo>
                  <a:pt x="168733" y="114580"/>
                </a:lnTo>
                <a:lnTo>
                  <a:pt x="212320" y="114580"/>
                </a:lnTo>
                <a:lnTo>
                  <a:pt x="212320" y="139675"/>
                </a:lnTo>
                <a:close/>
              </a:path>
              <a:path w="274955" h="300355">
                <a:moveTo>
                  <a:pt x="274729" y="174017"/>
                </a:moveTo>
                <a:lnTo>
                  <a:pt x="0" y="174017"/>
                </a:lnTo>
                <a:lnTo>
                  <a:pt x="0" y="139675"/>
                </a:lnTo>
                <a:lnTo>
                  <a:pt x="274729" y="139675"/>
                </a:lnTo>
                <a:lnTo>
                  <a:pt x="274729" y="174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32572" y="2311259"/>
            <a:ext cx="858519" cy="305435"/>
          </a:xfrm>
          <a:custGeom>
            <a:avLst/>
            <a:gdLst/>
            <a:ahLst/>
            <a:cxnLst/>
            <a:rect l="l" t="t" r="r" b="b"/>
            <a:pathLst>
              <a:path w="858519" h="305435">
                <a:moveTo>
                  <a:pt x="161798" y="77927"/>
                </a:moveTo>
                <a:lnTo>
                  <a:pt x="155702" y="50292"/>
                </a:lnTo>
                <a:lnTo>
                  <a:pt x="150774" y="43916"/>
                </a:lnTo>
                <a:lnTo>
                  <a:pt x="138811" y="28435"/>
                </a:lnTo>
                <a:lnTo>
                  <a:pt x="119862" y="17830"/>
                </a:lnTo>
                <a:lnTo>
                  <a:pt x="119862" y="77927"/>
                </a:lnTo>
                <a:lnTo>
                  <a:pt x="116979" y="92354"/>
                </a:lnTo>
                <a:lnTo>
                  <a:pt x="108927" y="103149"/>
                </a:lnTo>
                <a:lnTo>
                  <a:pt x="96596" y="109918"/>
                </a:lnTo>
                <a:lnTo>
                  <a:pt x="80899" y="112268"/>
                </a:lnTo>
                <a:lnTo>
                  <a:pt x="65201" y="109918"/>
                </a:lnTo>
                <a:lnTo>
                  <a:pt x="52870" y="103149"/>
                </a:lnTo>
                <a:lnTo>
                  <a:pt x="44818" y="92354"/>
                </a:lnTo>
                <a:lnTo>
                  <a:pt x="41935" y="77927"/>
                </a:lnTo>
                <a:lnTo>
                  <a:pt x="44818" y="63703"/>
                </a:lnTo>
                <a:lnTo>
                  <a:pt x="52870" y="52997"/>
                </a:lnTo>
                <a:lnTo>
                  <a:pt x="65201" y="46266"/>
                </a:lnTo>
                <a:lnTo>
                  <a:pt x="80899" y="43916"/>
                </a:lnTo>
                <a:lnTo>
                  <a:pt x="96596" y="46266"/>
                </a:lnTo>
                <a:lnTo>
                  <a:pt x="108927" y="52997"/>
                </a:lnTo>
                <a:lnTo>
                  <a:pt x="116979" y="63703"/>
                </a:lnTo>
                <a:lnTo>
                  <a:pt x="119862" y="77927"/>
                </a:lnTo>
                <a:lnTo>
                  <a:pt x="119862" y="17830"/>
                </a:lnTo>
                <a:lnTo>
                  <a:pt x="113182" y="14084"/>
                </a:lnTo>
                <a:lnTo>
                  <a:pt x="80899" y="8915"/>
                </a:lnTo>
                <a:lnTo>
                  <a:pt x="48755" y="14084"/>
                </a:lnTo>
                <a:lnTo>
                  <a:pt x="23114" y="28435"/>
                </a:lnTo>
                <a:lnTo>
                  <a:pt x="6134" y="50292"/>
                </a:lnTo>
                <a:lnTo>
                  <a:pt x="0" y="77927"/>
                </a:lnTo>
                <a:lnTo>
                  <a:pt x="6134" y="105892"/>
                </a:lnTo>
                <a:lnTo>
                  <a:pt x="23114" y="127825"/>
                </a:lnTo>
                <a:lnTo>
                  <a:pt x="48755" y="142151"/>
                </a:lnTo>
                <a:lnTo>
                  <a:pt x="80899" y="147269"/>
                </a:lnTo>
                <a:lnTo>
                  <a:pt x="113182" y="142151"/>
                </a:lnTo>
                <a:lnTo>
                  <a:pt x="138811" y="127825"/>
                </a:lnTo>
                <a:lnTo>
                  <a:pt x="150799" y="112268"/>
                </a:lnTo>
                <a:lnTo>
                  <a:pt x="155702" y="105892"/>
                </a:lnTo>
                <a:lnTo>
                  <a:pt x="161798" y="77927"/>
                </a:lnTo>
                <a:close/>
              </a:path>
              <a:path w="858519" h="305435">
                <a:moveTo>
                  <a:pt x="245668" y="267131"/>
                </a:moveTo>
                <a:lnTo>
                  <a:pt x="79908" y="267131"/>
                </a:lnTo>
                <a:lnTo>
                  <a:pt x="79908" y="247319"/>
                </a:lnTo>
                <a:lnTo>
                  <a:pt x="237083" y="247319"/>
                </a:lnTo>
                <a:lnTo>
                  <a:pt x="237083" y="164109"/>
                </a:lnTo>
                <a:lnTo>
                  <a:pt x="36322" y="164109"/>
                </a:lnTo>
                <a:lnTo>
                  <a:pt x="36322" y="197789"/>
                </a:lnTo>
                <a:lnTo>
                  <a:pt x="194157" y="197789"/>
                </a:lnTo>
                <a:lnTo>
                  <a:pt x="194157" y="215950"/>
                </a:lnTo>
                <a:lnTo>
                  <a:pt x="36652" y="215950"/>
                </a:lnTo>
                <a:lnTo>
                  <a:pt x="36652" y="300812"/>
                </a:lnTo>
                <a:lnTo>
                  <a:pt x="245668" y="300812"/>
                </a:lnTo>
                <a:lnTo>
                  <a:pt x="245668" y="267131"/>
                </a:lnTo>
                <a:close/>
              </a:path>
              <a:path w="858519" h="305435">
                <a:moveTo>
                  <a:pt x="277037" y="58775"/>
                </a:moveTo>
                <a:lnTo>
                  <a:pt x="237083" y="58775"/>
                </a:lnTo>
                <a:lnTo>
                  <a:pt x="237083" y="330"/>
                </a:lnTo>
                <a:lnTo>
                  <a:pt x="193497" y="330"/>
                </a:lnTo>
                <a:lnTo>
                  <a:pt x="193497" y="152222"/>
                </a:lnTo>
                <a:lnTo>
                  <a:pt x="237083" y="152222"/>
                </a:lnTo>
                <a:lnTo>
                  <a:pt x="237083" y="94437"/>
                </a:lnTo>
                <a:lnTo>
                  <a:pt x="277037" y="94437"/>
                </a:lnTo>
                <a:lnTo>
                  <a:pt x="277037" y="58775"/>
                </a:lnTo>
                <a:close/>
              </a:path>
              <a:path w="858519" h="305435">
                <a:moveTo>
                  <a:pt x="550418" y="26416"/>
                </a:moveTo>
                <a:lnTo>
                  <a:pt x="329501" y="26416"/>
                </a:lnTo>
                <a:lnTo>
                  <a:pt x="329501" y="61087"/>
                </a:lnTo>
                <a:lnTo>
                  <a:pt x="506831" y="61087"/>
                </a:lnTo>
                <a:lnTo>
                  <a:pt x="506539" y="89014"/>
                </a:lnTo>
                <a:lnTo>
                  <a:pt x="505053" y="120319"/>
                </a:lnTo>
                <a:lnTo>
                  <a:pt x="501396" y="155765"/>
                </a:lnTo>
                <a:lnTo>
                  <a:pt x="501294" y="156375"/>
                </a:lnTo>
                <a:lnTo>
                  <a:pt x="494614" y="196138"/>
                </a:lnTo>
                <a:lnTo>
                  <a:pt x="538200" y="201091"/>
                </a:lnTo>
                <a:lnTo>
                  <a:pt x="545261" y="156375"/>
                </a:lnTo>
                <a:lnTo>
                  <a:pt x="545312" y="155765"/>
                </a:lnTo>
                <a:lnTo>
                  <a:pt x="548881" y="118249"/>
                </a:lnTo>
                <a:lnTo>
                  <a:pt x="550227" y="85140"/>
                </a:lnTo>
                <a:lnTo>
                  <a:pt x="550379" y="61087"/>
                </a:lnTo>
                <a:lnTo>
                  <a:pt x="550418" y="26416"/>
                </a:lnTo>
                <a:close/>
              </a:path>
              <a:path w="858519" h="305435">
                <a:moveTo>
                  <a:pt x="576834" y="232791"/>
                </a:moveTo>
                <a:lnTo>
                  <a:pt x="442429" y="232791"/>
                </a:lnTo>
                <a:lnTo>
                  <a:pt x="442429" y="128117"/>
                </a:lnTo>
                <a:lnTo>
                  <a:pt x="398843" y="128117"/>
                </a:lnTo>
                <a:lnTo>
                  <a:pt x="398843" y="232791"/>
                </a:lnTo>
                <a:lnTo>
                  <a:pt x="301764" y="232791"/>
                </a:lnTo>
                <a:lnTo>
                  <a:pt x="301764" y="267792"/>
                </a:lnTo>
                <a:lnTo>
                  <a:pt x="576834" y="267792"/>
                </a:lnTo>
                <a:lnTo>
                  <a:pt x="576834" y="232791"/>
                </a:lnTo>
                <a:close/>
              </a:path>
              <a:path w="858519" h="305435">
                <a:moveTo>
                  <a:pt x="798029" y="223875"/>
                </a:moveTo>
                <a:lnTo>
                  <a:pt x="794702" y="198450"/>
                </a:lnTo>
                <a:lnTo>
                  <a:pt x="794613" y="197789"/>
                </a:lnTo>
                <a:lnTo>
                  <a:pt x="793407" y="188544"/>
                </a:lnTo>
                <a:lnTo>
                  <a:pt x="761885" y="193116"/>
                </a:lnTo>
                <a:lnTo>
                  <a:pt x="730923" y="196100"/>
                </a:lnTo>
                <a:lnTo>
                  <a:pt x="699338" y="197789"/>
                </a:lnTo>
                <a:lnTo>
                  <a:pt x="665949" y="198450"/>
                </a:lnTo>
                <a:lnTo>
                  <a:pt x="665949" y="143637"/>
                </a:lnTo>
                <a:lnTo>
                  <a:pt x="764679" y="143637"/>
                </a:lnTo>
                <a:lnTo>
                  <a:pt x="764679" y="26085"/>
                </a:lnTo>
                <a:lnTo>
                  <a:pt x="621042" y="26085"/>
                </a:lnTo>
                <a:lnTo>
                  <a:pt x="621042" y="60756"/>
                </a:lnTo>
                <a:lnTo>
                  <a:pt x="720102" y="60756"/>
                </a:lnTo>
                <a:lnTo>
                  <a:pt x="720102" y="109296"/>
                </a:lnTo>
                <a:lnTo>
                  <a:pt x="621372" y="109296"/>
                </a:lnTo>
                <a:lnTo>
                  <a:pt x="621372" y="234442"/>
                </a:lnTo>
                <a:lnTo>
                  <a:pt x="648779" y="234442"/>
                </a:lnTo>
                <a:lnTo>
                  <a:pt x="688403" y="233997"/>
                </a:lnTo>
                <a:lnTo>
                  <a:pt x="725512" y="232384"/>
                </a:lnTo>
                <a:lnTo>
                  <a:pt x="761568" y="229146"/>
                </a:lnTo>
                <a:lnTo>
                  <a:pt x="798029" y="223875"/>
                </a:lnTo>
                <a:close/>
              </a:path>
              <a:path w="858519" h="305435">
                <a:moveTo>
                  <a:pt x="858126" y="0"/>
                </a:moveTo>
                <a:lnTo>
                  <a:pt x="814539" y="0"/>
                </a:lnTo>
                <a:lnTo>
                  <a:pt x="814539" y="305104"/>
                </a:lnTo>
                <a:lnTo>
                  <a:pt x="858126" y="305104"/>
                </a:lnTo>
                <a:lnTo>
                  <a:pt x="8581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741525" y="2323472"/>
            <a:ext cx="274955" cy="288925"/>
          </a:xfrm>
          <a:custGeom>
            <a:avLst/>
            <a:gdLst/>
            <a:ahLst/>
            <a:cxnLst/>
            <a:rect l="l" t="t" r="r" b="b"/>
            <a:pathLst>
              <a:path w="274955" h="288925">
                <a:moveTo>
                  <a:pt x="249963" y="34671"/>
                </a:moveTo>
                <a:lnTo>
                  <a:pt x="25095" y="34671"/>
                </a:lnTo>
                <a:lnTo>
                  <a:pt x="25095" y="0"/>
                </a:lnTo>
                <a:lnTo>
                  <a:pt x="249963" y="0"/>
                </a:lnTo>
                <a:lnTo>
                  <a:pt x="249963" y="34671"/>
                </a:lnTo>
                <a:close/>
              </a:path>
              <a:path w="274955" h="288925">
                <a:moveTo>
                  <a:pt x="26746" y="114910"/>
                </a:moveTo>
                <a:lnTo>
                  <a:pt x="11887" y="80899"/>
                </a:lnTo>
                <a:lnTo>
                  <a:pt x="49901" y="74512"/>
                </a:lnTo>
                <a:lnTo>
                  <a:pt x="78010" y="63729"/>
                </a:lnTo>
                <a:lnTo>
                  <a:pt x="96584" y="49974"/>
                </a:lnTo>
                <a:lnTo>
                  <a:pt x="105995" y="34671"/>
                </a:lnTo>
                <a:lnTo>
                  <a:pt x="168733" y="34671"/>
                </a:lnTo>
                <a:lnTo>
                  <a:pt x="178103" y="49974"/>
                </a:lnTo>
                <a:lnTo>
                  <a:pt x="190852" y="59436"/>
                </a:lnTo>
                <a:lnTo>
                  <a:pt x="137364" y="59436"/>
                </a:lnTo>
                <a:lnTo>
                  <a:pt x="121287" y="79620"/>
                </a:lnTo>
                <a:lnTo>
                  <a:pt x="97409" y="96089"/>
                </a:lnTo>
                <a:lnTo>
                  <a:pt x="65854" y="108100"/>
                </a:lnTo>
                <a:lnTo>
                  <a:pt x="26746" y="114910"/>
                </a:lnTo>
                <a:close/>
              </a:path>
              <a:path w="274955" h="288925">
                <a:moveTo>
                  <a:pt x="247982" y="114910"/>
                </a:moveTo>
                <a:lnTo>
                  <a:pt x="208827" y="108100"/>
                </a:lnTo>
                <a:lnTo>
                  <a:pt x="177195" y="96089"/>
                </a:lnTo>
                <a:lnTo>
                  <a:pt x="153301" y="79620"/>
                </a:lnTo>
                <a:lnTo>
                  <a:pt x="137364" y="59436"/>
                </a:lnTo>
                <a:lnTo>
                  <a:pt x="190852" y="59436"/>
                </a:lnTo>
                <a:lnTo>
                  <a:pt x="196635" y="63729"/>
                </a:lnTo>
                <a:lnTo>
                  <a:pt x="224827" y="74512"/>
                </a:lnTo>
                <a:lnTo>
                  <a:pt x="263171" y="80899"/>
                </a:lnTo>
                <a:lnTo>
                  <a:pt x="247982" y="114910"/>
                </a:lnTo>
                <a:close/>
              </a:path>
              <a:path w="274955" h="288925">
                <a:moveTo>
                  <a:pt x="242038" y="288597"/>
                </a:moveTo>
                <a:lnTo>
                  <a:pt x="32029" y="288597"/>
                </a:lnTo>
                <a:lnTo>
                  <a:pt x="32029" y="182932"/>
                </a:lnTo>
                <a:lnTo>
                  <a:pt x="242038" y="182932"/>
                </a:lnTo>
                <a:lnTo>
                  <a:pt x="242038" y="217273"/>
                </a:lnTo>
                <a:lnTo>
                  <a:pt x="74625" y="217273"/>
                </a:lnTo>
                <a:lnTo>
                  <a:pt x="74625" y="254586"/>
                </a:lnTo>
                <a:lnTo>
                  <a:pt x="242038" y="254586"/>
                </a:lnTo>
                <a:lnTo>
                  <a:pt x="242038" y="288597"/>
                </a:lnTo>
                <a:close/>
              </a:path>
              <a:path w="274955" h="288925">
                <a:moveTo>
                  <a:pt x="242038" y="254586"/>
                </a:moveTo>
                <a:lnTo>
                  <a:pt x="199112" y="254586"/>
                </a:lnTo>
                <a:lnTo>
                  <a:pt x="199112" y="217273"/>
                </a:lnTo>
                <a:lnTo>
                  <a:pt x="242038" y="217273"/>
                </a:lnTo>
                <a:lnTo>
                  <a:pt x="242038" y="254586"/>
                </a:lnTo>
                <a:close/>
              </a:path>
              <a:path w="274955" h="288925">
                <a:moveTo>
                  <a:pt x="274729" y="160478"/>
                </a:moveTo>
                <a:lnTo>
                  <a:pt x="0" y="160478"/>
                </a:lnTo>
                <a:lnTo>
                  <a:pt x="0" y="125807"/>
                </a:lnTo>
                <a:lnTo>
                  <a:pt x="274729" y="125807"/>
                </a:lnTo>
                <a:lnTo>
                  <a:pt x="274729" y="160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0514" y="2342954"/>
            <a:ext cx="146940" cy="244350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1142363" y="2967431"/>
            <a:ext cx="692785" cy="228600"/>
            <a:chOff x="1142363" y="2967431"/>
            <a:chExt cx="692785" cy="228600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363" y="2967431"/>
              <a:ext cx="475495" cy="22808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0039" y="2971521"/>
              <a:ext cx="184852" cy="220197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6421" y="3627777"/>
            <a:ext cx="113080" cy="113080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1449923" y="3560035"/>
            <a:ext cx="464184" cy="234950"/>
            <a:chOff x="1449923" y="3560035"/>
            <a:chExt cx="464184" cy="234950"/>
          </a:xfrm>
        </p:grpSpPr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9923" y="3566969"/>
              <a:ext cx="217093" cy="22776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2080" y="3560035"/>
              <a:ext cx="221635" cy="234696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995191" y="3560835"/>
            <a:ext cx="438784" cy="238760"/>
            <a:chOff x="1995191" y="3560835"/>
            <a:chExt cx="438784" cy="238760"/>
          </a:xfrm>
        </p:grpSpPr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95191" y="3560835"/>
              <a:ext cx="201091" cy="23389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38689" y="3561102"/>
              <a:ext cx="194957" cy="237896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2488053" y="3561102"/>
            <a:ext cx="638810" cy="271780"/>
            <a:chOff x="2488053" y="3561102"/>
            <a:chExt cx="638810" cy="271780"/>
          </a:xfrm>
        </p:grpSpPr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88053" y="3561102"/>
              <a:ext cx="211226" cy="23896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731283" y="3562169"/>
              <a:ext cx="54610" cy="271145"/>
            </a:xfrm>
            <a:custGeom>
              <a:avLst/>
              <a:gdLst/>
              <a:ahLst/>
              <a:cxnLst/>
              <a:rect l="l" t="t" r="r" b="b"/>
              <a:pathLst>
                <a:path w="54610" h="271145">
                  <a:moveTo>
                    <a:pt x="39204" y="270700"/>
                  </a:moveTo>
                  <a:lnTo>
                    <a:pt x="22727" y="240042"/>
                  </a:lnTo>
                  <a:lnTo>
                    <a:pt x="10401" y="207659"/>
                  </a:lnTo>
                  <a:lnTo>
                    <a:pt x="2675" y="172925"/>
                  </a:lnTo>
                  <a:lnTo>
                    <a:pt x="0" y="135216"/>
                  </a:lnTo>
                  <a:lnTo>
                    <a:pt x="2675" y="97624"/>
                  </a:lnTo>
                  <a:lnTo>
                    <a:pt x="10401" y="62907"/>
                  </a:lnTo>
                  <a:lnTo>
                    <a:pt x="22727" y="30541"/>
                  </a:lnTo>
                  <a:lnTo>
                    <a:pt x="39204" y="0"/>
                  </a:lnTo>
                  <a:lnTo>
                    <a:pt x="54406" y="6934"/>
                  </a:lnTo>
                  <a:lnTo>
                    <a:pt x="39284" y="36692"/>
                  </a:lnTo>
                  <a:lnTo>
                    <a:pt x="28636" y="68375"/>
                  </a:lnTo>
                  <a:lnTo>
                    <a:pt x="22340" y="101408"/>
                  </a:lnTo>
                  <a:lnTo>
                    <a:pt x="20269" y="135216"/>
                  </a:lnTo>
                  <a:lnTo>
                    <a:pt x="22340" y="169062"/>
                  </a:lnTo>
                  <a:lnTo>
                    <a:pt x="28636" y="202158"/>
                  </a:lnTo>
                  <a:lnTo>
                    <a:pt x="39284" y="233854"/>
                  </a:lnTo>
                  <a:lnTo>
                    <a:pt x="54406" y="263499"/>
                  </a:lnTo>
                  <a:lnTo>
                    <a:pt x="39204" y="27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20895" y="3584838"/>
              <a:ext cx="135483" cy="19549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87582" y="3584838"/>
              <a:ext cx="139217" cy="195491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3177473" y="3560835"/>
            <a:ext cx="460375" cy="272415"/>
            <a:chOff x="3177473" y="3560835"/>
            <a:chExt cx="460375" cy="272415"/>
          </a:xfrm>
        </p:grpSpPr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77473" y="3584838"/>
              <a:ext cx="139217" cy="19549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352161" y="3562169"/>
              <a:ext cx="54610" cy="271145"/>
            </a:xfrm>
            <a:custGeom>
              <a:avLst/>
              <a:gdLst/>
              <a:ahLst/>
              <a:cxnLst/>
              <a:rect l="l" t="t" r="r" b="b"/>
              <a:pathLst>
                <a:path w="54610" h="271145">
                  <a:moveTo>
                    <a:pt x="14935" y="270700"/>
                  </a:moveTo>
                  <a:lnTo>
                    <a:pt x="0" y="263499"/>
                  </a:lnTo>
                  <a:lnTo>
                    <a:pt x="15010" y="233854"/>
                  </a:lnTo>
                  <a:lnTo>
                    <a:pt x="25669" y="202158"/>
                  </a:lnTo>
                  <a:lnTo>
                    <a:pt x="32029" y="169062"/>
                  </a:lnTo>
                  <a:lnTo>
                    <a:pt x="34137" y="135216"/>
                  </a:lnTo>
                  <a:lnTo>
                    <a:pt x="32029" y="101408"/>
                  </a:lnTo>
                  <a:lnTo>
                    <a:pt x="25669" y="68375"/>
                  </a:lnTo>
                  <a:lnTo>
                    <a:pt x="15010" y="36692"/>
                  </a:lnTo>
                  <a:lnTo>
                    <a:pt x="0" y="6934"/>
                  </a:lnTo>
                  <a:lnTo>
                    <a:pt x="14935" y="0"/>
                  </a:lnTo>
                  <a:lnTo>
                    <a:pt x="31566" y="30541"/>
                  </a:lnTo>
                  <a:lnTo>
                    <a:pt x="43972" y="62907"/>
                  </a:lnTo>
                  <a:lnTo>
                    <a:pt x="51727" y="97624"/>
                  </a:lnTo>
                  <a:lnTo>
                    <a:pt x="54406" y="135216"/>
                  </a:lnTo>
                  <a:lnTo>
                    <a:pt x="51727" y="172925"/>
                  </a:lnTo>
                  <a:lnTo>
                    <a:pt x="43972" y="207659"/>
                  </a:lnTo>
                  <a:lnTo>
                    <a:pt x="31566" y="240042"/>
                  </a:lnTo>
                  <a:lnTo>
                    <a:pt x="14935" y="27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43906" y="3560835"/>
              <a:ext cx="193357" cy="239763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42915" y="3561102"/>
            <a:ext cx="220294" cy="233629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041857" y="3571770"/>
            <a:ext cx="216293" cy="228028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4284281" y="3570782"/>
            <a:ext cx="217170" cy="229870"/>
          </a:xfrm>
          <a:custGeom>
            <a:avLst/>
            <a:gdLst/>
            <a:ahLst/>
            <a:cxnLst/>
            <a:rect l="l" t="t" r="r" b="b"/>
            <a:pathLst>
              <a:path w="217170" h="229870">
                <a:moveTo>
                  <a:pt x="196291" y="90170"/>
                </a:moveTo>
                <a:lnTo>
                  <a:pt x="48539" y="90170"/>
                </a:lnTo>
                <a:lnTo>
                  <a:pt x="48539" y="60960"/>
                </a:lnTo>
                <a:lnTo>
                  <a:pt x="190957" y="60960"/>
                </a:lnTo>
                <a:lnTo>
                  <a:pt x="190957" y="44450"/>
                </a:lnTo>
                <a:lnTo>
                  <a:pt x="190957" y="16510"/>
                </a:lnTo>
                <a:lnTo>
                  <a:pt x="190957" y="0"/>
                </a:lnTo>
                <a:lnTo>
                  <a:pt x="25869" y="0"/>
                </a:lnTo>
                <a:lnTo>
                  <a:pt x="25869" y="16510"/>
                </a:lnTo>
                <a:lnTo>
                  <a:pt x="168821" y="16510"/>
                </a:lnTo>
                <a:lnTo>
                  <a:pt x="168821" y="44450"/>
                </a:lnTo>
                <a:lnTo>
                  <a:pt x="26670" y="44450"/>
                </a:lnTo>
                <a:lnTo>
                  <a:pt x="26670" y="60960"/>
                </a:lnTo>
                <a:lnTo>
                  <a:pt x="26670" y="90170"/>
                </a:lnTo>
                <a:lnTo>
                  <a:pt x="26670" y="107950"/>
                </a:lnTo>
                <a:lnTo>
                  <a:pt x="196291" y="107950"/>
                </a:lnTo>
                <a:lnTo>
                  <a:pt x="196291" y="90170"/>
                </a:lnTo>
                <a:close/>
              </a:path>
              <a:path w="217170" h="229870">
                <a:moveTo>
                  <a:pt x="217093" y="132740"/>
                </a:moveTo>
                <a:lnTo>
                  <a:pt x="0" y="132740"/>
                </a:lnTo>
                <a:lnTo>
                  <a:pt x="0" y="150342"/>
                </a:lnTo>
                <a:lnTo>
                  <a:pt x="56540" y="150342"/>
                </a:lnTo>
                <a:lnTo>
                  <a:pt x="56540" y="229552"/>
                </a:lnTo>
                <a:lnTo>
                  <a:pt x="78409" y="229552"/>
                </a:lnTo>
                <a:lnTo>
                  <a:pt x="78409" y="150342"/>
                </a:lnTo>
                <a:lnTo>
                  <a:pt x="138684" y="150342"/>
                </a:lnTo>
                <a:lnTo>
                  <a:pt x="138684" y="229552"/>
                </a:lnTo>
                <a:lnTo>
                  <a:pt x="160553" y="229552"/>
                </a:lnTo>
                <a:lnTo>
                  <a:pt x="160553" y="150342"/>
                </a:lnTo>
                <a:lnTo>
                  <a:pt x="217093" y="150342"/>
                </a:lnTo>
                <a:lnTo>
                  <a:pt x="217093" y="132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526978" y="3578402"/>
            <a:ext cx="288290" cy="252729"/>
          </a:xfrm>
          <a:custGeom>
            <a:avLst/>
            <a:gdLst/>
            <a:ahLst/>
            <a:cxnLst/>
            <a:rect l="l" t="t" r="r" b="b"/>
            <a:pathLst>
              <a:path w="288289" h="252729">
                <a:moveTo>
                  <a:pt x="217360" y="173990"/>
                </a:moveTo>
                <a:lnTo>
                  <a:pt x="119481" y="173990"/>
                </a:lnTo>
                <a:lnTo>
                  <a:pt x="119481" y="129540"/>
                </a:lnTo>
                <a:lnTo>
                  <a:pt x="196024" y="129540"/>
                </a:lnTo>
                <a:lnTo>
                  <a:pt x="196024" y="111760"/>
                </a:lnTo>
                <a:lnTo>
                  <a:pt x="48806" y="111760"/>
                </a:lnTo>
                <a:lnTo>
                  <a:pt x="48806" y="72390"/>
                </a:lnTo>
                <a:lnTo>
                  <a:pt x="190423" y="72390"/>
                </a:lnTo>
                <a:lnTo>
                  <a:pt x="190423" y="54610"/>
                </a:lnTo>
                <a:lnTo>
                  <a:pt x="190423" y="17780"/>
                </a:lnTo>
                <a:lnTo>
                  <a:pt x="190423" y="0"/>
                </a:lnTo>
                <a:lnTo>
                  <a:pt x="26670" y="0"/>
                </a:lnTo>
                <a:lnTo>
                  <a:pt x="26670" y="17780"/>
                </a:lnTo>
                <a:lnTo>
                  <a:pt x="169087" y="17780"/>
                </a:lnTo>
                <a:lnTo>
                  <a:pt x="169087" y="54610"/>
                </a:lnTo>
                <a:lnTo>
                  <a:pt x="27203" y="54610"/>
                </a:lnTo>
                <a:lnTo>
                  <a:pt x="27203" y="72390"/>
                </a:lnTo>
                <a:lnTo>
                  <a:pt x="27203" y="111760"/>
                </a:lnTo>
                <a:lnTo>
                  <a:pt x="27203" y="129540"/>
                </a:lnTo>
                <a:lnTo>
                  <a:pt x="97345" y="129540"/>
                </a:lnTo>
                <a:lnTo>
                  <a:pt x="97345" y="173990"/>
                </a:lnTo>
                <a:lnTo>
                  <a:pt x="0" y="173990"/>
                </a:lnTo>
                <a:lnTo>
                  <a:pt x="0" y="191770"/>
                </a:lnTo>
                <a:lnTo>
                  <a:pt x="217360" y="191770"/>
                </a:lnTo>
                <a:lnTo>
                  <a:pt x="217360" y="173990"/>
                </a:lnTo>
                <a:close/>
              </a:path>
              <a:path w="288289" h="252729">
                <a:moveTo>
                  <a:pt x="287769" y="196862"/>
                </a:moveTo>
                <a:lnTo>
                  <a:pt x="286359" y="184823"/>
                </a:lnTo>
                <a:lnTo>
                  <a:pt x="282295" y="175768"/>
                </a:lnTo>
                <a:lnTo>
                  <a:pt x="275844" y="170053"/>
                </a:lnTo>
                <a:lnTo>
                  <a:pt x="267233" y="168059"/>
                </a:lnTo>
                <a:lnTo>
                  <a:pt x="257365" y="168059"/>
                </a:lnTo>
                <a:lnTo>
                  <a:pt x="248831" y="174726"/>
                </a:lnTo>
                <a:lnTo>
                  <a:pt x="248831" y="196329"/>
                </a:lnTo>
                <a:lnTo>
                  <a:pt x="257365" y="202196"/>
                </a:lnTo>
                <a:lnTo>
                  <a:pt x="268566" y="202196"/>
                </a:lnTo>
                <a:lnTo>
                  <a:pt x="269633" y="201930"/>
                </a:lnTo>
                <a:lnTo>
                  <a:pt x="267677" y="213448"/>
                </a:lnTo>
                <a:lnTo>
                  <a:pt x="262394" y="223469"/>
                </a:lnTo>
                <a:lnTo>
                  <a:pt x="254063" y="231787"/>
                </a:lnTo>
                <a:lnTo>
                  <a:pt x="242963" y="238201"/>
                </a:lnTo>
                <a:lnTo>
                  <a:pt x="248831" y="252603"/>
                </a:lnTo>
                <a:lnTo>
                  <a:pt x="265036" y="243217"/>
                </a:lnTo>
                <a:lnTo>
                  <a:pt x="277304" y="230543"/>
                </a:lnTo>
                <a:lnTo>
                  <a:pt x="285064" y="214947"/>
                </a:lnTo>
                <a:lnTo>
                  <a:pt x="287769" y="196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897440" y="3560835"/>
            <a:ext cx="196824" cy="239763"/>
          </a:xfrm>
          <a:prstGeom prst="rect">
            <a:avLst/>
          </a:prstGeom>
        </p:spPr>
      </p:pic>
      <p:grpSp>
        <p:nvGrpSpPr>
          <p:cNvPr id="46" name="object 46" descr=""/>
          <p:cNvGrpSpPr/>
          <p:nvPr/>
        </p:nvGrpSpPr>
        <p:grpSpPr>
          <a:xfrm>
            <a:off x="5140937" y="3560835"/>
            <a:ext cx="448945" cy="239395"/>
            <a:chOff x="5140937" y="3560835"/>
            <a:chExt cx="448945" cy="239395"/>
          </a:xfrm>
        </p:grpSpPr>
        <p:pic>
          <p:nvPicPr>
            <p:cNvPr id="47" name="object 4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87635" y="3560835"/>
              <a:ext cx="202158" cy="236029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40937" y="3560835"/>
              <a:ext cx="203492" cy="238963"/>
            </a:xfrm>
            <a:prstGeom prst="rect">
              <a:avLst/>
            </a:prstGeom>
          </p:spPr>
        </p:pic>
      </p:grpSp>
      <p:pic>
        <p:nvPicPr>
          <p:cNvPr id="49" name="object 4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692530" y="3560835"/>
            <a:ext cx="194157" cy="239229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935227" y="3560835"/>
            <a:ext cx="186956" cy="239763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180058" y="3560569"/>
            <a:ext cx="186156" cy="239763"/>
          </a:xfrm>
          <a:prstGeom prst="rect">
            <a:avLst/>
          </a:prstGeom>
        </p:spPr>
      </p:pic>
      <p:grpSp>
        <p:nvGrpSpPr>
          <p:cNvPr id="52" name="object 52" descr=""/>
          <p:cNvGrpSpPr/>
          <p:nvPr/>
        </p:nvGrpSpPr>
        <p:grpSpPr>
          <a:xfrm>
            <a:off x="6469741" y="3559502"/>
            <a:ext cx="688340" cy="241300"/>
            <a:chOff x="6469741" y="3559502"/>
            <a:chExt cx="688340" cy="241300"/>
          </a:xfrm>
        </p:grpSpPr>
        <p:pic>
          <p:nvPicPr>
            <p:cNvPr id="53" name="object 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69741" y="3559502"/>
              <a:ext cx="220294" cy="24083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11372" y="3563502"/>
              <a:ext cx="216560" cy="23336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57269" y="3560835"/>
              <a:ext cx="200291" cy="239229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254811" y="3560835"/>
            <a:ext cx="196024" cy="239496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7497508" y="3558435"/>
            <a:ext cx="463550" cy="238760"/>
            <a:chOff x="7497508" y="3558435"/>
            <a:chExt cx="463550" cy="238760"/>
          </a:xfrm>
        </p:grpSpPr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497508" y="3558435"/>
              <a:ext cx="220294" cy="23842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40205" y="3561102"/>
              <a:ext cx="220294" cy="233629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8039233" y="3561102"/>
            <a:ext cx="454659" cy="236220"/>
            <a:chOff x="8039233" y="3561102"/>
            <a:chExt cx="454659" cy="236220"/>
          </a:xfrm>
        </p:grpSpPr>
        <p:sp>
          <p:nvSpPr>
            <p:cNvPr id="61" name="object 61" descr=""/>
            <p:cNvSpPr/>
            <p:nvPr/>
          </p:nvSpPr>
          <p:spPr>
            <a:xfrm>
              <a:off x="8039227" y="3580942"/>
              <a:ext cx="217170" cy="188595"/>
            </a:xfrm>
            <a:custGeom>
              <a:avLst/>
              <a:gdLst/>
              <a:ahLst/>
              <a:cxnLst/>
              <a:rect l="l" t="t" r="r" b="b"/>
              <a:pathLst>
                <a:path w="217170" h="188595">
                  <a:moveTo>
                    <a:pt x="190423" y="0"/>
                  </a:moveTo>
                  <a:lnTo>
                    <a:pt x="25603" y="0"/>
                  </a:lnTo>
                  <a:lnTo>
                    <a:pt x="25603" y="17780"/>
                  </a:lnTo>
                  <a:lnTo>
                    <a:pt x="25603" y="95250"/>
                  </a:lnTo>
                  <a:lnTo>
                    <a:pt x="25603" y="111760"/>
                  </a:lnTo>
                  <a:lnTo>
                    <a:pt x="190423" y="111760"/>
                  </a:lnTo>
                  <a:lnTo>
                    <a:pt x="190423" y="95250"/>
                  </a:lnTo>
                  <a:lnTo>
                    <a:pt x="46672" y="95250"/>
                  </a:lnTo>
                  <a:lnTo>
                    <a:pt x="46672" y="17780"/>
                  </a:lnTo>
                  <a:lnTo>
                    <a:pt x="169087" y="17780"/>
                  </a:lnTo>
                  <a:lnTo>
                    <a:pt x="169087" y="94843"/>
                  </a:lnTo>
                  <a:lnTo>
                    <a:pt x="190423" y="94843"/>
                  </a:lnTo>
                  <a:lnTo>
                    <a:pt x="190423" y="17780"/>
                  </a:lnTo>
                  <a:lnTo>
                    <a:pt x="190423" y="17233"/>
                  </a:lnTo>
                  <a:lnTo>
                    <a:pt x="190423" y="0"/>
                  </a:lnTo>
                  <a:close/>
                </a:path>
                <a:path w="217170" h="188595">
                  <a:moveTo>
                    <a:pt x="216827" y="170319"/>
                  </a:moveTo>
                  <a:lnTo>
                    <a:pt x="119214" y="170319"/>
                  </a:lnTo>
                  <a:lnTo>
                    <a:pt x="119214" y="112179"/>
                  </a:lnTo>
                  <a:lnTo>
                    <a:pt x="97078" y="112179"/>
                  </a:lnTo>
                  <a:lnTo>
                    <a:pt x="97078" y="170319"/>
                  </a:lnTo>
                  <a:lnTo>
                    <a:pt x="0" y="170319"/>
                  </a:lnTo>
                  <a:lnTo>
                    <a:pt x="0" y="188455"/>
                  </a:lnTo>
                  <a:lnTo>
                    <a:pt x="216827" y="188455"/>
                  </a:lnTo>
                  <a:lnTo>
                    <a:pt x="216827" y="170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293398" y="3561102"/>
              <a:ext cx="200025" cy="235762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1128927" y="4498388"/>
            <a:ext cx="227965" cy="262255"/>
            <a:chOff x="1128927" y="4498388"/>
            <a:chExt cx="227965" cy="262255"/>
          </a:xfrm>
        </p:grpSpPr>
        <p:sp>
          <p:nvSpPr>
            <p:cNvPr id="64" name="object 64" descr=""/>
            <p:cNvSpPr/>
            <p:nvPr/>
          </p:nvSpPr>
          <p:spPr>
            <a:xfrm>
              <a:off x="1131969" y="4501430"/>
              <a:ext cx="222250" cy="255904"/>
            </a:xfrm>
            <a:custGeom>
              <a:avLst/>
              <a:gdLst/>
              <a:ahLst/>
              <a:cxnLst/>
              <a:rect l="l" t="t" r="r" b="b"/>
              <a:pathLst>
                <a:path w="222250" h="255904">
                  <a:moveTo>
                    <a:pt x="215572" y="195709"/>
                  </a:moveTo>
                  <a:lnTo>
                    <a:pt x="191327" y="195709"/>
                  </a:lnTo>
                  <a:lnTo>
                    <a:pt x="191327" y="81204"/>
                  </a:lnTo>
                  <a:lnTo>
                    <a:pt x="134075" y="81204"/>
                  </a:lnTo>
                  <a:lnTo>
                    <a:pt x="134075" y="61341"/>
                  </a:lnTo>
                  <a:lnTo>
                    <a:pt x="191327" y="61341"/>
                  </a:lnTo>
                  <a:lnTo>
                    <a:pt x="191327" y="0"/>
                  </a:lnTo>
                  <a:lnTo>
                    <a:pt x="215572" y="0"/>
                  </a:lnTo>
                  <a:lnTo>
                    <a:pt x="215572" y="195709"/>
                  </a:lnTo>
                  <a:close/>
                </a:path>
                <a:path w="222250" h="255904">
                  <a:moveTo>
                    <a:pt x="12560" y="158319"/>
                  </a:moveTo>
                  <a:lnTo>
                    <a:pt x="0" y="139333"/>
                  </a:lnTo>
                  <a:lnTo>
                    <a:pt x="26736" y="124636"/>
                  </a:lnTo>
                  <a:lnTo>
                    <a:pt x="47393" y="103258"/>
                  </a:lnTo>
                  <a:lnTo>
                    <a:pt x="60711" y="77060"/>
                  </a:lnTo>
                  <a:lnTo>
                    <a:pt x="65431" y="47904"/>
                  </a:lnTo>
                  <a:lnTo>
                    <a:pt x="65431" y="15481"/>
                  </a:lnTo>
                  <a:lnTo>
                    <a:pt x="89383" y="15481"/>
                  </a:lnTo>
                  <a:lnTo>
                    <a:pt x="89383" y="48781"/>
                  </a:lnTo>
                  <a:lnTo>
                    <a:pt x="93988" y="75494"/>
                  </a:lnTo>
                  <a:lnTo>
                    <a:pt x="101731" y="89967"/>
                  </a:lnTo>
                  <a:lnTo>
                    <a:pt x="77699" y="89967"/>
                  </a:lnTo>
                  <a:lnTo>
                    <a:pt x="67151" y="112108"/>
                  </a:lnTo>
                  <a:lnTo>
                    <a:pt x="52469" y="131263"/>
                  </a:lnTo>
                  <a:lnTo>
                    <a:pt x="34116" y="146859"/>
                  </a:lnTo>
                  <a:lnTo>
                    <a:pt x="12560" y="158319"/>
                  </a:lnTo>
                  <a:close/>
                </a:path>
                <a:path w="222250" h="255904">
                  <a:moveTo>
                    <a:pt x="140209" y="152185"/>
                  </a:moveTo>
                  <a:lnTo>
                    <a:pt x="119803" y="141642"/>
                  </a:lnTo>
                  <a:lnTo>
                    <a:pt x="102272" y="127430"/>
                  </a:lnTo>
                  <a:lnTo>
                    <a:pt x="88082" y="110040"/>
                  </a:lnTo>
                  <a:lnTo>
                    <a:pt x="77699" y="89967"/>
                  </a:lnTo>
                  <a:lnTo>
                    <a:pt x="101731" y="89967"/>
                  </a:lnTo>
                  <a:lnTo>
                    <a:pt x="106946" y="99716"/>
                  </a:lnTo>
                  <a:lnTo>
                    <a:pt x="126969" y="119721"/>
                  </a:lnTo>
                  <a:lnTo>
                    <a:pt x="152769" y="133783"/>
                  </a:lnTo>
                  <a:lnTo>
                    <a:pt x="140209" y="152185"/>
                  </a:lnTo>
                  <a:close/>
                </a:path>
                <a:path w="222250" h="255904">
                  <a:moveTo>
                    <a:pt x="221706" y="255882"/>
                  </a:moveTo>
                  <a:lnTo>
                    <a:pt x="47028" y="255882"/>
                  </a:lnTo>
                  <a:lnTo>
                    <a:pt x="47028" y="174093"/>
                  </a:lnTo>
                  <a:lnTo>
                    <a:pt x="70981" y="174093"/>
                  </a:lnTo>
                  <a:lnTo>
                    <a:pt x="70981" y="236311"/>
                  </a:lnTo>
                  <a:lnTo>
                    <a:pt x="221706" y="236311"/>
                  </a:lnTo>
                  <a:lnTo>
                    <a:pt x="221706" y="255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8927" y="4498388"/>
              <a:ext cx="227791" cy="261967"/>
            </a:xfrm>
            <a:prstGeom prst="rect">
              <a:avLst/>
            </a:prstGeom>
          </p:spPr>
        </p:pic>
      </p:grpSp>
      <p:grpSp>
        <p:nvGrpSpPr>
          <p:cNvPr id="66" name="object 66" descr=""/>
          <p:cNvGrpSpPr/>
          <p:nvPr/>
        </p:nvGrpSpPr>
        <p:grpSpPr>
          <a:xfrm>
            <a:off x="1398246" y="4498388"/>
            <a:ext cx="222250" cy="267970"/>
            <a:chOff x="1398246" y="4498388"/>
            <a:chExt cx="222250" cy="267970"/>
          </a:xfrm>
        </p:grpSpPr>
        <p:sp>
          <p:nvSpPr>
            <p:cNvPr id="67" name="object 67" descr=""/>
            <p:cNvSpPr/>
            <p:nvPr/>
          </p:nvSpPr>
          <p:spPr>
            <a:xfrm>
              <a:off x="1401289" y="4501430"/>
              <a:ext cx="215900" cy="262255"/>
            </a:xfrm>
            <a:custGeom>
              <a:avLst/>
              <a:gdLst/>
              <a:ahLst/>
              <a:cxnLst/>
              <a:rect l="l" t="t" r="r" b="b"/>
              <a:pathLst>
                <a:path w="215900" h="262254">
                  <a:moveTo>
                    <a:pt x="214987" y="155983"/>
                  </a:moveTo>
                  <a:lnTo>
                    <a:pt x="190743" y="155983"/>
                  </a:lnTo>
                  <a:lnTo>
                    <a:pt x="190743" y="87338"/>
                  </a:lnTo>
                  <a:lnTo>
                    <a:pt x="139041" y="87338"/>
                  </a:lnTo>
                  <a:lnTo>
                    <a:pt x="139041" y="67767"/>
                  </a:lnTo>
                  <a:lnTo>
                    <a:pt x="190743" y="67767"/>
                  </a:lnTo>
                  <a:lnTo>
                    <a:pt x="190743" y="0"/>
                  </a:lnTo>
                  <a:lnTo>
                    <a:pt x="214987" y="0"/>
                  </a:lnTo>
                  <a:lnTo>
                    <a:pt x="214987" y="155983"/>
                  </a:lnTo>
                  <a:close/>
                </a:path>
                <a:path w="215900" h="262254">
                  <a:moveTo>
                    <a:pt x="147512" y="38265"/>
                  </a:moveTo>
                  <a:lnTo>
                    <a:pt x="7594" y="38265"/>
                  </a:lnTo>
                  <a:lnTo>
                    <a:pt x="7594" y="18986"/>
                  </a:lnTo>
                  <a:lnTo>
                    <a:pt x="147512" y="18986"/>
                  </a:lnTo>
                  <a:lnTo>
                    <a:pt x="147512" y="38265"/>
                  </a:lnTo>
                  <a:close/>
                </a:path>
                <a:path w="215900" h="262254">
                  <a:moveTo>
                    <a:pt x="12560" y="153646"/>
                  </a:moveTo>
                  <a:lnTo>
                    <a:pt x="0" y="134659"/>
                  </a:lnTo>
                  <a:lnTo>
                    <a:pt x="26827" y="120273"/>
                  </a:lnTo>
                  <a:lnTo>
                    <a:pt x="47685" y="99753"/>
                  </a:lnTo>
                  <a:lnTo>
                    <a:pt x="61204" y="74851"/>
                  </a:lnTo>
                  <a:lnTo>
                    <a:pt x="66015" y="47320"/>
                  </a:lnTo>
                  <a:lnTo>
                    <a:pt x="66015" y="38265"/>
                  </a:lnTo>
                  <a:lnTo>
                    <a:pt x="89967" y="38265"/>
                  </a:lnTo>
                  <a:lnTo>
                    <a:pt x="89967" y="47320"/>
                  </a:lnTo>
                  <a:lnTo>
                    <a:pt x="94577" y="72108"/>
                  </a:lnTo>
                  <a:lnTo>
                    <a:pt x="103092" y="87046"/>
                  </a:lnTo>
                  <a:lnTo>
                    <a:pt x="78575" y="87046"/>
                  </a:lnTo>
                  <a:lnTo>
                    <a:pt x="67891" y="108625"/>
                  </a:lnTo>
                  <a:lnTo>
                    <a:pt x="52907" y="127356"/>
                  </a:lnTo>
                  <a:lnTo>
                    <a:pt x="34253" y="142582"/>
                  </a:lnTo>
                  <a:lnTo>
                    <a:pt x="12560" y="153646"/>
                  </a:lnTo>
                  <a:close/>
                </a:path>
                <a:path w="215900" h="262254">
                  <a:moveTo>
                    <a:pt x="141670" y="146051"/>
                  </a:moveTo>
                  <a:lnTo>
                    <a:pt x="121090" y="136174"/>
                  </a:lnTo>
                  <a:lnTo>
                    <a:pt x="103441" y="122683"/>
                  </a:lnTo>
                  <a:lnTo>
                    <a:pt x="89132" y="106124"/>
                  </a:lnTo>
                  <a:lnTo>
                    <a:pt x="78575" y="87046"/>
                  </a:lnTo>
                  <a:lnTo>
                    <a:pt x="103092" y="87046"/>
                  </a:lnTo>
                  <a:lnTo>
                    <a:pt x="107566" y="94897"/>
                  </a:lnTo>
                  <a:lnTo>
                    <a:pt x="127676" y="113906"/>
                  </a:lnTo>
                  <a:lnTo>
                    <a:pt x="153646" y="127356"/>
                  </a:lnTo>
                  <a:lnTo>
                    <a:pt x="141670" y="146051"/>
                  </a:lnTo>
                  <a:close/>
                </a:path>
                <a:path w="215900" h="262254">
                  <a:moveTo>
                    <a:pt x="128525" y="261724"/>
                  </a:moveTo>
                  <a:lnTo>
                    <a:pt x="92204" y="258456"/>
                  </a:lnTo>
                  <a:lnTo>
                    <a:pt x="64700" y="248944"/>
                  </a:lnTo>
                  <a:lnTo>
                    <a:pt x="47275" y="233627"/>
                  </a:lnTo>
                  <a:lnTo>
                    <a:pt x="41186" y="212943"/>
                  </a:lnTo>
                  <a:lnTo>
                    <a:pt x="47275" y="192258"/>
                  </a:lnTo>
                  <a:lnTo>
                    <a:pt x="64700" y="176941"/>
                  </a:lnTo>
                  <a:lnTo>
                    <a:pt x="92204" y="167429"/>
                  </a:lnTo>
                  <a:lnTo>
                    <a:pt x="128525" y="164161"/>
                  </a:lnTo>
                  <a:lnTo>
                    <a:pt x="164800" y="167429"/>
                  </a:lnTo>
                  <a:lnTo>
                    <a:pt x="192203" y="176941"/>
                  </a:lnTo>
                  <a:lnTo>
                    <a:pt x="198564" y="182564"/>
                  </a:lnTo>
                  <a:lnTo>
                    <a:pt x="128525" y="182564"/>
                  </a:lnTo>
                  <a:lnTo>
                    <a:pt x="101985" y="184641"/>
                  </a:lnTo>
                  <a:lnTo>
                    <a:pt x="82044" y="190633"/>
                  </a:lnTo>
                  <a:lnTo>
                    <a:pt x="69497" y="200186"/>
                  </a:lnTo>
                  <a:lnTo>
                    <a:pt x="65139" y="212943"/>
                  </a:lnTo>
                  <a:lnTo>
                    <a:pt x="69497" y="225654"/>
                  </a:lnTo>
                  <a:lnTo>
                    <a:pt x="82044" y="235106"/>
                  </a:lnTo>
                  <a:lnTo>
                    <a:pt x="101985" y="240998"/>
                  </a:lnTo>
                  <a:lnTo>
                    <a:pt x="128525" y="243029"/>
                  </a:lnTo>
                  <a:lnTo>
                    <a:pt x="198894" y="243029"/>
                  </a:lnTo>
                  <a:lnTo>
                    <a:pt x="192203" y="248944"/>
                  </a:lnTo>
                  <a:lnTo>
                    <a:pt x="164800" y="258456"/>
                  </a:lnTo>
                  <a:lnTo>
                    <a:pt x="128525" y="261724"/>
                  </a:lnTo>
                  <a:close/>
                </a:path>
                <a:path w="215900" h="262254">
                  <a:moveTo>
                    <a:pt x="198894" y="243029"/>
                  </a:moveTo>
                  <a:lnTo>
                    <a:pt x="128525" y="243029"/>
                  </a:lnTo>
                  <a:lnTo>
                    <a:pt x="155065" y="240998"/>
                  </a:lnTo>
                  <a:lnTo>
                    <a:pt x="175006" y="235106"/>
                  </a:lnTo>
                  <a:lnTo>
                    <a:pt x="187553" y="225654"/>
                  </a:lnTo>
                  <a:lnTo>
                    <a:pt x="191911" y="212943"/>
                  </a:lnTo>
                  <a:lnTo>
                    <a:pt x="187553" y="200186"/>
                  </a:lnTo>
                  <a:lnTo>
                    <a:pt x="175006" y="190633"/>
                  </a:lnTo>
                  <a:lnTo>
                    <a:pt x="155065" y="184641"/>
                  </a:lnTo>
                  <a:lnTo>
                    <a:pt x="128525" y="182564"/>
                  </a:lnTo>
                  <a:lnTo>
                    <a:pt x="198564" y="182564"/>
                  </a:lnTo>
                  <a:lnTo>
                    <a:pt x="209529" y="192258"/>
                  </a:lnTo>
                  <a:lnTo>
                    <a:pt x="215572" y="212943"/>
                  </a:lnTo>
                  <a:lnTo>
                    <a:pt x="209529" y="233627"/>
                  </a:lnTo>
                  <a:lnTo>
                    <a:pt x="198894" y="243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98246" y="4498388"/>
              <a:ext cx="221657" cy="267809"/>
            </a:xfrm>
            <a:prstGeom prst="rect">
              <a:avLst/>
            </a:prstGeom>
          </p:spPr>
        </p:pic>
      </p:grpSp>
      <p:grpSp>
        <p:nvGrpSpPr>
          <p:cNvPr id="69" name="object 69" descr=""/>
          <p:cNvGrpSpPr/>
          <p:nvPr/>
        </p:nvGrpSpPr>
        <p:grpSpPr>
          <a:xfrm>
            <a:off x="1757247" y="4498096"/>
            <a:ext cx="211454" cy="269240"/>
            <a:chOff x="1757247" y="4498096"/>
            <a:chExt cx="211454" cy="269240"/>
          </a:xfrm>
        </p:grpSpPr>
        <p:sp>
          <p:nvSpPr>
            <p:cNvPr id="70" name="object 70" descr=""/>
            <p:cNvSpPr/>
            <p:nvPr/>
          </p:nvSpPr>
          <p:spPr>
            <a:xfrm>
              <a:off x="1760289" y="4501139"/>
              <a:ext cx="205104" cy="262890"/>
            </a:xfrm>
            <a:custGeom>
              <a:avLst/>
              <a:gdLst/>
              <a:ahLst/>
              <a:cxnLst/>
              <a:rect l="l" t="t" r="r" b="b"/>
              <a:pathLst>
                <a:path w="205105" h="262889">
                  <a:moveTo>
                    <a:pt x="204764" y="262600"/>
                  </a:moveTo>
                  <a:lnTo>
                    <a:pt x="180811" y="262600"/>
                  </a:lnTo>
                  <a:lnTo>
                    <a:pt x="180811" y="0"/>
                  </a:lnTo>
                  <a:lnTo>
                    <a:pt x="204764" y="0"/>
                  </a:lnTo>
                  <a:lnTo>
                    <a:pt x="204764" y="262600"/>
                  </a:lnTo>
                  <a:close/>
                </a:path>
                <a:path w="205105" h="262889">
                  <a:moveTo>
                    <a:pt x="66599" y="203011"/>
                  </a:moveTo>
                  <a:lnTo>
                    <a:pt x="39803" y="196571"/>
                  </a:lnTo>
                  <a:lnTo>
                    <a:pt x="18731" y="178219"/>
                  </a:lnTo>
                  <a:lnTo>
                    <a:pt x="4942" y="149406"/>
                  </a:lnTo>
                  <a:lnTo>
                    <a:pt x="0" y="111583"/>
                  </a:lnTo>
                  <a:lnTo>
                    <a:pt x="4942" y="73760"/>
                  </a:lnTo>
                  <a:lnTo>
                    <a:pt x="18731" y="44947"/>
                  </a:lnTo>
                  <a:lnTo>
                    <a:pt x="39803" y="26595"/>
                  </a:lnTo>
                  <a:lnTo>
                    <a:pt x="66599" y="20155"/>
                  </a:lnTo>
                  <a:lnTo>
                    <a:pt x="93395" y="26595"/>
                  </a:lnTo>
                  <a:lnTo>
                    <a:pt x="110820" y="41770"/>
                  </a:lnTo>
                  <a:lnTo>
                    <a:pt x="66599" y="41770"/>
                  </a:lnTo>
                  <a:lnTo>
                    <a:pt x="48909" y="46722"/>
                  </a:lnTo>
                  <a:lnTo>
                    <a:pt x="35052" y="60793"/>
                  </a:lnTo>
                  <a:lnTo>
                    <a:pt x="26015" y="82806"/>
                  </a:lnTo>
                  <a:lnTo>
                    <a:pt x="22784" y="111583"/>
                  </a:lnTo>
                  <a:lnTo>
                    <a:pt x="26015" y="140529"/>
                  </a:lnTo>
                  <a:lnTo>
                    <a:pt x="35052" y="162628"/>
                  </a:lnTo>
                  <a:lnTo>
                    <a:pt x="48909" y="176731"/>
                  </a:lnTo>
                  <a:lnTo>
                    <a:pt x="66599" y="181688"/>
                  </a:lnTo>
                  <a:lnTo>
                    <a:pt x="110485" y="181688"/>
                  </a:lnTo>
                  <a:lnTo>
                    <a:pt x="93395" y="196571"/>
                  </a:lnTo>
                  <a:lnTo>
                    <a:pt x="66599" y="203011"/>
                  </a:lnTo>
                  <a:close/>
                </a:path>
                <a:path w="205105" h="262889">
                  <a:moveTo>
                    <a:pt x="110485" y="181688"/>
                  </a:moveTo>
                  <a:lnTo>
                    <a:pt x="66599" y="181688"/>
                  </a:lnTo>
                  <a:lnTo>
                    <a:pt x="84121" y="176731"/>
                  </a:lnTo>
                  <a:lnTo>
                    <a:pt x="97891" y="162628"/>
                  </a:lnTo>
                  <a:lnTo>
                    <a:pt x="106896" y="140529"/>
                  </a:lnTo>
                  <a:lnTo>
                    <a:pt x="110122" y="111583"/>
                  </a:lnTo>
                  <a:lnTo>
                    <a:pt x="106896" y="82806"/>
                  </a:lnTo>
                  <a:lnTo>
                    <a:pt x="97891" y="60793"/>
                  </a:lnTo>
                  <a:lnTo>
                    <a:pt x="84121" y="46722"/>
                  </a:lnTo>
                  <a:lnTo>
                    <a:pt x="66599" y="41770"/>
                  </a:lnTo>
                  <a:lnTo>
                    <a:pt x="110820" y="41770"/>
                  </a:lnTo>
                  <a:lnTo>
                    <a:pt x="114467" y="44947"/>
                  </a:lnTo>
                  <a:lnTo>
                    <a:pt x="128256" y="73760"/>
                  </a:lnTo>
                  <a:lnTo>
                    <a:pt x="133199" y="111583"/>
                  </a:lnTo>
                  <a:lnTo>
                    <a:pt x="128256" y="149406"/>
                  </a:lnTo>
                  <a:lnTo>
                    <a:pt x="114467" y="178219"/>
                  </a:lnTo>
                  <a:lnTo>
                    <a:pt x="110485" y="181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941101" y="4501139"/>
              <a:ext cx="24130" cy="262890"/>
            </a:xfrm>
            <a:custGeom>
              <a:avLst/>
              <a:gdLst/>
              <a:ahLst/>
              <a:cxnLst/>
              <a:rect l="l" t="t" r="r" b="b"/>
              <a:pathLst>
                <a:path w="24130" h="262889">
                  <a:moveTo>
                    <a:pt x="0" y="0"/>
                  </a:moveTo>
                  <a:lnTo>
                    <a:pt x="0" y="262600"/>
                  </a:lnTo>
                  <a:lnTo>
                    <a:pt x="23952" y="262600"/>
                  </a:lnTo>
                  <a:lnTo>
                    <a:pt x="23952" y="0"/>
                  </a:lnTo>
                  <a:lnTo>
                    <a:pt x="0" y="0"/>
                  </a:lnTo>
                  <a:close/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57247" y="4518251"/>
              <a:ext cx="139284" cy="188942"/>
            </a:xfrm>
            <a:prstGeom prst="rect">
              <a:avLst/>
            </a:prstGeom>
          </p:spPr>
        </p:pic>
      </p:grpSp>
      <p:pic>
        <p:nvPicPr>
          <p:cNvPr id="73" name="object 7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16342" y="4508612"/>
            <a:ext cx="243273" cy="257586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66278" y="5185266"/>
            <a:ext cx="113080" cy="113080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1450581" y="5118324"/>
            <a:ext cx="442595" cy="240029"/>
            <a:chOff x="1450581" y="5118324"/>
            <a:chExt cx="442595" cy="240029"/>
          </a:xfrm>
        </p:grpSpPr>
        <p:pic>
          <p:nvPicPr>
            <p:cNvPr id="76" name="object 7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50581" y="5126859"/>
              <a:ext cx="216293" cy="23096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99945" y="5118324"/>
              <a:ext cx="192824" cy="239763"/>
            </a:xfrm>
            <a:prstGeom prst="rect">
              <a:avLst/>
            </a:prstGeom>
          </p:spPr>
        </p:pic>
      </p:grpSp>
      <p:pic>
        <p:nvPicPr>
          <p:cNvPr id="78" name="object 7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42642" y="5118324"/>
            <a:ext cx="193357" cy="239763"/>
          </a:xfrm>
          <a:prstGeom prst="rect">
            <a:avLst/>
          </a:prstGeom>
        </p:spPr>
      </p:pic>
      <p:grpSp>
        <p:nvGrpSpPr>
          <p:cNvPr id="79" name="object 79" descr=""/>
          <p:cNvGrpSpPr/>
          <p:nvPr/>
        </p:nvGrpSpPr>
        <p:grpSpPr>
          <a:xfrm>
            <a:off x="2264787" y="5118324"/>
            <a:ext cx="683895" cy="240029"/>
            <a:chOff x="2264787" y="5118324"/>
            <a:chExt cx="683895" cy="240029"/>
          </a:xfrm>
        </p:grpSpPr>
        <p:pic>
          <p:nvPicPr>
            <p:cNvPr id="80" name="object 8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264787" y="5118591"/>
              <a:ext cx="200025" cy="233629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506417" y="5122058"/>
              <a:ext cx="217093" cy="23576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752581" y="5118324"/>
              <a:ext cx="196024" cy="239496"/>
            </a:xfrm>
            <a:prstGeom prst="rect">
              <a:avLst/>
            </a:prstGeom>
          </p:spPr>
        </p:pic>
      </p:grpSp>
      <p:pic>
        <p:nvPicPr>
          <p:cNvPr id="83" name="object 8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002746" y="5118591"/>
            <a:ext cx="197891" cy="233629"/>
          </a:xfrm>
          <a:prstGeom prst="rect">
            <a:avLst/>
          </a:prstGeom>
        </p:spPr>
      </p:pic>
      <p:grpSp>
        <p:nvGrpSpPr>
          <p:cNvPr id="84" name="object 84" descr=""/>
          <p:cNvGrpSpPr/>
          <p:nvPr/>
        </p:nvGrpSpPr>
        <p:grpSpPr>
          <a:xfrm>
            <a:off x="3317138" y="5118324"/>
            <a:ext cx="441959" cy="239395"/>
            <a:chOff x="3317138" y="5118324"/>
            <a:chExt cx="441959" cy="239395"/>
          </a:xfrm>
        </p:grpSpPr>
        <p:pic>
          <p:nvPicPr>
            <p:cNvPr id="85" name="object 8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317138" y="5122858"/>
              <a:ext cx="216293" cy="231495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565702" y="5118324"/>
              <a:ext cx="193090" cy="239229"/>
            </a:xfrm>
            <a:prstGeom prst="rect">
              <a:avLst/>
            </a:prstGeom>
          </p:spPr>
        </p:pic>
      </p:grpSp>
      <p:pic>
        <p:nvPicPr>
          <p:cNvPr id="87" name="object 87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3813466" y="5118591"/>
            <a:ext cx="190690" cy="235762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4053230" y="5303947"/>
            <a:ext cx="45085" cy="85090"/>
          </a:xfrm>
          <a:custGeom>
            <a:avLst/>
            <a:gdLst/>
            <a:ahLst/>
            <a:cxnLst/>
            <a:rect l="l" t="t" r="r" b="b"/>
            <a:pathLst>
              <a:path w="45085" h="85089">
                <a:moveTo>
                  <a:pt x="5867" y="84543"/>
                </a:moveTo>
                <a:lnTo>
                  <a:pt x="0" y="70142"/>
                </a:lnTo>
                <a:lnTo>
                  <a:pt x="11105" y="63724"/>
                </a:lnTo>
                <a:lnTo>
                  <a:pt x="19435" y="55406"/>
                </a:lnTo>
                <a:lnTo>
                  <a:pt x="24715" y="45389"/>
                </a:lnTo>
                <a:lnTo>
                  <a:pt x="26669" y="33870"/>
                </a:lnTo>
                <a:lnTo>
                  <a:pt x="25603" y="34137"/>
                </a:lnTo>
                <a:lnTo>
                  <a:pt x="14401" y="34137"/>
                </a:lnTo>
                <a:lnTo>
                  <a:pt x="5867" y="28270"/>
                </a:lnTo>
                <a:lnTo>
                  <a:pt x="5867" y="6667"/>
                </a:lnTo>
                <a:lnTo>
                  <a:pt x="14401" y="0"/>
                </a:lnTo>
                <a:lnTo>
                  <a:pt x="24269" y="0"/>
                </a:lnTo>
                <a:lnTo>
                  <a:pt x="32879" y="1987"/>
                </a:lnTo>
                <a:lnTo>
                  <a:pt x="39338" y="7700"/>
                </a:lnTo>
                <a:lnTo>
                  <a:pt x="43397" y="16764"/>
                </a:lnTo>
                <a:lnTo>
                  <a:pt x="44805" y="28803"/>
                </a:lnTo>
                <a:lnTo>
                  <a:pt x="42096" y="46889"/>
                </a:lnTo>
                <a:lnTo>
                  <a:pt x="34337" y="62474"/>
                </a:lnTo>
                <a:lnTo>
                  <a:pt x="22077" y="75159"/>
                </a:lnTo>
                <a:lnTo>
                  <a:pt x="5867" y="8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9" name="object 89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99963" y="5118591"/>
            <a:ext cx="205625" cy="238963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459728" y="5118591"/>
            <a:ext cx="191223" cy="233629"/>
          </a:xfrm>
          <a:prstGeom prst="rect">
            <a:avLst/>
          </a:prstGeom>
        </p:spPr>
      </p:pic>
      <p:grpSp>
        <p:nvGrpSpPr>
          <p:cNvPr id="91" name="object 91" descr=""/>
          <p:cNvGrpSpPr/>
          <p:nvPr/>
        </p:nvGrpSpPr>
        <p:grpSpPr>
          <a:xfrm>
            <a:off x="4698691" y="5118591"/>
            <a:ext cx="436245" cy="239395"/>
            <a:chOff x="4698691" y="5118591"/>
            <a:chExt cx="436245" cy="239395"/>
          </a:xfrm>
        </p:grpSpPr>
        <p:pic>
          <p:nvPicPr>
            <p:cNvPr id="92" name="object 9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698691" y="5118591"/>
              <a:ext cx="197891" cy="233629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940588" y="5118591"/>
              <a:ext cx="194157" cy="239229"/>
            </a:xfrm>
            <a:prstGeom prst="rect">
              <a:avLst/>
            </a:prstGeom>
          </p:spPr>
        </p:pic>
      </p:grpSp>
      <p:pic>
        <p:nvPicPr>
          <p:cNvPr id="94" name="object 94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186752" y="5118324"/>
            <a:ext cx="200291" cy="239229"/>
          </a:xfrm>
          <a:prstGeom prst="rect">
            <a:avLst/>
          </a:prstGeom>
        </p:spPr>
      </p:pic>
      <p:grpSp>
        <p:nvGrpSpPr>
          <p:cNvPr id="95" name="object 95" descr=""/>
          <p:cNvGrpSpPr/>
          <p:nvPr/>
        </p:nvGrpSpPr>
        <p:grpSpPr>
          <a:xfrm>
            <a:off x="5503868" y="5118324"/>
            <a:ext cx="687705" cy="240029"/>
            <a:chOff x="5503868" y="5118324"/>
            <a:chExt cx="687705" cy="240029"/>
          </a:xfrm>
        </p:grpSpPr>
        <p:pic>
          <p:nvPicPr>
            <p:cNvPr id="96" name="object 9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503868" y="5122058"/>
              <a:ext cx="216827" cy="20802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46825" y="5118324"/>
              <a:ext cx="224034" cy="239229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995396" y="5118324"/>
              <a:ext cx="196024" cy="239496"/>
            </a:xfrm>
            <a:prstGeom prst="rect">
              <a:avLst/>
            </a:prstGeom>
          </p:spPr>
        </p:pic>
      </p:grpSp>
      <p:pic>
        <p:nvPicPr>
          <p:cNvPr id="99" name="object 9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66278" y="5505249"/>
            <a:ext cx="113080" cy="113080"/>
          </a:xfrm>
          <a:prstGeom prst="rect">
            <a:avLst/>
          </a:prstGeom>
        </p:spPr>
      </p:pic>
      <p:sp>
        <p:nvSpPr>
          <p:cNvPr id="100" name="object 100" descr=""/>
          <p:cNvSpPr/>
          <p:nvPr/>
        </p:nvSpPr>
        <p:spPr>
          <a:xfrm>
            <a:off x="1624202" y="5438307"/>
            <a:ext cx="22225" cy="240029"/>
          </a:xfrm>
          <a:custGeom>
            <a:avLst/>
            <a:gdLst/>
            <a:ahLst/>
            <a:cxnLst/>
            <a:rect l="l" t="t" r="r" b="b"/>
            <a:pathLst>
              <a:path w="22225" h="240029">
                <a:moveTo>
                  <a:pt x="21869" y="239496"/>
                </a:moveTo>
                <a:lnTo>
                  <a:pt x="0" y="239496"/>
                </a:lnTo>
                <a:lnTo>
                  <a:pt x="0" y="0"/>
                </a:lnTo>
                <a:lnTo>
                  <a:pt x="21869" y="0"/>
                </a:lnTo>
                <a:lnTo>
                  <a:pt x="21869" y="239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463903" y="5458472"/>
            <a:ext cx="113030" cy="161290"/>
          </a:xfrm>
          <a:custGeom>
            <a:avLst/>
            <a:gdLst/>
            <a:ahLst/>
            <a:cxnLst/>
            <a:rect l="l" t="t" r="r" b="b"/>
            <a:pathLst>
              <a:path w="113030" h="161289">
                <a:moveTo>
                  <a:pt x="112547" y="63500"/>
                </a:moveTo>
                <a:lnTo>
                  <a:pt x="90944" y="63500"/>
                </a:lnTo>
                <a:lnTo>
                  <a:pt x="90944" y="81280"/>
                </a:lnTo>
                <a:lnTo>
                  <a:pt x="90944" y="143510"/>
                </a:lnTo>
                <a:lnTo>
                  <a:pt x="21602" y="143510"/>
                </a:lnTo>
                <a:lnTo>
                  <a:pt x="21602" y="81280"/>
                </a:lnTo>
                <a:lnTo>
                  <a:pt x="90944" y="81280"/>
                </a:lnTo>
                <a:lnTo>
                  <a:pt x="90944" y="63500"/>
                </a:lnTo>
                <a:lnTo>
                  <a:pt x="21602" y="63500"/>
                </a:lnTo>
                <a:lnTo>
                  <a:pt x="21602" y="0"/>
                </a:lnTo>
                <a:lnTo>
                  <a:pt x="0" y="0"/>
                </a:lnTo>
                <a:lnTo>
                  <a:pt x="0" y="63500"/>
                </a:lnTo>
                <a:lnTo>
                  <a:pt x="0" y="81280"/>
                </a:lnTo>
                <a:lnTo>
                  <a:pt x="0" y="143510"/>
                </a:lnTo>
                <a:lnTo>
                  <a:pt x="0" y="161290"/>
                </a:lnTo>
                <a:lnTo>
                  <a:pt x="112547" y="161290"/>
                </a:lnTo>
                <a:lnTo>
                  <a:pt x="112547" y="143598"/>
                </a:lnTo>
                <a:lnTo>
                  <a:pt x="112547" y="81280"/>
                </a:lnTo>
                <a:lnTo>
                  <a:pt x="112547" y="80657"/>
                </a:lnTo>
                <a:lnTo>
                  <a:pt x="112547" y="63500"/>
                </a:lnTo>
                <a:close/>
              </a:path>
              <a:path w="113030" h="161289">
                <a:moveTo>
                  <a:pt x="112547" y="114"/>
                </a:moveTo>
                <a:lnTo>
                  <a:pt x="90944" y="114"/>
                </a:lnTo>
                <a:lnTo>
                  <a:pt x="90944" y="63322"/>
                </a:lnTo>
                <a:lnTo>
                  <a:pt x="112547" y="63322"/>
                </a:lnTo>
                <a:lnTo>
                  <a:pt x="112547" y="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1695678" y="5438307"/>
            <a:ext cx="442595" cy="240029"/>
            <a:chOff x="1695678" y="5438307"/>
            <a:chExt cx="442595" cy="240029"/>
          </a:xfrm>
        </p:grpSpPr>
        <p:pic>
          <p:nvPicPr>
            <p:cNvPr id="103" name="object 103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95678" y="5462310"/>
              <a:ext cx="216293" cy="181622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41842" y="5438307"/>
              <a:ext cx="196024" cy="239496"/>
            </a:xfrm>
            <a:prstGeom prst="rect">
              <a:avLst/>
            </a:prstGeom>
          </p:spPr>
        </p:pic>
      </p:grpSp>
      <p:pic>
        <p:nvPicPr>
          <p:cNvPr id="105" name="object 105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265587" y="5438307"/>
            <a:ext cx="217893" cy="239229"/>
          </a:xfrm>
          <a:prstGeom prst="rect">
            <a:avLst/>
          </a:prstGeom>
        </p:spPr>
      </p:pic>
      <p:sp>
        <p:nvSpPr>
          <p:cNvPr id="106" name="object 106" descr=""/>
          <p:cNvSpPr/>
          <p:nvPr/>
        </p:nvSpPr>
        <p:spPr>
          <a:xfrm>
            <a:off x="2533612" y="5445772"/>
            <a:ext cx="167005" cy="102870"/>
          </a:xfrm>
          <a:custGeom>
            <a:avLst/>
            <a:gdLst/>
            <a:ahLst/>
            <a:cxnLst/>
            <a:rect l="l" t="t" r="r" b="b"/>
            <a:pathLst>
              <a:path w="167005" h="102870">
                <a:moveTo>
                  <a:pt x="166954" y="86360"/>
                </a:moveTo>
                <a:lnTo>
                  <a:pt x="22136" y="86360"/>
                </a:lnTo>
                <a:lnTo>
                  <a:pt x="22136" y="59690"/>
                </a:lnTo>
                <a:lnTo>
                  <a:pt x="161886" y="59690"/>
                </a:lnTo>
                <a:lnTo>
                  <a:pt x="161886" y="43180"/>
                </a:lnTo>
                <a:lnTo>
                  <a:pt x="161886" y="17780"/>
                </a:lnTo>
                <a:lnTo>
                  <a:pt x="161886" y="0"/>
                </a:lnTo>
                <a:lnTo>
                  <a:pt x="0" y="0"/>
                </a:lnTo>
                <a:lnTo>
                  <a:pt x="0" y="17780"/>
                </a:lnTo>
                <a:lnTo>
                  <a:pt x="140284" y="17780"/>
                </a:lnTo>
                <a:lnTo>
                  <a:pt x="140284" y="43180"/>
                </a:lnTo>
                <a:lnTo>
                  <a:pt x="533" y="43180"/>
                </a:lnTo>
                <a:lnTo>
                  <a:pt x="533" y="59690"/>
                </a:lnTo>
                <a:lnTo>
                  <a:pt x="533" y="86360"/>
                </a:lnTo>
                <a:lnTo>
                  <a:pt x="533" y="102870"/>
                </a:lnTo>
                <a:lnTo>
                  <a:pt x="166954" y="102870"/>
                </a:lnTo>
                <a:lnTo>
                  <a:pt x="166954" y="86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2506141" y="5570867"/>
            <a:ext cx="217170" cy="100965"/>
          </a:xfrm>
          <a:custGeom>
            <a:avLst/>
            <a:gdLst/>
            <a:ahLst/>
            <a:cxnLst/>
            <a:rect l="l" t="t" r="r" b="b"/>
            <a:pathLst>
              <a:path w="217169" h="100964">
                <a:moveTo>
                  <a:pt x="194424" y="83185"/>
                </a:moveTo>
                <a:lnTo>
                  <a:pt x="50406" y="83185"/>
                </a:lnTo>
                <a:lnTo>
                  <a:pt x="50406" y="36195"/>
                </a:lnTo>
                <a:lnTo>
                  <a:pt x="28536" y="36195"/>
                </a:lnTo>
                <a:lnTo>
                  <a:pt x="28536" y="83185"/>
                </a:lnTo>
                <a:lnTo>
                  <a:pt x="28536" y="100965"/>
                </a:lnTo>
                <a:lnTo>
                  <a:pt x="194424" y="100965"/>
                </a:lnTo>
                <a:lnTo>
                  <a:pt x="194424" y="83185"/>
                </a:lnTo>
                <a:close/>
              </a:path>
              <a:path w="217169" h="100964">
                <a:moveTo>
                  <a:pt x="217093" y="0"/>
                </a:moveTo>
                <a:lnTo>
                  <a:pt x="0" y="0"/>
                </a:lnTo>
                <a:lnTo>
                  <a:pt x="0" y="17868"/>
                </a:lnTo>
                <a:lnTo>
                  <a:pt x="217093" y="17868"/>
                </a:lnTo>
                <a:lnTo>
                  <a:pt x="2170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2827248" y="5436974"/>
            <a:ext cx="685800" cy="241300"/>
            <a:chOff x="2827248" y="5436974"/>
            <a:chExt cx="685800" cy="241300"/>
          </a:xfrm>
        </p:grpSpPr>
        <p:pic>
          <p:nvPicPr>
            <p:cNvPr id="109" name="object 109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827248" y="5436974"/>
              <a:ext cx="220294" cy="240830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071545" y="5440974"/>
              <a:ext cx="216560" cy="233362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16109" y="5438307"/>
              <a:ext cx="196824" cy="239763"/>
            </a:xfrm>
            <a:prstGeom prst="rect">
              <a:avLst/>
            </a:prstGeom>
          </p:spPr>
        </p:pic>
      </p:grpSp>
      <p:pic>
        <p:nvPicPr>
          <p:cNvPr id="112" name="object 112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563073" y="5438574"/>
            <a:ext cx="220560" cy="23362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130587" y="2407569"/>
            <a:ext cx="554355" cy="304165"/>
            <a:chOff x="1130587" y="2407569"/>
            <a:chExt cx="554355" cy="304165"/>
          </a:xfrm>
        </p:grpSpPr>
        <p:sp>
          <p:nvSpPr>
            <p:cNvPr id="17" name="object 17" descr=""/>
            <p:cNvSpPr/>
            <p:nvPr/>
          </p:nvSpPr>
          <p:spPr>
            <a:xfrm>
              <a:off x="1134027" y="2421575"/>
              <a:ext cx="267970" cy="286385"/>
            </a:xfrm>
            <a:custGeom>
              <a:avLst/>
              <a:gdLst/>
              <a:ahLst/>
              <a:cxnLst/>
              <a:rect l="l" t="t" r="r" b="b"/>
              <a:pathLst>
                <a:path w="267969" h="286385">
                  <a:moveTo>
                    <a:pt x="24435" y="124156"/>
                  </a:moveTo>
                  <a:lnTo>
                    <a:pt x="13538" y="102362"/>
                  </a:lnTo>
                  <a:lnTo>
                    <a:pt x="52806" y="91548"/>
                  </a:lnTo>
                  <a:lnTo>
                    <a:pt x="86719" y="72314"/>
                  </a:lnTo>
                  <a:lnTo>
                    <a:pt x="110540" y="46641"/>
                  </a:lnTo>
                  <a:lnTo>
                    <a:pt x="119533" y="16510"/>
                  </a:lnTo>
                  <a:lnTo>
                    <a:pt x="119533" y="0"/>
                  </a:lnTo>
                  <a:lnTo>
                    <a:pt x="147931" y="0"/>
                  </a:lnTo>
                  <a:lnTo>
                    <a:pt x="147931" y="16510"/>
                  </a:lnTo>
                  <a:lnTo>
                    <a:pt x="157027" y="46223"/>
                  </a:lnTo>
                  <a:lnTo>
                    <a:pt x="165059" y="54813"/>
                  </a:lnTo>
                  <a:lnTo>
                    <a:pt x="133732" y="54813"/>
                  </a:lnTo>
                  <a:lnTo>
                    <a:pt x="115457" y="79578"/>
                  </a:lnTo>
                  <a:lnTo>
                    <a:pt x="115354" y="79718"/>
                  </a:lnTo>
                  <a:lnTo>
                    <a:pt x="89642" y="99886"/>
                  </a:lnTo>
                  <a:lnTo>
                    <a:pt x="58511" y="114993"/>
                  </a:lnTo>
                  <a:lnTo>
                    <a:pt x="24435" y="124156"/>
                  </a:lnTo>
                  <a:close/>
                </a:path>
                <a:path w="267969" h="286385">
                  <a:moveTo>
                    <a:pt x="243359" y="124156"/>
                  </a:moveTo>
                  <a:lnTo>
                    <a:pt x="209560" y="114993"/>
                  </a:lnTo>
                  <a:lnTo>
                    <a:pt x="178516" y="99886"/>
                  </a:lnTo>
                  <a:lnTo>
                    <a:pt x="152486" y="79578"/>
                  </a:lnTo>
                  <a:lnTo>
                    <a:pt x="133732" y="54813"/>
                  </a:lnTo>
                  <a:lnTo>
                    <a:pt x="165059" y="54813"/>
                  </a:lnTo>
                  <a:lnTo>
                    <a:pt x="181075" y="71943"/>
                  </a:lnTo>
                  <a:lnTo>
                    <a:pt x="215215" y="91409"/>
                  </a:lnTo>
                  <a:lnTo>
                    <a:pt x="254586" y="102362"/>
                  </a:lnTo>
                  <a:lnTo>
                    <a:pt x="243359" y="124156"/>
                  </a:lnTo>
                  <a:close/>
                </a:path>
                <a:path w="267969" h="286385">
                  <a:moveTo>
                    <a:pt x="267794" y="178639"/>
                  </a:moveTo>
                  <a:lnTo>
                    <a:pt x="0" y="178639"/>
                  </a:lnTo>
                  <a:lnTo>
                    <a:pt x="0" y="156186"/>
                  </a:lnTo>
                  <a:lnTo>
                    <a:pt x="267464" y="156186"/>
                  </a:lnTo>
                  <a:lnTo>
                    <a:pt x="267794" y="178639"/>
                  </a:lnTo>
                  <a:close/>
                </a:path>
                <a:path w="267969" h="286385">
                  <a:moveTo>
                    <a:pt x="146610" y="285955"/>
                  </a:moveTo>
                  <a:lnTo>
                    <a:pt x="119533" y="285955"/>
                  </a:lnTo>
                  <a:lnTo>
                    <a:pt x="119533" y="178639"/>
                  </a:lnTo>
                  <a:lnTo>
                    <a:pt x="146610" y="178639"/>
                  </a:lnTo>
                  <a:lnTo>
                    <a:pt x="146610" y="285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4126" y="2418136"/>
              <a:ext cx="247927" cy="13103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34027" y="2577761"/>
              <a:ext cx="267970" cy="130175"/>
            </a:xfrm>
            <a:custGeom>
              <a:avLst/>
              <a:gdLst/>
              <a:ahLst/>
              <a:cxnLst/>
              <a:rect l="l" t="t" r="r" b="b"/>
              <a:pathLst>
                <a:path w="267969" h="130175">
                  <a:moveTo>
                    <a:pt x="267464" y="0"/>
                  </a:moveTo>
                  <a:lnTo>
                    <a:pt x="0" y="0"/>
                  </a:lnTo>
                  <a:lnTo>
                    <a:pt x="0" y="22453"/>
                  </a:lnTo>
                  <a:lnTo>
                    <a:pt x="119533" y="22453"/>
                  </a:lnTo>
                  <a:lnTo>
                    <a:pt x="119533" y="129769"/>
                  </a:lnTo>
                  <a:lnTo>
                    <a:pt x="146610" y="129769"/>
                  </a:lnTo>
                  <a:lnTo>
                    <a:pt x="146610" y="22453"/>
                  </a:lnTo>
                  <a:lnTo>
                    <a:pt x="267794" y="22453"/>
                  </a:lnTo>
                  <a:lnTo>
                    <a:pt x="267464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42767" y="2411009"/>
              <a:ext cx="238760" cy="297180"/>
            </a:xfrm>
            <a:custGeom>
              <a:avLst/>
              <a:gdLst/>
              <a:ahLst/>
              <a:cxnLst/>
              <a:rect l="l" t="t" r="r" b="b"/>
              <a:pathLst>
                <a:path w="238760" h="297180">
                  <a:moveTo>
                    <a:pt x="238736" y="112929"/>
                  </a:moveTo>
                  <a:lnTo>
                    <a:pt x="211660" y="112929"/>
                  </a:lnTo>
                  <a:lnTo>
                    <a:pt x="211660" y="0"/>
                  </a:lnTo>
                  <a:lnTo>
                    <a:pt x="238736" y="0"/>
                  </a:lnTo>
                  <a:lnTo>
                    <a:pt x="238736" y="112929"/>
                  </a:lnTo>
                  <a:close/>
                </a:path>
                <a:path w="238760" h="297180">
                  <a:moveTo>
                    <a:pt x="73965" y="229491"/>
                  </a:moveTo>
                  <a:lnTo>
                    <a:pt x="44159" y="222211"/>
                  </a:lnTo>
                  <a:lnTo>
                    <a:pt x="20761" y="201465"/>
                  </a:lnTo>
                  <a:lnTo>
                    <a:pt x="5474" y="168893"/>
                  </a:lnTo>
                  <a:lnTo>
                    <a:pt x="0" y="126137"/>
                  </a:lnTo>
                  <a:lnTo>
                    <a:pt x="5474" y="83381"/>
                  </a:lnTo>
                  <a:lnTo>
                    <a:pt x="20761" y="50810"/>
                  </a:lnTo>
                  <a:lnTo>
                    <a:pt x="44159" y="30063"/>
                  </a:lnTo>
                  <a:lnTo>
                    <a:pt x="73965" y="22784"/>
                  </a:lnTo>
                  <a:lnTo>
                    <a:pt x="101671" y="29068"/>
                  </a:lnTo>
                  <a:lnTo>
                    <a:pt x="123991" y="47053"/>
                  </a:lnTo>
                  <a:lnTo>
                    <a:pt x="124082" y="47219"/>
                  </a:lnTo>
                  <a:lnTo>
                    <a:pt x="73965" y="47219"/>
                  </a:lnTo>
                  <a:lnTo>
                    <a:pt x="54452" y="52817"/>
                  </a:lnTo>
                  <a:lnTo>
                    <a:pt x="39211" y="68723"/>
                  </a:lnTo>
                  <a:lnTo>
                    <a:pt x="29295" y="93607"/>
                  </a:lnTo>
                  <a:lnTo>
                    <a:pt x="25755" y="126137"/>
                  </a:lnTo>
                  <a:lnTo>
                    <a:pt x="29295" y="158858"/>
                  </a:lnTo>
                  <a:lnTo>
                    <a:pt x="39211" y="183840"/>
                  </a:lnTo>
                  <a:lnTo>
                    <a:pt x="54452" y="199783"/>
                  </a:lnTo>
                  <a:lnTo>
                    <a:pt x="73965" y="205386"/>
                  </a:lnTo>
                  <a:lnTo>
                    <a:pt x="123518" y="205386"/>
                  </a:lnTo>
                  <a:lnTo>
                    <a:pt x="102461" y="222907"/>
                  </a:lnTo>
                  <a:lnTo>
                    <a:pt x="73965" y="229491"/>
                  </a:lnTo>
                  <a:close/>
                </a:path>
                <a:path w="238760" h="297180">
                  <a:moveTo>
                    <a:pt x="123518" y="205386"/>
                  </a:moveTo>
                  <a:lnTo>
                    <a:pt x="73965" y="205386"/>
                  </a:lnTo>
                  <a:lnTo>
                    <a:pt x="93287" y="199783"/>
                  </a:lnTo>
                  <a:lnTo>
                    <a:pt x="108430" y="183840"/>
                  </a:lnTo>
                  <a:lnTo>
                    <a:pt x="118310" y="158858"/>
                  </a:lnTo>
                  <a:lnTo>
                    <a:pt x="121844" y="126137"/>
                  </a:lnTo>
                  <a:lnTo>
                    <a:pt x="118310" y="93607"/>
                  </a:lnTo>
                  <a:lnTo>
                    <a:pt x="108430" y="68723"/>
                  </a:lnTo>
                  <a:lnTo>
                    <a:pt x="93287" y="52817"/>
                  </a:lnTo>
                  <a:lnTo>
                    <a:pt x="73965" y="47219"/>
                  </a:lnTo>
                  <a:lnTo>
                    <a:pt x="124082" y="47219"/>
                  </a:lnTo>
                  <a:lnTo>
                    <a:pt x="139624" y="75441"/>
                  </a:lnTo>
                  <a:lnTo>
                    <a:pt x="147270" y="112929"/>
                  </a:lnTo>
                  <a:lnTo>
                    <a:pt x="238736" y="112929"/>
                  </a:lnTo>
                  <a:lnTo>
                    <a:pt x="238736" y="135053"/>
                  </a:lnTo>
                  <a:lnTo>
                    <a:pt x="147270" y="135053"/>
                  </a:lnTo>
                  <a:lnTo>
                    <a:pt x="140506" y="174326"/>
                  </a:lnTo>
                  <a:lnTo>
                    <a:pt x="125105" y="204065"/>
                  </a:lnTo>
                  <a:lnTo>
                    <a:pt x="123518" y="205386"/>
                  </a:lnTo>
                  <a:close/>
                </a:path>
                <a:path w="238760" h="297180">
                  <a:moveTo>
                    <a:pt x="238736" y="296852"/>
                  </a:moveTo>
                  <a:lnTo>
                    <a:pt x="211660" y="296852"/>
                  </a:lnTo>
                  <a:lnTo>
                    <a:pt x="211660" y="135053"/>
                  </a:lnTo>
                  <a:lnTo>
                    <a:pt x="238736" y="135053"/>
                  </a:lnTo>
                  <a:lnTo>
                    <a:pt x="238736" y="296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5083" y="2454788"/>
              <a:ext cx="102968" cy="16504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442767" y="2411009"/>
              <a:ext cx="238760" cy="297180"/>
            </a:xfrm>
            <a:custGeom>
              <a:avLst/>
              <a:gdLst/>
              <a:ahLst/>
              <a:cxnLst/>
              <a:rect l="l" t="t" r="r" b="b"/>
              <a:pathLst>
                <a:path w="238760" h="297180">
                  <a:moveTo>
                    <a:pt x="211660" y="0"/>
                  </a:moveTo>
                  <a:lnTo>
                    <a:pt x="211660" y="112929"/>
                  </a:lnTo>
                  <a:lnTo>
                    <a:pt x="147270" y="112929"/>
                  </a:lnTo>
                  <a:lnTo>
                    <a:pt x="139624" y="75441"/>
                  </a:lnTo>
                  <a:lnTo>
                    <a:pt x="123991" y="47053"/>
                  </a:lnTo>
                  <a:lnTo>
                    <a:pt x="101671" y="29068"/>
                  </a:lnTo>
                  <a:lnTo>
                    <a:pt x="73965" y="22784"/>
                  </a:lnTo>
                  <a:lnTo>
                    <a:pt x="44159" y="30063"/>
                  </a:lnTo>
                  <a:lnTo>
                    <a:pt x="20761" y="50810"/>
                  </a:lnTo>
                  <a:lnTo>
                    <a:pt x="5474" y="83381"/>
                  </a:lnTo>
                  <a:lnTo>
                    <a:pt x="0" y="126137"/>
                  </a:lnTo>
                  <a:lnTo>
                    <a:pt x="5474" y="168893"/>
                  </a:lnTo>
                  <a:lnTo>
                    <a:pt x="20761" y="201465"/>
                  </a:lnTo>
                  <a:lnTo>
                    <a:pt x="44159" y="222211"/>
                  </a:lnTo>
                  <a:lnTo>
                    <a:pt x="73965" y="229491"/>
                  </a:lnTo>
                  <a:lnTo>
                    <a:pt x="102461" y="222907"/>
                  </a:lnTo>
                  <a:lnTo>
                    <a:pt x="125105" y="204065"/>
                  </a:lnTo>
                  <a:lnTo>
                    <a:pt x="140506" y="174326"/>
                  </a:lnTo>
                  <a:lnTo>
                    <a:pt x="147270" y="135053"/>
                  </a:lnTo>
                  <a:lnTo>
                    <a:pt x="211660" y="135053"/>
                  </a:lnTo>
                  <a:lnTo>
                    <a:pt x="211660" y="296852"/>
                  </a:lnTo>
                  <a:lnTo>
                    <a:pt x="238736" y="296852"/>
                  </a:lnTo>
                  <a:lnTo>
                    <a:pt x="238736" y="0"/>
                  </a:lnTo>
                  <a:lnTo>
                    <a:pt x="211660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840946" y="2407569"/>
            <a:ext cx="247650" cy="303530"/>
            <a:chOff x="1840946" y="2407569"/>
            <a:chExt cx="247650" cy="303530"/>
          </a:xfrm>
        </p:grpSpPr>
        <p:sp>
          <p:nvSpPr>
            <p:cNvPr id="24" name="object 24" descr=""/>
            <p:cNvSpPr/>
            <p:nvPr/>
          </p:nvSpPr>
          <p:spPr>
            <a:xfrm>
              <a:off x="1844386" y="2411009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4">
                  <a:moveTo>
                    <a:pt x="180621" y="281333"/>
                  </a:moveTo>
                  <a:lnTo>
                    <a:pt x="155195" y="281333"/>
                  </a:lnTo>
                  <a:lnTo>
                    <a:pt x="155195" y="135383"/>
                  </a:lnTo>
                  <a:lnTo>
                    <a:pt x="91466" y="135383"/>
                  </a:lnTo>
                  <a:lnTo>
                    <a:pt x="91466" y="112929"/>
                  </a:lnTo>
                  <a:lnTo>
                    <a:pt x="155195" y="112929"/>
                  </a:lnTo>
                  <a:lnTo>
                    <a:pt x="155195" y="7264"/>
                  </a:lnTo>
                  <a:lnTo>
                    <a:pt x="180621" y="7264"/>
                  </a:lnTo>
                  <a:lnTo>
                    <a:pt x="180621" y="281333"/>
                  </a:lnTo>
                  <a:close/>
                </a:path>
                <a:path w="240664" h="296544">
                  <a:moveTo>
                    <a:pt x="19151" y="224868"/>
                  </a:moveTo>
                  <a:lnTo>
                    <a:pt x="0" y="224868"/>
                  </a:lnTo>
                  <a:lnTo>
                    <a:pt x="0" y="36322"/>
                  </a:lnTo>
                  <a:lnTo>
                    <a:pt x="111278" y="36322"/>
                  </a:lnTo>
                  <a:lnTo>
                    <a:pt x="111278" y="58115"/>
                  </a:lnTo>
                  <a:lnTo>
                    <a:pt x="26746" y="58115"/>
                  </a:lnTo>
                  <a:lnTo>
                    <a:pt x="26746" y="202414"/>
                  </a:lnTo>
                  <a:lnTo>
                    <a:pt x="127123" y="202414"/>
                  </a:lnTo>
                  <a:lnTo>
                    <a:pt x="128779" y="216283"/>
                  </a:lnTo>
                  <a:lnTo>
                    <a:pt x="104081" y="220689"/>
                  </a:lnTo>
                  <a:lnTo>
                    <a:pt x="79042" y="223299"/>
                  </a:lnTo>
                  <a:lnTo>
                    <a:pt x="51465" y="224548"/>
                  </a:lnTo>
                  <a:lnTo>
                    <a:pt x="19151" y="224868"/>
                  </a:lnTo>
                  <a:close/>
                </a:path>
                <a:path w="240664" h="296544">
                  <a:moveTo>
                    <a:pt x="127123" y="202414"/>
                  </a:moveTo>
                  <a:lnTo>
                    <a:pt x="26746" y="202414"/>
                  </a:lnTo>
                  <a:lnTo>
                    <a:pt x="55603" y="201914"/>
                  </a:lnTo>
                  <a:lnTo>
                    <a:pt x="80528" y="200639"/>
                  </a:lnTo>
                  <a:lnTo>
                    <a:pt x="103410" y="198188"/>
                  </a:lnTo>
                  <a:lnTo>
                    <a:pt x="126137" y="194159"/>
                  </a:lnTo>
                  <a:lnTo>
                    <a:pt x="127063" y="201914"/>
                  </a:lnTo>
                  <a:lnTo>
                    <a:pt x="127123" y="202414"/>
                  </a:lnTo>
                  <a:close/>
                </a:path>
                <a:path w="240664" h="296544">
                  <a:moveTo>
                    <a:pt x="240387" y="296192"/>
                  </a:moveTo>
                  <a:lnTo>
                    <a:pt x="214632" y="296192"/>
                  </a:lnTo>
                  <a:lnTo>
                    <a:pt x="214632" y="0"/>
                  </a:lnTo>
                  <a:lnTo>
                    <a:pt x="240387" y="0"/>
                  </a:lnTo>
                  <a:lnTo>
                    <a:pt x="240387" y="296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40946" y="2443891"/>
              <a:ext cx="135658" cy="19542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935852" y="2411009"/>
              <a:ext cx="149225" cy="296545"/>
            </a:xfrm>
            <a:custGeom>
              <a:avLst/>
              <a:gdLst/>
              <a:ahLst/>
              <a:cxnLst/>
              <a:rect l="l" t="t" r="r" b="b"/>
              <a:pathLst>
                <a:path w="149225" h="296544">
                  <a:moveTo>
                    <a:pt x="63729" y="112929"/>
                  </a:moveTo>
                  <a:lnTo>
                    <a:pt x="0" y="112929"/>
                  </a:lnTo>
                  <a:lnTo>
                    <a:pt x="0" y="135383"/>
                  </a:lnTo>
                  <a:lnTo>
                    <a:pt x="63729" y="135383"/>
                  </a:lnTo>
                  <a:lnTo>
                    <a:pt x="63729" y="281333"/>
                  </a:lnTo>
                  <a:lnTo>
                    <a:pt x="89154" y="281333"/>
                  </a:lnTo>
                  <a:lnTo>
                    <a:pt x="89154" y="7264"/>
                  </a:lnTo>
                  <a:lnTo>
                    <a:pt x="63729" y="7264"/>
                  </a:lnTo>
                  <a:lnTo>
                    <a:pt x="63729" y="112929"/>
                  </a:lnTo>
                  <a:close/>
                </a:path>
                <a:path w="149225" h="296544">
                  <a:moveTo>
                    <a:pt x="123165" y="0"/>
                  </a:moveTo>
                  <a:lnTo>
                    <a:pt x="123165" y="296192"/>
                  </a:lnTo>
                  <a:lnTo>
                    <a:pt x="148921" y="296192"/>
                  </a:lnTo>
                  <a:lnTo>
                    <a:pt x="148921" y="0"/>
                  </a:lnTo>
                  <a:lnTo>
                    <a:pt x="123165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2144733" y="2407569"/>
            <a:ext cx="238760" cy="304165"/>
            <a:chOff x="2144733" y="2407569"/>
            <a:chExt cx="238760" cy="304165"/>
          </a:xfrm>
        </p:grpSpPr>
        <p:sp>
          <p:nvSpPr>
            <p:cNvPr id="28" name="object 28" descr=""/>
            <p:cNvSpPr/>
            <p:nvPr/>
          </p:nvSpPr>
          <p:spPr>
            <a:xfrm>
              <a:off x="2148173" y="2411009"/>
              <a:ext cx="231775" cy="297180"/>
            </a:xfrm>
            <a:custGeom>
              <a:avLst/>
              <a:gdLst/>
              <a:ahLst/>
              <a:cxnLst/>
              <a:rect l="l" t="t" r="r" b="b"/>
              <a:pathLst>
                <a:path w="231775" h="297180">
                  <a:moveTo>
                    <a:pt x="231472" y="296852"/>
                  </a:moveTo>
                  <a:lnTo>
                    <a:pt x="204395" y="296852"/>
                  </a:lnTo>
                  <a:lnTo>
                    <a:pt x="204395" y="0"/>
                  </a:lnTo>
                  <a:lnTo>
                    <a:pt x="231472" y="0"/>
                  </a:lnTo>
                  <a:lnTo>
                    <a:pt x="231472" y="296852"/>
                  </a:lnTo>
                  <a:close/>
                </a:path>
                <a:path w="231775" h="297180">
                  <a:moveTo>
                    <a:pt x="75286" y="229491"/>
                  </a:moveTo>
                  <a:lnTo>
                    <a:pt x="44995" y="222211"/>
                  </a:lnTo>
                  <a:lnTo>
                    <a:pt x="21174" y="201465"/>
                  </a:lnTo>
                  <a:lnTo>
                    <a:pt x="5587" y="168893"/>
                  </a:lnTo>
                  <a:lnTo>
                    <a:pt x="0" y="126137"/>
                  </a:lnTo>
                  <a:lnTo>
                    <a:pt x="5587" y="83381"/>
                  </a:lnTo>
                  <a:lnTo>
                    <a:pt x="21174" y="50810"/>
                  </a:lnTo>
                  <a:lnTo>
                    <a:pt x="44995" y="30063"/>
                  </a:lnTo>
                  <a:lnTo>
                    <a:pt x="75286" y="22784"/>
                  </a:lnTo>
                  <a:lnTo>
                    <a:pt x="105577" y="30063"/>
                  </a:lnTo>
                  <a:lnTo>
                    <a:pt x="125275" y="47219"/>
                  </a:lnTo>
                  <a:lnTo>
                    <a:pt x="75286" y="47219"/>
                  </a:lnTo>
                  <a:lnTo>
                    <a:pt x="55288" y="52817"/>
                  </a:lnTo>
                  <a:lnTo>
                    <a:pt x="39624" y="68723"/>
                  </a:lnTo>
                  <a:lnTo>
                    <a:pt x="29408" y="93607"/>
                  </a:lnTo>
                  <a:lnTo>
                    <a:pt x="25755" y="126137"/>
                  </a:lnTo>
                  <a:lnTo>
                    <a:pt x="29408" y="158858"/>
                  </a:lnTo>
                  <a:lnTo>
                    <a:pt x="39624" y="183840"/>
                  </a:lnTo>
                  <a:lnTo>
                    <a:pt x="55288" y="199783"/>
                  </a:lnTo>
                  <a:lnTo>
                    <a:pt x="75286" y="205386"/>
                  </a:lnTo>
                  <a:lnTo>
                    <a:pt x="124896" y="205386"/>
                  </a:lnTo>
                  <a:lnTo>
                    <a:pt x="105577" y="222211"/>
                  </a:lnTo>
                  <a:lnTo>
                    <a:pt x="75286" y="229491"/>
                  </a:lnTo>
                  <a:close/>
                </a:path>
                <a:path w="231775" h="297180">
                  <a:moveTo>
                    <a:pt x="124896" y="205386"/>
                  </a:moveTo>
                  <a:lnTo>
                    <a:pt x="75286" y="205386"/>
                  </a:lnTo>
                  <a:lnTo>
                    <a:pt x="95093" y="199783"/>
                  </a:lnTo>
                  <a:lnTo>
                    <a:pt x="110659" y="183840"/>
                  </a:lnTo>
                  <a:lnTo>
                    <a:pt x="120838" y="158858"/>
                  </a:lnTo>
                  <a:lnTo>
                    <a:pt x="124486" y="126137"/>
                  </a:lnTo>
                  <a:lnTo>
                    <a:pt x="120838" y="93607"/>
                  </a:lnTo>
                  <a:lnTo>
                    <a:pt x="110659" y="68723"/>
                  </a:lnTo>
                  <a:lnTo>
                    <a:pt x="95093" y="52817"/>
                  </a:lnTo>
                  <a:lnTo>
                    <a:pt x="75286" y="47219"/>
                  </a:lnTo>
                  <a:lnTo>
                    <a:pt x="125275" y="47219"/>
                  </a:lnTo>
                  <a:lnTo>
                    <a:pt x="129398" y="50810"/>
                  </a:lnTo>
                  <a:lnTo>
                    <a:pt x="144984" y="83381"/>
                  </a:lnTo>
                  <a:lnTo>
                    <a:pt x="150572" y="126137"/>
                  </a:lnTo>
                  <a:lnTo>
                    <a:pt x="144984" y="168893"/>
                  </a:lnTo>
                  <a:lnTo>
                    <a:pt x="129398" y="201465"/>
                  </a:lnTo>
                  <a:lnTo>
                    <a:pt x="124896" y="2053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352568" y="2411009"/>
              <a:ext cx="27305" cy="297180"/>
            </a:xfrm>
            <a:custGeom>
              <a:avLst/>
              <a:gdLst/>
              <a:ahLst/>
              <a:cxnLst/>
              <a:rect l="l" t="t" r="r" b="b"/>
              <a:pathLst>
                <a:path w="27305" h="297180">
                  <a:moveTo>
                    <a:pt x="0" y="0"/>
                  </a:moveTo>
                  <a:lnTo>
                    <a:pt x="0" y="296852"/>
                  </a:lnTo>
                  <a:lnTo>
                    <a:pt x="27076" y="296852"/>
                  </a:lnTo>
                  <a:lnTo>
                    <a:pt x="27076" y="0"/>
                  </a:lnTo>
                  <a:lnTo>
                    <a:pt x="0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4733" y="2430353"/>
              <a:ext cx="157451" cy="213586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2451162" y="2407239"/>
            <a:ext cx="237490" cy="304165"/>
            <a:chOff x="2451162" y="2407239"/>
            <a:chExt cx="237490" cy="304165"/>
          </a:xfrm>
        </p:grpSpPr>
        <p:sp>
          <p:nvSpPr>
            <p:cNvPr id="32" name="object 32" descr=""/>
            <p:cNvSpPr/>
            <p:nvPr/>
          </p:nvSpPr>
          <p:spPr>
            <a:xfrm>
              <a:off x="2454601" y="2410679"/>
              <a:ext cx="230504" cy="297180"/>
            </a:xfrm>
            <a:custGeom>
              <a:avLst/>
              <a:gdLst/>
              <a:ahLst/>
              <a:cxnLst/>
              <a:rect l="l" t="t" r="r" b="b"/>
              <a:pathLst>
                <a:path w="230505" h="297180">
                  <a:moveTo>
                    <a:pt x="230481" y="296852"/>
                  </a:moveTo>
                  <a:lnTo>
                    <a:pt x="203405" y="296852"/>
                  </a:lnTo>
                  <a:lnTo>
                    <a:pt x="203405" y="134392"/>
                  </a:lnTo>
                  <a:lnTo>
                    <a:pt x="142317" y="134392"/>
                  </a:lnTo>
                  <a:lnTo>
                    <a:pt x="142317" y="111938"/>
                  </a:lnTo>
                  <a:lnTo>
                    <a:pt x="203405" y="111938"/>
                  </a:lnTo>
                  <a:lnTo>
                    <a:pt x="203405" y="0"/>
                  </a:lnTo>
                  <a:lnTo>
                    <a:pt x="230481" y="0"/>
                  </a:lnTo>
                  <a:lnTo>
                    <a:pt x="230481" y="296852"/>
                  </a:lnTo>
                  <a:close/>
                </a:path>
                <a:path w="230505" h="297180">
                  <a:moveTo>
                    <a:pt x="22784" y="225528"/>
                  </a:moveTo>
                  <a:lnTo>
                    <a:pt x="0" y="225528"/>
                  </a:lnTo>
                  <a:lnTo>
                    <a:pt x="0" y="27076"/>
                  </a:lnTo>
                  <a:lnTo>
                    <a:pt x="137034" y="27076"/>
                  </a:lnTo>
                  <a:lnTo>
                    <a:pt x="137034" y="49530"/>
                  </a:lnTo>
                  <a:lnTo>
                    <a:pt x="27076" y="49530"/>
                  </a:lnTo>
                  <a:lnTo>
                    <a:pt x="27076" y="110618"/>
                  </a:lnTo>
                  <a:lnTo>
                    <a:pt x="124156" y="110618"/>
                  </a:lnTo>
                  <a:lnTo>
                    <a:pt x="124156" y="132411"/>
                  </a:lnTo>
                  <a:lnTo>
                    <a:pt x="27076" y="132411"/>
                  </a:lnTo>
                  <a:lnTo>
                    <a:pt x="27076" y="203405"/>
                  </a:lnTo>
                  <a:lnTo>
                    <a:pt x="156437" y="203405"/>
                  </a:lnTo>
                  <a:lnTo>
                    <a:pt x="158167" y="216283"/>
                  </a:lnTo>
                  <a:lnTo>
                    <a:pt x="126844" y="220931"/>
                  </a:lnTo>
                  <a:lnTo>
                    <a:pt x="95552" y="223753"/>
                  </a:lnTo>
                  <a:lnTo>
                    <a:pt x="61722" y="225152"/>
                  </a:lnTo>
                  <a:lnTo>
                    <a:pt x="22784" y="225528"/>
                  </a:lnTo>
                  <a:close/>
                </a:path>
                <a:path w="230505" h="297180">
                  <a:moveTo>
                    <a:pt x="156437" y="203405"/>
                  </a:moveTo>
                  <a:lnTo>
                    <a:pt x="27076" y="203405"/>
                  </a:lnTo>
                  <a:lnTo>
                    <a:pt x="63997" y="202982"/>
                  </a:lnTo>
                  <a:lnTo>
                    <a:pt x="96089" y="201506"/>
                  </a:lnTo>
                  <a:lnTo>
                    <a:pt x="125704" y="198668"/>
                  </a:lnTo>
                  <a:lnTo>
                    <a:pt x="155195" y="194159"/>
                  </a:lnTo>
                  <a:lnTo>
                    <a:pt x="156380" y="202982"/>
                  </a:lnTo>
                  <a:lnTo>
                    <a:pt x="156437" y="203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1162" y="2434316"/>
              <a:ext cx="165046" cy="20533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596919" y="2410679"/>
              <a:ext cx="88265" cy="297180"/>
            </a:xfrm>
            <a:custGeom>
              <a:avLst/>
              <a:gdLst/>
              <a:ahLst/>
              <a:cxnLst/>
              <a:rect l="l" t="t" r="r" b="b"/>
              <a:pathLst>
                <a:path w="88264" h="297180">
                  <a:moveTo>
                    <a:pt x="61087" y="0"/>
                  </a:moveTo>
                  <a:lnTo>
                    <a:pt x="61087" y="111938"/>
                  </a:lnTo>
                  <a:lnTo>
                    <a:pt x="0" y="111938"/>
                  </a:lnTo>
                  <a:lnTo>
                    <a:pt x="0" y="134392"/>
                  </a:lnTo>
                  <a:lnTo>
                    <a:pt x="61087" y="134392"/>
                  </a:lnTo>
                  <a:lnTo>
                    <a:pt x="61087" y="296852"/>
                  </a:lnTo>
                  <a:lnTo>
                    <a:pt x="88164" y="296852"/>
                  </a:lnTo>
                  <a:lnTo>
                    <a:pt x="88164" y="0"/>
                  </a:lnTo>
                  <a:lnTo>
                    <a:pt x="61087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2834737" y="2405918"/>
            <a:ext cx="577850" cy="305435"/>
            <a:chOff x="2834737" y="2405918"/>
            <a:chExt cx="577850" cy="305435"/>
          </a:xfrm>
        </p:grpSpPr>
        <p:sp>
          <p:nvSpPr>
            <p:cNvPr id="36" name="object 36" descr=""/>
            <p:cNvSpPr/>
            <p:nvPr/>
          </p:nvSpPr>
          <p:spPr>
            <a:xfrm>
              <a:off x="2838176" y="2409358"/>
              <a:ext cx="273050" cy="298450"/>
            </a:xfrm>
            <a:custGeom>
              <a:avLst/>
              <a:gdLst/>
              <a:ahLst/>
              <a:cxnLst/>
              <a:rect l="l" t="t" r="r" b="b"/>
              <a:pathLst>
                <a:path w="273050" h="298450">
                  <a:moveTo>
                    <a:pt x="100711" y="33020"/>
                  </a:moveTo>
                  <a:lnTo>
                    <a:pt x="73635" y="33020"/>
                  </a:lnTo>
                  <a:lnTo>
                    <a:pt x="73635" y="0"/>
                  </a:lnTo>
                  <a:lnTo>
                    <a:pt x="100711" y="0"/>
                  </a:lnTo>
                  <a:lnTo>
                    <a:pt x="100711" y="33020"/>
                  </a:lnTo>
                  <a:close/>
                </a:path>
                <a:path w="273050" h="298450">
                  <a:moveTo>
                    <a:pt x="174677" y="54813"/>
                  </a:moveTo>
                  <a:lnTo>
                    <a:pt x="0" y="54813"/>
                  </a:lnTo>
                  <a:lnTo>
                    <a:pt x="0" y="33020"/>
                  </a:lnTo>
                  <a:lnTo>
                    <a:pt x="174677" y="33020"/>
                  </a:lnTo>
                  <a:lnTo>
                    <a:pt x="174677" y="54813"/>
                  </a:lnTo>
                  <a:close/>
                </a:path>
                <a:path w="273050" h="298450">
                  <a:moveTo>
                    <a:pt x="87173" y="176988"/>
                  </a:moveTo>
                  <a:lnTo>
                    <a:pt x="36115" y="162501"/>
                  </a:lnTo>
                  <a:lnTo>
                    <a:pt x="16586" y="123826"/>
                  </a:lnTo>
                  <a:lnTo>
                    <a:pt x="16510" y="123495"/>
                  </a:lnTo>
                  <a:lnTo>
                    <a:pt x="21621" y="101625"/>
                  </a:lnTo>
                  <a:lnTo>
                    <a:pt x="21654" y="101485"/>
                  </a:lnTo>
                  <a:lnTo>
                    <a:pt x="36115" y="84614"/>
                  </a:lnTo>
                  <a:lnTo>
                    <a:pt x="58440" y="73810"/>
                  </a:lnTo>
                  <a:lnTo>
                    <a:pt x="87173" y="70003"/>
                  </a:lnTo>
                  <a:lnTo>
                    <a:pt x="116058" y="73810"/>
                  </a:lnTo>
                  <a:lnTo>
                    <a:pt x="138434" y="84614"/>
                  </a:lnTo>
                  <a:lnTo>
                    <a:pt x="144056" y="91136"/>
                  </a:lnTo>
                  <a:lnTo>
                    <a:pt x="87173" y="91136"/>
                  </a:lnTo>
                  <a:lnTo>
                    <a:pt x="68774" y="93452"/>
                  </a:lnTo>
                  <a:lnTo>
                    <a:pt x="42344" y="123495"/>
                  </a:lnTo>
                  <a:lnTo>
                    <a:pt x="42266" y="123826"/>
                  </a:lnTo>
                  <a:lnTo>
                    <a:pt x="45408" y="136962"/>
                  </a:lnTo>
                  <a:lnTo>
                    <a:pt x="45475" y="137240"/>
                  </a:lnTo>
                  <a:lnTo>
                    <a:pt x="54566" y="147435"/>
                  </a:lnTo>
                  <a:lnTo>
                    <a:pt x="68621" y="153864"/>
                  </a:lnTo>
                  <a:lnTo>
                    <a:pt x="68314" y="153864"/>
                  </a:lnTo>
                  <a:lnTo>
                    <a:pt x="87173" y="156186"/>
                  </a:lnTo>
                  <a:lnTo>
                    <a:pt x="144019" y="156186"/>
                  </a:lnTo>
                  <a:lnTo>
                    <a:pt x="138555" y="162501"/>
                  </a:lnTo>
                  <a:lnTo>
                    <a:pt x="116108" y="173227"/>
                  </a:lnTo>
                  <a:lnTo>
                    <a:pt x="87173" y="176988"/>
                  </a:lnTo>
                  <a:close/>
                </a:path>
                <a:path w="273050" h="298450">
                  <a:moveTo>
                    <a:pt x="144019" y="156186"/>
                  </a:moveTo>
                  <a:lnTo>
                    <a:pt x="87173" y="156186"/>
                  </a:lnTo>
                  <a:lnTo>
                    <a:pt x="105665" y="153864"/>
                  </a:lnTo>
                  <a:lnTo>
                    <a:pt x="119946" y="147270"/>
                  </a:lnTo>
                  <a:lnTo>
                    <a:pt x="129150" y="136962"/>
                  </a:lnTo>
                  <a:lnTo>
                    <a:pt x="132331" y="123826"/>
                  </a:lnTo>
                  <a:lnTo>
                    <a:pt x="132411" y="123495"/>
                  </a:lnTo>
                  <a:lnTo>
                    <a:pt x="129184" y="110360"/>
                  </a:lnTo>
                  <a:lnTo>
                    <a:pt x="129150" y="110220"/>
                  </a:lnTo>
                  <a:lnTo>
                    <a:pt x="119946" y="100010"/>
                  </a:lnTo>
                  <a:lnTo>
                    <a:pt x="105665" y="93452"/>
                  </a:lnTo>
                  <a:lnTo>
                    <a:pt x="87173" y="91136"/>
                  </a:lnTo>
                  <a:lnTo>
                    <a:pt x="144056" y="91136"/>
                  </a:lnTo>
                  <a:lnTo>
                    <a:pt x="152899" y="101485"/>
                  </a:lnTo>
                  <a:lnTo>
                    <a:pt x="153018" y="101625"/>
                  </a:lnTo>
                  <a:lnTo>
                    <a:pt x="158090" y="123495"/>
                  </a:lnTo>
                  <a:lnTo>
                    <a:pt x="158167" y="123826"/>
                  </a:lnTo>
                  <a:lnTo>
                    <a:pt x="153050" y="145645"/>
                  </a:lnTo>
                  <a:lnTo>
                    <a:pt x="153018" y="145784"/>
                  </a:lnTo>
                  <a:lnTo>
                    <a:pt x="144019" y="156186"/>
                  </a:lnTo>
                  <a:close/>
                </a:path>
                <a:path w="273050" h="298450">
                  <a:moveTo>
                    <a:pt x="228830" y="298173"/>
                  </a:moveTo>
                  <a:lnTo>
                    <a:pt x="201754" y="298173"/>
                  </a:lnTo>
                  <a:lnTo>
                    <a:pt x="201754" y="225198"/>
                  </a:lnTo>
                  <a:lnTo>
                    <a:pt x="36652" y="225198"/>
                  </a:lnTo>
                  <a:lnTo>
                    <a:pt x="36652" y="203074"/>
                  </a:lnTo>
                  <a:lnTo>
                    <a:pt x="228830" y="203074"/>
                  </a:lnTo>
                  <a:lnTo>
                    <a:pt x="228830" y="298173"/>
                  </a:lnTo>
                  <a:close/>
                </a:path>
                <a:path w="273050" h="298450">
                  <a:moveTo>
                    <a:pt x="228830" y="186895"/>
                  </a:moveTo>
                  <a:lnTo>
                    <a:pt x="201754" y="186895"/>
                  </a:lnTo>
                  <a:lnTo>
                    <a:pt x="201754" y="1981"/>
                  </a:lnTo>
                  <a:lnTo>
                    <a:pt x="228830" y="1981"/>
                  </a:lnTo>
                  <a:lnTo>
                    <a:pt x="228830" y="83541"/>
                  </a:lnTo>
                  <a:lnTo>
                    <a:pt x="272747" y="83541"/>
                  </a:lnTo>
                  <a:lnTo>
                    <a:pt x="272747" y="105995"/>
                  </a:lnTo>
                  <a:lnTo>
                    <a:pt x="228830" y="105995"/>
                  </a:lnTo>
                  <a:lnTo>
                    <a:pt x="228830" y="186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4737" y="2405918"/>
              <a:ext cx="181556" cy="18386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874829" y="2411339"/>
              <a:ext cx="236220" cy="296545"/>
            </a:xfrm>
            <a:custGeom>
              <a:avLst/>
              <a:gdLst/>
              <a:ahLst/>
              <a:cxnLst/>
              <a:rect l="l" t="t" r="r" b="b"/>
              <a:pathLst>
                <a:path w="236219" h="296544">
                  <a:moveTo>
                    <a:pt x="0" y="223217"/>
                  </a:moveTo>
                  <a:lnTo>
                    <a:pt x="165101" y="223217"/>
                  </a:lnTo>
                  <a:lnTo>
                    <a:pt x="165101" y="296192"/>
                  </a:lnTo>
                  <a:lnTo>
                    <a:pt x="192178" y="296192"/>
                  </a:lnTo>
                  <a:lnTo>
                    <a:pt x="192178" y="201093"/>
                  </a:lnTo>
                  <a:lnTo>
                    <a:pt x="0" y="201093"/>
                  </a:lnTo>
                  <a:lnTo>
                    <a:pt x="0" y="223217"/>
                  </a:lnTo>
                  <a:close/>
                </a:path>
                <a:path w="236219" h="296544">
                  <a:moveTo>
                    <a:pt x="236095" y="81560"/>
                  </a:moveTo>
                  <a:lnTo>
                    <a:pt x="192178" y="81560"/>
                  </a:lnTo>
                  <a:lnTo>
                    <a:pt x="192178" y="0"/>
                  </a:lnTo>
                  <a:lnTo>
                    <a:pt x="165101" y="0"/>
                  </a:lnTo>
                  <a:lnTo>
                    <a:pt x="165101" y="184913"/>
                  </a:lnTo>
                  <a:lnTo>
                    <a:pt x="192178" y="184913"/>
                  </a:lnTo>
                  <a:lnTo>
                    <a:pt x="192178" y="104014"/>
                  </a:lnTo>
                  <a:lnTo>
                    <a:pt x="236095" y="104014"/>
                  </a:lnTo>
                  <a:lnTo>
                    <a:pt x="236095" y="8156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140643" y="2414311"/>
              <a:ext cx="268605" cy="288925"/>
            </a:xfrm>
            <a:custGeom>
              <a:avLst/>
              <a:gdLst/>
              <a:ahLst/>
              <a:cxnLst/>
              <a:rect l="l" t="t" r="r" b="b"/>
              <a:pathLst>
                <a:path w="268604" h="288925">
                  <a:moveTo>
                    <a:pt x="25425" y="110948"/>
                  </a:moveTo>
                  <a:lnTo>
                    <a:pt x="15519" y="89154"/>
                  </a:lnTo>
                  <a:lnTo>
                    <a:pt x="54354" y="79795"/>
                  </a:lnTo>
                  <a:lnTo>
                    <a:pt x="87957" y="62821"/>
                  </a:lnTo>
                  <a:lnTo>
                    <a:pt x="111593" y="40026"/>
                  </a:lnTo>
                  <a:lnTo>
                    <a:pt x="120524" y="13208"/>
                  </a:lnTo>
                  <a:lnTo>
                    <a:pt x="120524" y="0"/>
                  </a:lnTo>
                  <a:lnTo>
                    <a:pt x="148261" y="0"/>
                  </a:lnTo>
                  <a:lnTo>
                    <a:pt x="148261" y="13208"/>
                  </a:lnTo>
                  <a:lnTo>
                    <a:pt x="157233" y="39608"/>
                  </a:lnTo>
                  <a:lnTo>
                    <a:pt x="165464" y="47549"/>
                  </a:lnTo>
                  <a:lnTo>
                    <a:pt x="134392" y="47549"/>
                  </a:lnTo>
                  <a:lnTo>
                    <a:pt x="116066" y="70364"/>
                  </a:lnTo>
                  <a:lnTo>
                    <a:pt x="90310" y="88907"/>
                  </a:lnTo>
                  <a:lnTo>
                    <a:pt x="59354" y="102620"/>
                  </a:lnTo>
                  <a:lnTo>
                    <a:pt x="25425" y="110948"/>
                  </a:lnTo>
                  <a:close/>
                </a:path>
                <a:path w="268604" h="288925">
                  <a:moveTo>
                    <a:pt x="243029" y="110948"/>
                  </a:moveTo>
                  <a:lnTo>
                    <a:pt x="209338" y="102620"/>
                  </a:lnTo>
                  <a:lnTo>
                    <a:pt x="178557" y="88907"/>
                  </a:lnTo>
                  <a:lnTo>
                    <a:pt x="152853" y="70364"/>
                  </a:lnTo>
                  <a:lnTo>
                    <a:pt x="134392" y="47549"/>
                  </a:lnTo>
                  <a:lnTo>
                    <a:pt x="165464" y="47549"/>
                  </a:lnTo>
                  <a:lnTo>
                    <a:pt x="180910" y="62449"/>
                  </a:lnTo>
                  <a:lnTo>
                    <a:pt x="214430" y="79656"/>
                  </a:lnTo>
                  <a:lnTo>
                    <a:pt x="252935" y="89154"/>
                  </a:lnTo>
                  <a:lnTo>
                    <a:pt x="243029" y="110948"/>
                  </a:lnTo>
                  <a:close/>
                </a:path>
                <a:path w="268604" h="288925">
                  <a:moveTo>
                    <a:pt x="233123" y="288927"/>
                  </a:moveTo>
                  <a:lnTo>
                    <a:pt x="34010" y="288927"/>
                  </a:lnTo>
                  <a:lnTo>
                    <a:pt x="34010" y="174017"/>
                  </a:lnTo>
                  <a:lnTo>
                    <a:pt x="60757" y="174017"/>
                  </a:lnTo>
                  <a:lnTo>
                    <a:pt x="60757" y="208688"/>
                  </a:lnTo>
                  <a:lnTo>
                    <a:pt x="233123" y="208688"/>
                  </a:lnTo>
                  <a:lnTo>
                    <a:pt x="233123" y="229491"/>
                  </a:lnTo>
                  <a:lnTo>
                    <a:pt x="60757" y="229491"/>
                  </a:lnTo>
                  <a:lnTo>
                    <a:pt x="60757" y="267134"/>
                  </a:lnTo>
                  <a:lnTo>
                    <a:pt x="233123" y="267134"/>
                  </a:lnTo>
                  <a:lnTo>
                    <a:pt x="233123" y="288927"/>
                  </a:lnTo>
                  <a:close/>
                </a:path>
                <a:path w="268604" h="288925">
                  <a:moveTo>
                    <a:pt x="233123" y="208688"/>
                  </a:moveTo>
                  <a:lnTo>
                    <a:pt x="206376" y="208688"/>
                  </a:lnTo>
                  <a:lnTo>
                    <a:pt x="206376" y="174017"/>
                  </a:lnTo>
                  <a:lnTo>
                    <a:pt x="233123" y="174017"/>
                  </a:lnTo>
                  <a:lnTo>
                    <a:pt x="233123" y="208688"/>
                  </a:lnTo>
                  <a:close/>
                </a:path>
                <a:path w="268604" h="288925">
                  <a:moveTo>
                    <a:pt x="233123" y="267134"/>
                  </a:moveTo>
                  <a:lnTo>
                    <a:pt x="206376" y="267134"/>
                  </a:lnTo>
                  <a:lnTo>
                    <a:pt x="206376" y="229491"/>
                  </a:lnTo>
                  <a:lnTo>
                    <a:pt x="233123" y="229491"/>
                  </a:lnTo>
                  <a:lnTo>
                    <a:pt x="233123" y="267134"/>
                  </a:lnTo>
                  <a:close/>
                </a:path>
                <a:path w="268604" h="288925">
                  <a:moveTo>
                    <a:pt x="268124" y="153544"/>
                  </a:moveTo>
                  <a:lnTo>
                    <a:pt x="0" y="153544"/>
                  </a:lnTo>
                  <a:lnTo>
                    <a:pt x="0" y="131751"/>
                  </a:lnTo>
                  <a:lnTo>
                    <a:pt x="268124" y="131751"/>
                  </a:lnTo>
                  <a:lnTo>
                    <a:pt x="268124" y="153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52722" y="2410871"/>
              <a:ext cx="244295" cy="11782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140642" y="2546062"/>
              <a:ext cx="268605" cy="157480"/>
            </a:xfrm>
            <a:custGeom>
              <a:avLst/>
              <a:gdLst/>
              <a:ahLst/>
              <a:cxnLst/>
              <a:rect l="l" t="t" r="r" b="b"/>
              <a:pathLst>
                <a:path w="268604" h="157480">
                  <a:moveTo>
                    <a:pt x="206376" y="135383"/>
                  </a:moveTo>
                  <a:lnTo>
                    <a:pt x="60757" y="135383"/>
                  </a:lnTo>
                  <a:lnTo>
                    <a:pt x="60757" y="97740"/>
                  </a:lnTo>
                  <a:lnTo>
                    <a:pt x="206376" y="97740"/>
                  </a:lnTo>
                  <a:lnTo>
                    <a:pt x="206376" y="135383"/>
                  </a:lnTo>
                  <a:close/>
                </a:path>
                <a:path w="268604" h="157480">
                  <a:moveTo>
                    <a:pt x="206376" y="76937"/>
                  </a:moveTo>
                  <a:lnTo>
                    <a:pt x="60757" y="76937"/>
                  </a:lnTo>
                  <a:lnTo>
                    <a:pt x="60757" y="42266"/>
                  </a:lnTo>
                  <a:lnTo>
                    <a:pt x="34010" y="42266"/>
                  </a:lnTo>
                  <a:lnTo>
                    <a:pt x="34010" y="157176"/>
                  </a:lnTo>
                  <a:lnTo>
                    <a:pt x="233123" y="157176"/>
                  </a:lnTo>
                  <a:lnTo>
                    <a:pt x="233123" y="42266"/>
                  </a:lnTo>
                  <a:lnTo>
                    <a:pt x="206376" y="42266"/>
                  </a:lnTo>
                  <a:lnTo>
                    <a:pt x="206376" y="76937"/>
                  </a:lnTo>
                  <a:close/>
                </a:path>
                <a:path w="268604" h="157480">
                  <a:moveTo>
                    <a:pt x="0" y="0"/>
                  </a:moveTo>
                  <a:lnTo>
                    <a:pt x="0" y="21793"/>
                  </a:lnTo>
                  <a:lnTo>
                    <a:pt x="268124" y="21793"/>
                  </a:lnTo>
                  <a:lnTo>
                    <a:pt x="268124" y="0"/>
                  </a:lnTo>
                  <a:lnTo>
                    <a:pt x="0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3545756" y="2407569"/>
            <a:ext cx="268605" cy="303530"/>
            <a:chOff x="3545756" y="2407569"/>
            <a:chExt cx="268605" cy="303530"/>
          </a:xfrm>
        </p:grpSpPr>
        <p:sp>
          <p:nvSpPr>
            <p:cNvPr id="43" name="object 43" descr=""/>
            <p:cNvSpPr/>
            <p:nvPr/>
          </p:nvSpPr>
          <p:spPr>
            <a:xfrm>
              <a:off x="3549196" y="2411009"/>
              <a:ext cx="261620" cy="296545"/>
            </a:xfrm>
            <a:custGeom>
              <a:avLst/>
              <a:gdLst/>
              <a:ahLst/>
              <a:cxnLst/>
              <a:rect l="l" t="t" r="r" b="b"/>
              <a:pathLst>
                <a:path w="261620" h="296544">
                  <a:moveTo>
                    <a:pt x="137034" y="155195"/>
                  </a:moveTo>
                  <a:lnTo>
                    <a:pt x="0" y="155195"/>
                  </a:lnTo>
                  <a:lnTo>
                    <a:pt x="0" y="18821"/>
                  </a:lnTo>
                  <a:lnTo>
                    <a:pt x="26746" y="18821"/>
                  </a:lnTo>
                  <a:lnTo>
                    <a:pt x="26746" y="63399"/>
                  </a:lnTo>
                  <a:lnTo>
                    <a:pt x="137034" y="63399"/>
                  </a:lnTo>
                  <a:lnTo>
                    <a:pt x="137034" y="84532"/>
                  </a:lnTo>
                  <a:lnTo>
                    <a:pt x="26746" y="84532"/>
                  </a:lnTo>
                  <a:lnTo>
                    <a:pt x="26746" y="133402"/>
                  </a:lnTo>
                  <a:lnTo>
                    <a:pt x="137034" y="133402"/>
                  </a:lnTo>
                  <a:lnTo>
                    <a:pt x="137034" y="155195"/>
                  </a:lnTo>
                  <a:close/>
                </a:path>
                <a:path w="261620" h="296544">
                  <a:moveTo>
                    <a:pt x="137034" y="63399"/>
                  </a:moveTo>
                  <a:lnTo>
                    <a:pt x="110618" y="63399"/>
                  </a:lnTo>
                  <a:lnTo>
                    <a:pt x="110618" y="18821"/>
                  </a:lnTo>
                  <a:lnTo>
                    <a:pt x="137034" y="18821"/>
                  </a:lnTo>
                  <a:lnTo>
                    <a:pt x="137034" y="63399"/>
                  </a:lnTo>
                  <a:close/>
                </a:path>
                <a:path w="261620" h="296544">
                  <a:moveTo>
                    <a:pt x="137034" y="133402"/>
                  </a:moveTo>
                  <a:lnTo>
                    <a:pt x="110618" y="133402"/>
                  </a:lnTo>
                  <a:lnTo>
                    <a:pt x="110618" y="84532"/>
                  </a:lnTo>
                  <a:lnTo>
                    <a:pt x="137034" y="84532"/>
                  </a:lnTo>
                  <a:lnTo>
                    <a:pt x="137034" y="133402"/>
                  </a:lnTo>
                  <a:close/>
                </a:path>
                <a:path w="261620" h="296544">
                  <a:moveTo>
                    <a:pt x="123495" y="296192"/>
                  </a:moveTo>
                  <a:lnTo>
                    <a:pt x="82731" y="292498"/>
                  </a:lnTo>
                  <a:lnTo>
                    <a:pt x="51965" y="281745"/>
                  </a:lnTo>
                  <a:lnTo>
                    <a:pt x="32530" y="264430"/>
                  </a:lnTo>
                  <a:lnTo>
                    <a:pt x="25755" y="241048"/>
                  </a:lnTo>
                  <a:lnTo>
                    <a:pt x="32530" y="217665"/>
                  </a:lnTo>
                  <a:lnTo>
                    <a:pt x="51965" y="200350"/>
                  </a:lnTo>
                  <a:lnTo>
                    <a:pt x="82731" y="189598"/>
                  </a:lnTo>
                  <a:lnTo>
                    <a:pt x="123495" y="185904"/>
                  </a:lnTo>
                  <a:lnTo>
                    <a:pt x="164069" y="189598"/>
                  </a:lnTo>
                  <a:lnTo>
                    <a:pt x="194737" y="200350"/>
                  </a:lnTo>
                  <a:lnTo>
                    <a:pt x="202968" y="207697"/>
                  </a:lnTo>
                  <a:lnTo>
                    <a:pt x="123495" y="207697"/>
                  </a:lnTo>
                  <a:lnTo>
                    <a:pt x="93788" y="209936"/>
                  </a:lnTo>
                  <a:lnTo>
                    <a:pt x="71571" y="216448"/>
                  </a:lnTo>
                  <a:lnTo>
                    <a:pt x="57651" y="226921"/>
                  </a:lnTo>
                  <a:lnTo>
                    <a:pt x="52832" y="241048"/>
                  </a:lnTo>
                  <a:lnTo>
                    <a:pt x="57651" y="255226"/>
                  </a:lnTo>
                  <a:lnTo>
                    <a:pt x="71571" y="265813"/>
                  </a:lnTo>
                  <a:lnTo>
                    <a:pt x="93788" y="272438"/>
                  </a:lnTo>
                  <a:lnTo>
                    <a:pt x="123495" y="274729"/>
                  </a:lnTo>
                  <a:lnTo>
                    <a:pt x="202598" y="274729"/>
                  </a:lnTo>
                  <a:lnTo>
                    <a:pt x="194737" y="281745"/>
                  </a:lnTo>
                  <a:lnTo>
                    <a:pt x="164069" y="292498"/>
                  </a:lnTo>
                  <a:lnTo>
                    <a:pt x="123495" y="296192"/>
                  </a:lnTo>
                  <a:close/>
                </a:path>
                <a:path w="261620" h="296544">
                  <a:moveTo>
                    <a:pt x="202598" y="274729"/>
                  </a:moveTo>
                  <a:lnTo>
                    <a:pt x="123495" y="274729"/>
                  </a:lnTo>
                  <a:lnTo>
                    <a:pt x="152873" y="272438"/>
                  </a:lnTo>
                  <a:lnTo>
                    <a:pt x="175007" y="265813"/>
                  </a:lnTo>
                  <a:lnTo>
                    <a:pt x="188969" y="255226"/>
                  </a:lnTo>
                  <a:lnTo>
                    <a:pt x="193829" y="241048"/>
                  </a:lnTo>
                  <a:lnTo>
                    <a:pt x="188969" y="226921"/>
                  </a:lnTo>
                  <a:lnTo>
                    <a:pt x="175007" y="216448"/>
                  </a:lnTo>
                  <a:lnTo>
                    <a:pt x="152873" y="209936"/>
                  </a:lnTo>
                  <a:lnTo>
                    <a:pt x="123495" y="207697"/>
                  </a:lnTo>
                  <a:lnTo>
                    <a:pt x="202968" y="207697"/>
                  </a:lnTo>
                  <a:lnTo>
                    <a:pt x="214136" y="217665"/>
                  </a:lnTo>
                  <a:lnTo>
                    <a:pt x="220905" y="241048"/>
                  </a:lnTo>
                  <a:lnTo>
                    <a:pt x="214136" y="264430"/>
                  </a:lnTo>
                  <a:lnTo>
                    <a:pt x="202598" y="274729"/>
                  </a:lnTo>
                  <a:close/>
                </a:path>
                <a:path w="261620" h="296544">
                  <a:moveTo>
                    <a:pt x="217603" y="178309"/>
                  </a:moveTo>
                  <a:lnTo>
                    <a:pt x="190527" y="178309"/>
                  </a:lnTo>
                  <a:lnTo>
                    <a:pt x="190527" y="0"/>
                  </a:lnTo>
                  <a:lnTo>
                    <a:pt x="217603" y="0"/>
                  </a:lnTo>
                  <a:lnTo>
                    <a:pt x="217603" y="74625"/>
                  </a:lnTo>
                  <a:lnTo>
                    <a:pt x="261520" y="74625"/>
                  </a:lnTo>
                  <a:lnTo>
                    <a:pt x="261520" y="97079"/>
                  </a:lnTo>
                  <a:lnTo>
                    <a:pt x="217603" y="97079"/>
                  </a:lnTo>
                  <a:lnTo>
                    <a:pt x="217603" y="178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549196" y="2429830"/>
              <a:ext cx="137160" cy="136525"/>
            </a:xfrm>
            <a:custGeom>
              <a:avLst/>
              <a:gdLst/>
              <a:ahLst/>
              <a:cxnLst/>
              <a:rect l="l" t="t" r="r" b="b"/>
              <a:pathLst>
                <a:path w="137160" h="136525">
                  <a:moveTo>
                    <a:pt x="110618" y="114580"/>
                  </a:moveTo>
                  <a:lnTo>
                    <a:pt x="26746" y="114580"/>
                  </a:lnTo>
                  <a:lnTo>
                    <a:pt x="26746" y="65710"/>
                  </a:lnTo>
                  <a:lnTo>
                    <a:pt x="110618" y="65710"/>
                  </a:lnTo>
                  <a:lnTo>
                    <a:pt x="110618" y="114580"/>
                  </a:lnTo>
                  <a:close/>
                </a:path>
                <a:path w="137160" h="136525">
                  <a:moveTo>
                    <a:pt x="137034" y="0"/>
                  </a:moveTo>
                  <a:lnTo>
                    <a:pt x="110618" y="0"/>
                  </a:lnTo>
                  <a:lnTo>
                    <a:pt x="110618" y="44577"/>
                  </a:lnTo>
                  <a:lnTo>
                    <a:pt x="26746" y="44577"/>
                  </a:lnTo>
                  <a:lnTo>
                    <a:pt x="26746" y="0"/>
                  </a:lnTo>
                  <a:lnTo>
                    <a:pt x="0" y="0"/>
                  </a:lnTo>
                  <a:lnTo>
                    <a:pt x="0" y="136373"/>
                  </a:lnTo>
                  <a:lnTo>
                    <a:pt x="137034" y="136373"/>
                  </a:lnTo>
                  <a:lnTo>
                    <a:pt x="137034" y="0"/>
                  </a:lnTo>
                  <a:close/>
                </a:path>
              </a:pathLst>
            </a:custGeom>
            <a:ln w="6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71512" y="2407569"/>
              <a:ext cx="242644" cy="303071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3894912" y="2586888"/>
            <a:ext cx="189865" cy="115570"/>
          </a:xfrm>
          <a:custGeom>
            <a:avLst/>
            <a:gdLst/>
            <a:ahLst/>
            <a:cxnLst/>
            <a:rect l="l" t="t" r="r" b="b"/>
            <a:pathLst>
              <a:path w="189864" h="115569">
                <a:moveTo>
                  <a:pt x="189534" y="457"/>
                </a:moveTo>
                <a:lnTo>
                  <a:pt x="162788" y="457"/>
                </a:lnTo>
                <a:lnTo>
                  <a:pt x="162788" y="35560"/>
                </a:lnTo>
                <a:lnTo>
                  <a:pt x="26746" y="35560"/>
                </a:lnTo>
                <a:lnTo>
                  <a:pt x="26746" y="0"/>
                </a:lnTo>
                <a:lnTo>
                  <a:pt x="0" y="0"/>
                </a:lnTo>
                <a:lnTo>
                  <a:pt x="0" y="35560"/>
                </a:lnTo>
                <a:lnTo>
                  <a:pt x="0" y="57150"/>
                </a:lnTo>
                <a:lnTo>
                  <a:pt x="0" y="93980"/>
                </a:lnTo>
                <a:lnTo>
                  <a:pt x="0" y="115570"/>
                </a:lnTo>
                <a:lnTo>
                  <a:pt x="189534" y="115570"/>
                </a:lnTo>
                <a:lnTo>
                  <a:pt x="189534" y="94234"/>
                </a:lnTo>
                <a:lnTo>
                  <a:pt x="189534" y="93980"/>
                </a:lnTo>
                <a:lnTo>
                  <a:pt x="189534" y="57251"/>
                </a:lnTo>
                <a:lnTo>
                  <a:pt x="162788" y="57251"/>
                </a:lnTo>
                <a:lnTo>
                  <a:pt x="162788" y="93980"/>
                </a:lnTo>
                <a:lnTo>
                  <a:pt x="26746" y="93980"/>
                </a:lnTo>
                <a:lnTo>
                  <a:pt x="26746" y="57150"/>
                </a:lnTo>
                <a:lnTo>
                  <a:pt x="189534" y="57150"/>
                </a:lnTo>
                <a:lnTo>
                  <a:pt x="189534" y="36118"/>
                </a:lnTo>
                <a:lnTo>
                  <a:pt x="189534" y="35560"/>
                </a:lnTo>
                <a:lnTo>
                  <a:pt x="189534" y="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4057378" y="2411339"/>
            <a:ext cx="27940" cy="73025"/>
          </a:xfrm>
          <a:custGeom>
            <a:avLst/>
            <a:gdLst/>
            <a:ahLst/>
            <a:cxnLst/>
            <a:rect l="l" t="t" r="r" b="b"/>
            <a:pathLst>
              <a:path w="27939" h="73025">
                <a:moveTo>
                  <a:pt x="27406" y="72644"/>
                </a:moveTo>
                <a:lnTo>
                  <a:pt x="0" y="72644"/>
                </a:lnTo>
                <a:lnTo>
                  <a:pt x="0" y="0"/>
                </a:lnTo>
                <a:lnTo>
                  <a:pt x="27406" y="0"/>
                </a:lnTo>
                <a:lnTo>
                  <a:pt x="27406" y="72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3855618" y="2426537"/>
            <a:ext cx="229235" cy="146685"/>
          </a:xfrm>
          <a:custGeom>
            <a:avLst/>
            <a:gdLst/>
            <a:ahLst/>
            <a:cxnLst/>
            <a:rect l="l" t="t" r="r" b="b"/>
            <a:pathLst>
              <a:path w="229235" h="146685">
                <a:moveTo>
                  <a:pt x="229158" y="79578"/>
                </a:moveTo>
                <a:lnTo>
                  <a:pt x="201752" y="79578"/>
                </a:lnTo>
                <a:lnTo>
                  <a:pt x="201752" y="146608"/>
                </a:lnTo>
                <a:lnTo>
                  <a:pt x="229158" y="146608"/>
                </a:lnTo>
                <a:lnTo>
                  <a:pt x="229158" y="79578"/>
                </a:lnTo>
                <a:close/>
              </a:path>
              <a:path w="229235" h="146685">
                <a:moveTo>
                  <a:pt x="229158" y="57480"/>
                </a:moveTo>
                <a:lnTo>
                  <a:pt x="133400" y="57480"/>
                </a:lnTo>
                <a:lnTo>
                  <a:pt x="133400" y="45237"/>
                </a:lnTo>
                <a:lnTo>
                  <a:pt x="133400" y="44780"/>
                </a:lnTo>
                <a:lnTo>
                  <a:pt x="133400" y="0"/>
                </a:lnTo>
                <a:lnTo>
                  <a:pt x="106654" y="0"/>
                </a:lnTo>
                <a:lnTo>
                  <a:pt x="106654" y="44780"/>
                </a:lnTo>
                <a:lnTo>
                  <a:pt x="106654" y="66370"/>
                </a:lnTo>
                <a:lnTo>
                  <a:pt x="106654" y="79070"/>
                </a:lnTo>
                <a:lnTo>
                  <a:pt x="106654" y="113360"/>
                </a:lnTo>
                <a:lnTo>
                  <a:pt x="26746" y="113360"/>
                </a:lnTo>
                <a:lnTo>
                  <a:pt x="26746" y="66370"/>
                </a:lnTo>
                <a:lnTo>
                  <a:pt x="106654" y="66370"/>
                </a:lnTo>
                <a:lnTo>
                  <a:pt x="106654" y="44780"/>
                </a:lnTo>
                <a:lnTo>
                  <a:pt x="26746" y="44780"/>
                </a:lnTo>
                <a:lnTo>
                  <a:pt x="26746" y="330"/>
                </a:lnTo>
                <a:lnTo>
                  <a:pt x="0" y="330"/>
                </a:lnTo>
                <a:lnTo>
                  <a:pt x="0" y="134950"/>
                </a:lnTo>
                <a:lnTo>
                  <a:pt x="133400" y="134950"/>
                </a:lnTo>
                <a:lnTo>
                  <a:pt x="133400" y="113360"/>
                </a:lnTo>
                <a:lnTo>
                  <a:pt x="133400" y="79070"/>
                </a:lnTo>
                <a:lnTo>
                  <a:pt x="229158" y="79070"/>
                </a:lnTo>
                <a:lnTo>
                  <a:pt x="229158" y="66370"/>
                </a:lnTo>
                <a:lnTo>
                  <a:pt x="229158" y="57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3855624" y="2411339"/>
            <a:ext cx="229235" cy="292100"/>
          </a:xfrm>
          <a:custGeom>
            <a:avLst/>
            <a:gdLst/>
            <a:ahLst/>
            <a:cxnLst/>
            <a:rect l="l" t="t" r="r" b="b"/>
            <a:pathLst>
              <a:path w="229235" h="292100">
                <a:moveTo>
                  <a:pt x="202084" y="269775"/>
                </a:moveTo>
                <a:lnTo>
                  <a:pt x="66040" y="269775"/>
                </a:lnTo>
                <a:lnTo>
                  <a:pt x="66040" y="232793"/>
                </a:lnTo>
                <a:lnTo>
                  <a:pt x="202084" y="232793"/>
                </a:lnTo>
                <a:lnTo>
                  <a:pt x="202084" y="269775"/>
                </a:lnTo>
                <a:close/>
              </a:path>
              <a:path w="229235" h="292100">
                <a:moveTo>
                  <a:pt x="202084" y="211660"/>
                </a:moveTo>
                <a:lnTo>
                  <a:pt x="66040" y="211660"/>
                </a:lnTo>
                <a:lnTo>
                  <a:pt x="66040" y="175998"/>
                </a:lnTo>
                <a:lnTo>
                  <a:pt x="39294" y="175998"/>
                </a:lnTo>
                <a:lnTo>
                  <a:pt x="39294" y="291569"/>
                </a:lnTo>
                <a:lnTo>
                  <a:pt x="228830" y="291569"/>
                </a:lnTo>
                <a:lnTo>
                  <a:pt x="228830" y="175998"/>
                </a:lnTo>
                <a:lnTo>
                  <a:pt x="202084" y="175998"/>
                </a:lnTo>
                <a:lnTo>
                  <a:pt x="202084" y="211660"/>
                </a:lnTo>
                <a:close/>
              </a:path>
              <a:path w="229235" h="292100">
                <a:moveTo>
                  <a:pt x="106655" y="128449"/>
                </a:moveTo>
                <a:lnTo>
                  <a:pt x="26746" y="128449"/>
                </a:lnTo>
                <a:lnTo>
                  <a:pt x="26746" y="81560"/>
                </a:lnTo>
                <a:lnTo>
                  <a:pt x="106655" y="81560"/>
                </a:lnTo>
                <a:lnTo>
                  <a:pt x="106655" y="128449"/>
                </a:lnTo>
                <a:close/>
              </a:path>
              <a:path w="229235" h="292100">
                <a:moveTo>
                  <a:pt x="201754" y="0"/>
                </a:moveTo>
                <a:lnTo>
                  <a:pt x="201754" y="72644"/>
                </a:lnTo>
                <a:lnTo>
                  <a:pt x="133402" y="72644"/>
                </a:lnTo>
                <a:lnTo>
                  <a:pt x="133402" y="15189"/>
                </a:lnTo>
                <a:lnTo>
                  <a:pt x="106655" y="15189"/>
                </a:lnTo>
                <a:lnTo>
                  <a:pt x="106655" y="60427"/>
                </a:lnTo>
                <a:lnTo>
                  <a:pt x="26746" y="60427"/>
                </a:lnTo>
                <a:lnTo>
                  <a:pt x="26746" y="15189"/>
                </a:lnTo>
                <a:lnTo>
                  <a:pt x="0" y="15189"/>
                </a:lnTo>
                <a:lnTo>
                  <a:pt x="0" y="150572"/>
                </a:lnTo>
                <a:lnTo>
                  <a:pt x="133402" y="150572"/>
                </a:lnTo>
                <a:lnTo>
                  <a:pt x="133402" y="94768"/>
                </a:lnTo>
                <a:lnTo>
                  <a:pt x="201754" y="94768"/>
                </a:lnTo>
                <a:lnTo>
                  <a:pt x="201754" y="161799"/>
                </a:lnTo>
                <a:lnTo>
                  <a:pt x="229161" y="161799"/>
                </a:lnTo>
                <a:lnTo>
                  <a:pt x="229161" y="0"/>
                </a:lnTo>
                <a:lnTo>
                  <a:pt x="201754" y="0"/>
                </a:lnTo>
                <a:close/>
              </a:path>
            </a:pathLst>
          </a:custGeom>
          <a:ln w="68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4841843" y="2463666"/>
            <a:ext cx="930275" cy="245110"/>
            <a:chOff x="4841843" y="2463666"/>
            <a:chExt cx="930275" cy="245110"/>
          </a:xfrm>
        </p:grpSpPr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41843" y="2487669"/>
              <a:ext cx="112769" cy="20104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4988639" y="2652067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60" h="37464">
                  <a:moveTo>
                    <a:pt x="17602" y="37338"/>
                  </a:moveTo>
                  <a:lnTo>
                    <a:pt x="10801" y="36000"/>
                  </a:lnTo>
                  <a:lnTo>
                    <a:pt x="5200" y="32237"/>
                  </a:lnTo>
                  <a:lnTo>
                    <a:pt x="1400" y="26424"/>
                  </a:lnTo>
                  <a:lnTo>
                    <a:pt x="0" y="18935"/>
                  </a:lnTo>
                  <a:lnTo>
                    <a:pt x="1400" y="11363"/>
                  </a:lnTo>
                  <a:lnTo>
                    <a:pt x="5200" y="5367"/>
                  </a:lnTo>
                  <a:lnTo>
                    <a:pt x="10801" y="1421"/>
                  </a:lnTo>
                  <a:lnTo>
                    <a:pt x="17602" y="0"/>
                  </a:lnTo>
                  <a:lnTo>
                    <a:pt x="24403" y="1421"/>
                  </a:lnTo>
                  <a:lnTo>
                    <a:pt x="30003" y="5367"/>
                  </a:lnTo>
                  <a:lnTo>
                    <a:pt x="33804" y="11363"/>
                  </a:lnTo>
                  <a:lnTo>
                    <a:pt x="35204" y="18935"/>
                  </a:lnTo>
                  <a:lnTo>
                    <a:pt x="33804" y="26424"/>
                  </a:lnTo>
                  <a:lnTo>
                    <a:pt x="30003" y="32237"/>
                  </a:lnTo>
                  <a:lnTo>
                    <a:pt x="24403" y="36000"/>
                  </a:lnTo>
                  <a:lnTo>
                    <a:pt x="17602" y="37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988639" y="2652067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60" h="37464">
                  <a:moveTo>
                    <a:pt x="17602" y="37338"/>
                  </a:moveTo>
                  <a:lnTo>
                    <a:pt x="24403" y="36000"/>
                  </a:lnTo>
                  <a:lnTo>
                    <a:pt x="30003" y="32237"/>
                  </a:lnTo>
                  <a:lnTo>
                    <a:pt x="33804" y="26424"/>
                  </a:lnTo>
                  <a:lnTo>
                    <a:pt x="35204" y="18935"/>
                  </a:lnTo>
                  <a:lnTo>
                    <a:pt x="33804" y="11363"/>
                  </a:lnTo>
                  <a:lnTo>
                    <a:pt x="30003" y="5367"/>
                  </a:lnTo>
                  <a:lnTo>
                    <a:pt x="24403" y="1421"/>
                  </a:lnTo>
                  <a:lnTo>
                    <a:pt x="17602" y="0"/>
                  </a:lnTo>
                  <a:lnTo>
                    <a:pt x="10801" y="1421"/>
                  </a:lnTo>
                  <a:lnTo>
                    <a:pt x="5200" y="5367"/>
                  </a:lnTo>
                  <a:lnTo>
                    <a:pt x="1400" y="11363"/>
                  </a:lnTo>
                  <a:lnTo>
                    <a:pt x="0" y="18935"/>
                  </a:lnTo>
                  <a:lnTo>
                    <a:pt x="1400" y="26424"/>
                  </a:lnTo>
                  <a:lnTo>
                    <a:pt x="5200" y="32237"/>
                  </a:lnTo>
                  <a:lnTo>
                    <a:pt x="10801" y="36000"/>
                  </a:lnTo>
                  <a:lnTo>
                    <a:pt x="17602" y="37338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54670" y="2474600"/>
              <a:ext cx="222116" cy="233851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03768" y="2463666"/>
              <a:ext cx="199713" cy="24451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4331" y="2463932"/>
              <a:ext cx="227717" cy="244252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5865943" y="2463666"/>
            <a:ext cx="447040" cy="245110"/>
            <a:chOff x="5865943" y="2463666"/>
            <a:chExt cx="447040" cy="245110"/>
          </a:xfrm>
        </p:grpSpPr>
        <p:pic>
          <p:nvPicPr>
            <p:cNvPr id="58" name="object 5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65943" y="2472200"/>
              <a:ext cx="221849" cy="23651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13974" y="2463666"/>
              <a:ext cx="198913" cy="241585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21152" y="2922173"/>
            <a:ext cx="3901750" cy="2647217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76601" y="6437150"/>
            <a:ext cx="3311410" cy="2530602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612566" y="2922173"/>
            <a:ext cx="3382555" cy="2647217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821152" y="6437150"/>
            <a:ext cx="6727751" cy="2530602"/>
          </a:xfrm>
          <a:prstGeom prst="rect">
            <a:avLst/>
          </a:prstGeom>
        </p:spPr>
      </p:pic>
      <p:grpSp>
        <p:nvGrpSpPr>
          <p:cNvPr id="64" name="object 64" descr=""/>
          <p:cNvGrpSpPr/>
          <p:nvPr/>
        </p:nvGrpSpPr>
        <p:grpSpPr>
          <a:xfrm>
            <a:off x="9620456" y="2463666"/>
            <a:ext cx="919480" cy="242570"/>
            <a:chOff x="9620456" y="2463666"/>
            <a:chExt cx="919480" cy="242570"/>
          </a:xfrm>
        </p:grpSpPr>
        <p:pic>
          <p:nvPicPr>
            <p:cNvPr id="65" name="object 6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20456" y="2483935"/>
              <a:ext cx="129571" cy="204781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9780053" y="2652067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59" h="37464">
                  <a:moveTo>
                    <a:pt x="17602" y="37338"/>
                  </a:moveTo>
                  <a:lnTo>
                    <a:pt x="10801" y="36000"/>
                  </a:lnTo>
                  <a:lnTo>
                    <a:pt x="5200" y="32237"/>
                  </a:lnTo>
                  <a:lnTo>
                    <a:pt x="1400" y="26424"/>
                  </a:lnTo>
                  <a:lnTo>
                    <a:pt x="0" y="18935"/>
                  </a:lnTo>
                  <a:lnTo>
                    <a:pt x="1400" y="11363"/>
                  </a:lnTo>
                  <a:lnTo>
                    <a:pt x="5200" y="5367"/>
                  </a:lnTo>
                  <a:lnTo>
                    <a:pt x="10801" y="1421"/>
                  </a:lnTo>
                  <a:lnTo>
                    <a:pt x="17602" y="0"/>
                  </a:lnTo>
                  <a:lnTo>
                    <a:pt x="24403" y="1421"/>
                  </a:lnTo>
                  <a:lnTo>
                    <a:pt x="30003" y="5367"/>
                  </a:lnTo>
                  <a:lnTo>
                    <a:pt x="33804" y="11363"/>
                  </a:lnTo>
                  <a:lnTo>
                    <a:pt x="35204" y="18935"/>
                  </a:lnTo>
                  <a:lnTo>
                    <a:pt x="33804" y="26424"/>
                  </a:lnTo>
                  <a:lnTo>
                    <a:pt x="30003" y="32237"/>
                  </a:lnTo>
                  <a:lnTo>
                    <a:pt x="24403" y="36000"/>
                  </a:lnTo>
                  <a:lnTo>
                    <a:pt x="17602" y="37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780053" y="2652067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59" h="37464">
                  <a:moveTo>
                    <a:pt x="17602" y="37338"/>
                  </a:moveTo>
                  <a:lnTo>
                    <a:pt x="24403" y="36000"/>
                  </a:lnTo>
                  <a:lnTo>
                    <a:pt x="30003" y="32237"/>
                  </a:lnTo>
                  <a:lnTo>
                    <a:pt x="33804" y="26424"/>
                  </a:lnTo>
                  <a:lnTo>
                    <a:pt x="35204" y="18935"/>
                  </a:lnTo>
                  <a:lnTo>
                    <a:pt x="33804" y="11363"/>
                  </a:lnTo>
                  <a:lnTo>
                    <a:pt x="30003" y="5367"/>
                  </a:lnTo>
                  <a:lnTo>
                    <a:pt x="24403" y="1421"/>
                  </a:lnTo>
                  <a:lnTo>
                    <a:pt x="17602" y="0"/>
                  </a:lnTo>
                  <a:lnTo>
                    <a:pt x="10801" y="1421"/>
                  </a:lnTo>
                  <a:lnTo>
                    <a:pt x="5200" y="5367"/>
                  </a:lnTo>
                  <a:lnTo>
                    <a:pt x="1400" y="11363"/>
                  </a:lnTo>
                  <a:lnTo>
                    <a:pt x="0" y="18935"/>
                  </a:lnTo>
                  <a:lnTo>
                    <a:pt x="1400" y="26424"/>
                  </a:lnTo>
                  <a:lnTo>
                    <a:pt x="5200" y="32237"/>
                  </a:lnTo>
                  <a:lnTo>
                    <a:pt x="10801" y="36000"/>
                  </a:lnTo>
                  <a:lnTo>
                    <a:pt x="17602" y="37338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844484" y="2463666"/>
              <a:ext cx="227717" cy="23945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92248" y="2463932"/>
              <a:ext cx="210648" cy="24185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37612" y="2463666"/>
              <a:ext cx="201847" cy="241585"/>
            </a:xfrm>
            <a:prstGeom prst="rect">
              <a:avLst/>
            </a:prstGeom>
          </p:spPr>
        </p:pic>
      </p:grpSp>
      <p:pic>
        <p:nvPicPr>
          <p:cNvPr id="71" name="object 7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661891" y="2463666"/>
            <a:ext cx="197046" cy="244786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10902454" y="2463932"/>
            <a:ext cx="454659" cy="239395"/>
            <a:chOff x="10902454" y="2463932"/>
            <a:chExt cx="454659" cy="239395"/>
          </a:xfrm>
        </p:grpSpPr>
        <p:sp>
          <p:nvSpPr>
            <p:cNvPr id="73" name="object 73" descr=""/>
            <p:cNvSpPr/>
            <p:nvPr/>
          </p:nvSpPr>
          <p:spPr>
            <a:xfrm>
              <a:off x="10905223" y="2489390"/>
              <a:ext cx="217170" cy="186690"/>
            </a:xfrm>
            <a:custGeom>
              <a:avLst/>
              <a:gdLst/>
              <a:ahLst/>
              <a:cxnLst/>
              <a:rect l="l" t="t" r="r" b="b"/>
              <a:pathLst>
                <a:path w="217170" h="186689">
                  <a:moveTo>
                    <a:pt x="216827" y="168554"/>
                  </a:moveTo>
                  <a:lnTo>
                    <a:pt x="118948" y="168554"/>
                  </a:lnTo>
                  <a:lnTo>
                    <a:pt x="118948" y="113614"/>
                  </a:lnTo>
                  <a:lnTo>
                    <a:pt x="196024" y="113614"/>
                  </a:lnTo>
                  <a:lnTo>
                    <a:pt x="196024" y="96012"/>
                  </a:lnTo>
                  <a:lnTo>
                    <a:pt x="159486" y="96012"/>
                  </a:lnTo>
                  <a:lnTo>
                    <a:pt x="159486" y="17602"/>
                  </a:lnTo>
                  <a:lnTo>
                    <a:pt x="196557" y="17602"/>
                  </a:lnTo>
                  <a:lnTo>
                    <a:pt x="196557" y="0"/>
                  </a:lnTo>
                  <a:lnTo>
                    <a:pt x="137617" y="0"/>
                  </a:lnTo>
                  <a:lnTo>
                    <a:pt x="137617" y="17602"/>
                  </a:lnTo>
                  <a:lnTo>
                    <a:pt x="137617" y="96012"/>
                  </a:lnTo>
                  <a:lnTo>
                    <a:pt x="78143" y="96012"/>
                  </a:lnTo>
                  <a:lnTo>
                    <a:pt x="78143" y="17602"/>
                  </a:lnTo>
                  <a:lnTo>
                    <a:pt x="137617" y="17602"/>
                  </a:lnTo>
                  <a:lnTo>
                    <a:pt x="137617" y="0"/>
                  </a:lnTo>
                  <a:lnTo>
                    <a:pt x="19202" y="0"/>
                  </a:lnTo>
                  <a:lnTo>
                    <a:pt x="19202" y="17602"/>
                  </a:lnTo>
                  <a:lnTo>
                    <a:pt x="56273" y="17602"/>
                  </a:lnTo>
                  <a:lnTo>
                    <a:pt x="56273" y="96012"/>
                  </a:lnTo>
                  <a:lnTo>
                    <a:pt x="19735" y="96012"/>
                  </a:lnTo>
                  <a:lnTo>
                    <a:pt x="19735" y="113614"/>
                  </a:lnTo>
                  <a:lnTo>
                    <a:pt x="96812" y="113614"/>
                  </a:lnTo>
                  <a:lnTo>
                    <a:pt x="96812" y="168554"/>
                  </a:lnTo>
                  <a:lnTo>
                    <a:pt x="0" y="168554"/>
                  </a:lnTo>
                  <a:lnTo>
                    <a:pt x="0" y="186423"/>
                  </a:lnTo>
                  <a:lnTo>
                    <a:pt x="216827" y="186423"/>
                  </a:lnTo>
                  <a:lnTo>
                    <a:pt x="216827" y="1685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0905232" y="2489380"/>
              <a:ext cx="217170" cy="186690"/>
            </a:xfrm>
            <a:custGeom>
              <a:avLst/>
              <a:gdLst/>
              <a:ahLst/>
              <a:cxnLst/>
              <a:rect l="l" t="t" r="r" b="b"/>
              <a:pathLst>
                <a:path w="217170" h="186689">
                  <a:moveTo>
                    <a:pt x="78143" y="17602"/>
                  </a:moveTo>
                  <a:lnTo>
                    <a:pt x="137617" y="17602"/>
                  </a:lnTo>
                  <a:lnTo>
                    <a:pt x="137617" y="96011"/>
                  </a:lnTo>
                  <a:lnTo>
                    <a:pt x="78143" y="96011"/>
                  </a:lnTo>
                  <a:lnTo>
                    <a:pt x="78143" y="17602"/>
                  </a:lnTo>
                  <a:close/>
                </a:path>
                <a:path w="217170" h="186689">
                  <a:moveTo>
                    <a:pt x="118948" y="168554"/>
                  </a:moveTo>
                  <a:lnTo>
                    <a:pt x="118948" y="113614"/>
                  </a:lnTo>
                  <a:lnTo>
                    <a:pt x="196024" y="113614"/>
                  </a:lnTo>
                  <a:lnTo>
                    <a:pt x="196024" y="96011"/>
                  </a:lnTo>
                  <a:lnTo>
                    <a:pt x="159486" y="96011"/>
                  </a:lnTo>
                  <a:lnTo>
                    <a:pt x="159486" y="17602"/>
                  </a:lnTo>
                  <a:lnTo>
                    <a:pt x="196557" y="17602"/>
                  </a:lnTo>
                  <a:lnTo>
                    <a:pt x="196557" y="0"/>
                  </a:lnTo>
                  <a:lnTo>
                    <a:pt x="19202" y="0"/>
                  </a:lnTo>
                  <a:lnTo>
                    <a:pt x="19202" y="17602"/>
                  </a:lnTo>
                  <a:lnTo>
                    <a:pt x="56273" y="17602"/>
                  </a:lnTo>
                  <a:lnTo>
                    <a:pt x="56273" y="96011"/>
                  </a:lnTo>
                  <a:lnTo>
                    <a:pt x="19735" y="96011"/>
                  </a:lnTo>
                  <a:lnTo>
                    <a:pt x="19735" y="113614"/>
                  </a:lnTo>
                  <a:lnTo>
                    <a:pt x="96812" y="113614"/>
                  </a:lnTo>
                  <a:lnTo>
                    <a:pt x="96812" y="168554"/>
                  </a:lnTo>
                  <a:lnTo>
                    <a:pt x="0" y="168554"/>
                  </a:lnTo>
                  <a:lnTo>
                    <a:pt x="0" y="186423"/>
                  </a:lnTo>
                  <a:lnTo>
                    <a:pt x="216827" y="186423"/>
                  </a:lnTo>
                  <a:lnTo>
                    <a:pt x="216827" y="168554"/>
                  </a:lnTo>
                  <a:lnTo>
                    <a:pt x="118948" y="168554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153419" y="2463932"/>
              <a:ext cx="203447" cy="239185"/>
            </a:xfrm>
            <a:prstGeom prst="rect">
              <a:avLst/>
            </a:prstGeom>
          </p:spPr>
        </p:pic>
      </p:grpSp>
      <p:grpSp>
        <p:nvGrpSpPr>
          <p:cNvPr id="76" name="object 76" descr=""/>
          <p:cNvGrpSpPr/>
          <p:nvPr/>
        </p:nvGrpSpPr>
        <p:grpSpPr>
          <a:xfrm>
            <a:off x="11392916" y="2484468"/>
            <a:ext cx="222885" cy="193040"/>
            <a:chOff x="11392916" y="2484468"/>
            <a:chExt cx="222885" cy="193040"/>
          </a:xfrm>
        </p:grpSpPr>
        <p:sp>
          <p:nvSpPr>
            <p:cNvPr id="77" name="object 77" descr=""/>
            <p:cNvSpPr/>
            <p:nvPr/>
          </p:nvSpPr>
          <p:spPr>
            <a:xfrm>
              <a:off x="11395685" y="2487828"/>
              <a:ext cx="217170" cy="187325"/>
            </a:xfrm>
            <a:custGeom>
              <a:avLst/>
              <a:gdLst/>
              <a:ahLst/>
              <a:cxnLst/>
              <a:rect l="l" t="t" r="r" b="b"/>
              <a:pathLst>
                <a:path w="217170" h="187325">
                  <a:moveTo>
                    <a:pt x="192290" y="107950"/>
                  </a:moveTo>
                  <a:lnTo>
                    <a:pt x="50139" y="107950"/>
                  </a:lnTo>
                  <a:lnTo>
                    <a:pt x="50139" y="69850"/>
                  </a:lnTo>
                  <a:lnTo>
                    <a:pt x="184556" y="69850"/>
                  </a:lnTo>
                  <a:lnTo>
                    <a:pt x="184556" y="52070"/>
                  </a:lnTo>
                  <a:lnTo>
                    <a:pt x="50139" y="52070"/>
                  </a:lnTo>
                  <a:lnTo>
                    <a:pt x="50139" y="16510"/>
                  </a:lnTo>
                  <a:lnTo>
                    <a:pt x="189890" y="16510"/>
                  </a:lnTo>
                  <a:lnTo>
                    <a:pt x="189890" y="0"/>
                  </a:lnTo>
                  <a:lnTo>
                    <a:pt x="28003" y="0"/>
                  </a:lnTo>
                  <a:lnTo>
                    <a:pt x="28003" y="16510"/>
                  </a:lnTo>
                  <a:lnTo>
                    <a:pt x="28003" y="52070"/>
                  </a:lnTo>
                  <a:lnTo>
                    <a:pt x="28003" y="69850"/>
                  </a:lnTo>
                  <a:lnTo>
                    <a:pt x="28003" y="107950"/>
                  </a:lnTo>
                  <a:lnTo>
                    <a:pt x="28003" y="125730"/>
                  </a:lnTo>
                  <a:lnTo>
                    <a:pt x="192290" y="125730"/>
                  </a:lnTo>
                  <a:lnTo>
                    <a:pt x="192290" y="107950"/>
                  </a:lnTo>
                  <a:close/>
                </a:path>
                <a:path w="217170" h="187325">
                  <a:moveTo>
                    <a:pt x="217093" y="169049"/>
                  </a:moveTo>
                  <a:lnTo>
                    <a:pt x="0" y="169049"/>
                  </a:lnTo>
                  <a:lnTo>
                    <a:pt x="0" y="186918"/>
                  </a:lnTo>
                  <a:lnTo>
                    <a:pt x="217093" y="186918"/>
                  </a:lnTo>
                  <a:lnTo>
                    <a:pt x="217093" y="169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395694" y="2487246"/>
              <a:ext cx="217170" cy="187960"/>
            </a:xfrm>
            <a:custGeom>
              <a:avLst/>
              <a:gdLst/>
              <a:ahLst/>
              <a:cxnLst/>
              <a:rect l="l" t="t" r="r" b="b"/>
              <a:pathLst>
                <a:path w="217170" h="187960">
                  <a:moveTo>
                    <a:pt x="192290" y="108280"/>
                  </a:moveTo>
                  <a:lnTo>
                    <a:pt x="50139" y="108280"/>
                  </a:lnTo>
                  <a:lnTo>
                    <a:pt x="50139" y="70408"/>
                  </a:lnTo>
                  <a:lnTo>
                    <a:pt x="184556" y="70408"/>
                  </a:lnTo>
                  <a:lnTo>
                    <a:pt x="184556" y="53073"/>
                  </a:lnTo>
                  <a:lnTo>
                    <a:pt x="50139" y="53073"/>
                  </a:lnTo>
                  <a:lnTo>
                    <a:pt x="50139" y="17602"/>
                  </a:lnTo>
                  <a:lnTo>
                    <a:pt x="189890" y="17602"/>
                  </a:lnTo>
                  <a:lnTo>
                    <a:pt x="189890" y="0"/>
                  </a:lnTo>
                  <a:lnTo>
                    <a:pt x="28003" y="0"/>
                  </a:lnTo>
                  <a:lnTo>
                    <a:pt x="28003" y="125882"/>
                  </a:lnTo>
                  <a:lnTo>
                    <a:pt x="192290" y="125882"/>
                  </a:lnTo>
                  <a:lnTo>
                    <a:pt x="192290" y="108280"/>
                  </a:lnTo>
                  <a:close/>
                </a:path>
                <a:path w="217170" h="187960">
                  <a:moveTo>
                    <a:pt x="0" y="169621"/>
                  </a:moveTo>
                  <a:lnTo>
                    <a:pt x="0" y="187490"/>
                  </a:lnTo>
                  <a:lnTo>
                    <a:pt x="217093" y="187490"/>
                  </a:lnTo>
                  <a:lnTo>
                    <a:pt x="217093" y="169621"/>
                  </a:lnTo>
                  <a:lnTo>
                    <a:pt x="0" y="169621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1713441" y="2462065"/>
            <a:ext cx="466725" cy="247015"/>
            <a:chOff x="11713441" y="2462065"/>
            <a:chExt cx="466725" cy="247015"/>
          </a:xfrm>
        </p:grpSpPr>
        <p:pic>
          <p:nvPicPr>
            <p:cNvPr id="80" name="object 8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713441" y="2463932"/>
              <a:ext cx="221849" cy="244786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958805" y="2462065"/>
              <a:ext cx="221316" cy="243719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4826108" y="6013816"/>
            <a:ext cx="200660" cy="208279"/>
            <a:chOff x="4826108" y="6013816"/>
            <a:chExt cx="200660" cy="208279"/>
          </a:xfrm>
        </p:grpSpPr>
        <p:pic>
          <p:nvPicPr>
            <p:cNvPr id="83" name="object 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26108" y="6013816"/>
              <a:ext cx="130905" cy="208248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4988639" y="6181948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60" h="37464">
                  <a:moveTo>
                    <a:pt x="17602" y="37338"/>
                  </a:moveTo>
                  <a:lnTo>
                    <a:pt x="10801" y="36000"/>
                  </a:lnTo>
                  <a:lnTo>
                    <a:pt x="5200" y="32237"/>
                  </a:lnTo>
                  <a:lnTo>
                    <a:pt x="1400" y="26424"/>
                  </a:lnTo>
                  <a:lnTo>
                    <a:pt x="0" y="18935"/>
                  </a:lnTo>
                  <a:lnTo>
                    <a:pt x="1400" y="11363"/>
                  </a:lnTo>
                  <a:lnTo>
                    <a:pt x="5200" y="5367"/>
                  </a:lnTo>
                  <a:lnTo>
                    <a:pt x="10801" y="1421"/>
                  </a:lnTo>
                  <a:lnTo>
                    <a:pt x="17602" y="0"/>
                  </a:lnTo>
                  <a:lnTo>
                    <a:pt x="24403" y="1421"/>
                  </a:lnTo>
                  <a:lnTo>
                    <a:pt x="30003" y="5367"/>
                  </a:lnTo>
                  <a:lnTo>
                    <a:pt x="33804" y="11363"/>
                  </a:lnTo>
                  <a:lnTo>
                    <a:pt x="35204" y="18935"/>
                  </a:lnTo>
                  <a:lnTo>
                    <a:pt x="33804" y="26424"/>
                  </a:lnTo>
                  <a:lnTo>
                    <a:pt x="30003" y="32237"/>
                  </a:lnTo>
                  <a:lnTo>
                    <a:pt x="24403" y="36000"/>
                  </a:lnTo>
                  <a:lnTo>
                    <a:pt x="17602" y="37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988639" y="6181948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60" h="37464">
                  <a:moveTo>
                    <a:pt x="17602" y="37338"/>
                  </a:moveTo>
                  <a:lnTo>
                    <a:pt x="24403" y="36000"/>
                  </a:lnTo>
                  <a:lnTo>
                    <a:pt x="30003" y="32237"/>
                  </a:lnTo>
                  <a:lnTo>
                    <a:pt x="33804" y="26424"/>
                  </a:lnTo>
                  <a:lnTo>
                    <a:pt x="35204" y="18935"/>
                  </a:lnTo>
                  <a:lnTo>
                    <a:pt x="33804" y="11363"/>
                  </a:lnTo>
                  <a:lnTo>
                    <a:pt x="30003" y="5367"/>
                  </a:lnTo>
                  <a:lnTo>
                    <a:pt x="24403" y="1421"/>
                  </a:lnTo>
                  <a:lnTo>
                    <a:pt x="17602" y="0"/>
                  </a:lnTo>
                  <a:lnTo>
                    <a:pt x="10801" y="1421"/>
                  </a:lnTo>
                  <a:lnTo>
                    <a:pt x="5200" y="5367"/>
                  </a:lnTo>
                  <a:lnTo>
                    <a:pt x="1400" y="11363"/>
                  </a:lnTo>
                  <a:lnTo>
                    <a:pt x="0" y="18935"/>
                  </a:lnTo>
                  <a:lnTo>
                    <a:pt x="1400" y="26424"/>
                  </a:lnTo>
                  <a:lnTo>
                    <a:pt x="5200" y="32237"/>
                  </a:lnTo>
                  <a:lnTo>
                    <a:pt x="10801" y="36000"/>
                  </a:lnTo>
                  <a:lnTo>
                    <a:pt x="17602" y="37338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" name="object 86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138375" y="5993547"/>
            <a:ext cx="199713" cy="244786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383739" y="5993547"/>
            <a:ext cx="192512" cy="245319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31237" y="5993280"/>
            <a:ext cx="191712" cy="245319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941038" y="5992213"/>
            <a:ext cx="466413" cy="246386"/>
          </a:xfrm>
          <a:prstGeom prst="rect">
            <a:avLst/>
          </a:prstGeom>
        </p:spPr>
      </p:pic>
      <p:grpSp>
        <p:nvGrpSpPr>
          <p:cNvPr id="90" name="object 90" descr=""/>
          <p:cNvGrpSpPr/>
          <p:nvPr/>
        </p:nvGrpSpPr>
        <p:grpSpPr>
          <a:xfrm>
            <a:off x="12619679" y="5992747"/>
            <a:ext cx="698500" cy="245745"/>
            <a:chOff x="12619679" y="5992747"/>
            <a:chExt cx="698500" cy="245745"/>
          </a:xfrm>
        </p:grpSpPr>
        <p:pic>
          <p:nvPicPr>
            <p:cNvPr id="91" name="object 9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19679" y="6017550"/>
              <a:ext cx="139706" cy="201047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2784611" y="6181948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59" h="37464">
                  <a:moveTo>
                    <a:pt x="17602" y="37338"/>
                  </a:moveTo>
                  <a:lnTo>
                    <a:pt x="10801" y="36000"/>
                  </a:lnTo>
                  <a:lnTo>
                    <a:pt x="5200" y="32237"/>
                  </a:lnTo>
                  <a:lnTo>
                    <a:pt x="1400" y="26424"/>
                  </a:lnTo>
                  <a:lnTo>
                    <a:pt x="0" y="18935"/>
                  </a:lnTo>
                  <a:lnTo>
                    <a:pt x="1400" y="11363"/>
                  </a:lnTo>
                  <a:lnTo>
                    <a:pt x="5200" y="5367"/>
                  </a:lnTo>
                  <a:lnTo>
                    <a:pt x="10801" y="1421"/>
                  </a:lnTo>
                  <a:lnTo>
                    <a:pt x="17602" y="0"/>
                  </a:lnTo>
                  <a:lnTo>
                    <a:pt x="24403" y="1421"/>
                  </a:lnTo>
                  <a:lnTo>
                    <a:pt x="30003" y="5367"/>
                  </a:lnTo>
                  <a:lnTo>
                    <a:pt x="33804" y="11363"/>
                  </a:lnTo>
                  <a:lnTo>
                    <a:pt x="35204" y="18935"/>
                  </a:lnTo>
                  <a:lnTo>
                    <a:pt x="33804" y="26424"/>
                  </a:lnTo>
                  <a:lnTo>
                    <a:pt x="30003" y="32237"/>
                  </a:lnTo>
                  <a:lnTo>
                    <a:pt x="24403" y="36000"/>
                  </a:lnTo>
                  <a:lnTo>
                    <a:pt x="17602" y="37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2784611" y="6181948"/>
              <a:ext cx="35560" cy="37465"/>
            </a:xfrm>
            <a:custGeom>
              <a:avLst/>
              <a:gdLst/>
              <a:ahLst/>
              <a:cxnLst/>
              <a:rect l="l" t="t" r="r" b="b"/>
              <a:pathLst>
                <a:path w="35559" h="37464">
                  <a:moveTo>
                    <a:pt x="17602" y="37338"/>
                  </a:moveTo>
                  <a:lnTo>
                    <a:pt x="24403" y="36000"/>
                  </a:lnTo>
                  <a:lnTo>
                    <a:pt x="30003" y="32237"/>
                  </a:lnTo>
                  <a:lnTo>
                    <a:pt x="33804" y="26424"/>
                  </a:lnTo>
                  <a:lnTo>
                    <a:pt x="35204" y="18935"/>
                  </a:lnTo>
                  <a:lnTo>
                    <a:pt x="33804" y="11363"/>
                  </a:lnTo>
                  <a:lnTo>
                    <a:pt x="30003" y="5367"/>
                  </a:lnTo>
                  <a:lnTo>
                    <a:pt x="24403" y="1421"/>
                  </a:lnTo>
                  <a:lnTo>
                    <a:pt x="17602" y="0"/>
                  </a:lnTo>
                  <a:lnTo>
                    <a:pt x="10801" y="1421"/>
                  </a:lnTo>
                  <a:lnTo>
                    <a:pt x="5200" y="5367"/>
                  </a:lnTo>
                  <a:lnTo>
                    <a:pt x="1400" y="11363"/>
                  </a:lnTo>
                  <a:lnTo>
                    <a:pt x="0" y="18935"/>
                  </a:lnTo>
                  <a:lnTo>
                    <a:pt x="1400" y="26424"/>
                  </a:lnTo>
                  <a:lnTo>
                    <a:pt x="5200" y="32237"/>
                  </a:lnTo>
                  <a:lnTo>
                    <a:pt x="10801" y="36000"/>
                  </a:lnTo>
                  <a:lnTo>
                    <a:pt x="17602" y="37338"/>
                  </a:lnTo>
                  <a:close/>
                </a:path>
              </a:pathLst>
            </a:custGeom>
            <a:ln w="5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853575" y="5993547"/>
              <a:ext cx="205847" cy="244786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096005" y="5992747"/>
              <a:ext cx="221849" cy="245586"/>
            </a:xfrm>
            <a:prstGeom prst="rect">
              <a:avLst/>
            </a:prstGeom>
          </p:spPr>
        </p:pic>
      </p:grpSp>
      <p:grpSp>
        <p:nvGrpSpPr>
          <p:cNvPr id="96" name="object 96" descr=""/>
          <p:cNvGrpSpPr/>
          <p:nvPr/>
        </p:nvGrpSpPr>
        <p:grpSpPr>
          <a:xfrm>
            <a:off x="13416492" y="5993547"/>
            <a:ext cx="454025" cy="245110"/>
            <a:chOff x="13416492" y="5993547"/>
            <a:chExt cx="454025" cy="245110"/>
          </a:xfrm>
        </p:grpSpPr>
        <p:pic>
          <p:nvPicPr>
            <p:cNvPr id="97" name="object 9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416492" y="6002081"/>
              <a:ext cx="221849" cy="23651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660256" y="5993547"/>
              <a:ext cx="210115" cy="244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1196"/>
            <a:ext cx="344805" cy="410845"/>
          </a:xfrm>
          <a:custGeom>
            <a:avLst/>
            <a:gdLst/>
            <a:ahLst/>
            <a:cxnLst/>
            <a:rect l="l" t="t" r="r" b="b"/>
            <a:pathLst>
              <a:path w="344805" h="410844">
                <a:moveTo>
                  <a:pt x="35115" y="329376"/>
                </a:moveTo>
                <a:lnTo>
                  <a:pt x="0" y="280926"/>
                </a:lnTo>
                <a:lnTo>
                  <a:pt x="38437" y="257093"/>
                </a:lnTo>
                <a:lnTo>
                  <a:pt x="67998" y="223937"/>
                </a:lnTo>
                <a:lnTo>
                  <a:pt x="88875" y="183761"/>
                </a:lnTo>
                <a:lnTo>
                  <a:pt x="101261" y="138869"/>
                </a:lnTo>
                <a:lnTo>
                  <a:pt x="105347" y="91567"/>
                </a:lnTo>
                <a:lnTo>
                  <a:pt x="105347" y="32004"/>
                </a:lnTo>
                <a:lnTo>
                  <a:pt x="164021" y="32004"/>
                </a:lnTo>
                <a:lnTo>
                  <a:pt x="164021" y="91567"/>
                </a:lnTo>
                <a:lnTo>
                  <a:pt x="167951" y="136665"/>
                </a:lnTo>
                <a:lnTo>
                  <a:pt x="179881" y="179351"/>
                </a:lnTo>
                <a:lnTo>
                  <a:pt x="194775" y="207582"/>
                </a:lnTo>
                <a:lnTo>
                  <a:pt x="135573" y="207582"/>
                </a:lnTo>
                <a:lnTo>
                  <a:pt x="119064" y="246428"/>
                </a:lnTo>
                <a:lnTo>
                  <a:pt x="96846" y="280314"/>
                </a:lnTo>
                <a:lnTo>
                  <a:pt x="68877" y="308283"/>
                </a:lnTo>
                <a:lnTo>
                  <a:pt x="35115" y="329376"/>
                </a:lnTo>
                <a:close/>
              </a:path>
              <a:path w="344805" h="410844">
                <a:moveTo>
                  <a:pt x="232475" y="319597"/>
                </a:moveTo>
                <a:lnTo>
                  <a:pt x="200019" y="300157"/>
                </a:lnTo>
                <a:lnTo>
                  <a:pt x="173189" y="274425"/>
                </a:lnTo>
                <a:lnTo>
                  <a:pt x="151777" y="243275"/>
                </a:lnTo>
                <a:lnTo>
                  <a:pt x="135573" y="207582"/>
                </a:lnTo>
                <a:lnTo>
                  <a:pt x="194775" y="207582"/>
                </a:lnTo>
                <a:lnTo>
                  <a:pt x="200026" y="217536"/>
                </a:lnTo>
                <a:lnTo>
                  <a:pt x="228599" y="249128"/>
                </a:lnTo>
                <a:lnTo>
                  <a:pt x="265812" y="272035"/>
                </a:lnTo>
                <a:lnTo>
                  <a:pt x="232475" y="319597"/>
                </a:lnTo>
                <a:close/>
              </a:path>
              <a:path w="344805" h="410844">
                <a:moveTo>
                  <a:pt x="344489" y="410720"/>
                </a:moveTo>
                <a:lnTo>
                  <a:pt x="285815" y="410720"/>
                </a:lnTo>
                <a:lnTo>
                  <a:pt x="285815" y="0"/>
                </a:lnTo>
                <a:lnTo>
                  <a:pt x="344489" y="0"/>
                </a:lnTo>
                <a:lnTo>
                  <a:pt x="344489" y="4107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32089"/>
            <a:ext cx="740410" cy="404495"/>
          </a:xfrm>
          <a:custGeom>
            <a:avLst/>
            <a:gdLst/>
            <a:ahLst/>
            <a:cxnLst/>
            <a:rect l="l" t="t" r="r" b="b"/>
            <a:pathLst>
              <a:path w="740410" h="404494">
                <a:moveTo>
                  <a:pt x="357822" y="192468"/>
                </a:moveTo>
                <a:lnTo>
                  <a:pt x="307441" y="177571"/>
                </a:lnTo>
                <a:lnTo>
                  <a:pt x="267500" y="153708"/>
                </a:lnTo>
                <a:lnTo>
                  <a:pt x="238455" y="123342"/>
                </a:lnTo>
                <a:lnTo>
                  <a:pt x="220713" y="88925"/>
                </a:lnTo>
                <a:lnTo>
                  <a:pt x="214693" y="52895"/>
                </a:lnTo>
                <a:lnTo>
                  <a:pt x="214693" y="23558"/>
                </a:lnTo>
                <a:lnTo>
                  <a:pt x="152019" y="23558"/>
                </a:lnTo>
                <a:lnTo>
                  <a:pt x="152019" y="52895"/>
                </a:lnTo>
                <a:lnTo>
                  <a:pt x="145973" y="88404"/>
                </a:lnTo>
                <a:lnTo>
                  <a:pt x="128143" y="122770"/>
                </a:lnTo>
                <a:lnTo>
                  <a:pt x="99021" y="153327"/>
                </a:lnTo>
                <a:lnTo>
                  <a:pt x="59105" y="177444"/>
                </a:lnTo>
                <a:lnTo>
                  <a:pt x="8890" y="192468"/>
                </a:lnTo>
                <a:lnTo>
                  <a:pt x="33782" y="241363"/>
                </a:lnTo>
                <a:lnTo>
                  <a:pt x="83439" y="226339"/>
                </a:lnTo>
                <a:lnTo>
                  <a:pt x="125298" y="202806"/>
                </a:lnTo>
                <a:lnTo>
                  <a:pt x="158775" y="172046"/>
                </a:lnTo>
                <a:lnTo>
                  <a:pt x="183134" y="135572"/>
                </a:lnTo>
                <a:lnTo>
                  <a:pt x="207606" y="172046"/>
                </a:lnTo>
                <a:lnTo>
                  <a:pt x="241198" y="202641"/>
                </a:lnTo>
                <a:lnTo>
                  <a:pt x="283210" y="226148"/>
                </a:lnTo>
                <a:lnTo>
                  <a:pt x="332930" y="241363"/>
                </a:lnTo>
                <a:lnTo>
                  <a:pt x="357822" y="192468"/>
                </a:lnTo>
                <a:close/>
              </a:path>
              <a:path w="740410" h="404494">
                <a:moveTo>
                  <a:pt x="370713" y="311594"/>
                </a:moveTo>
                <a:lnTo>
                  <a:pt x="0" y="311594"/>
                </a:lnTo>
                <a:lnTo>
                  <a:pt x="0" y="359156"/>
                </a:lnTo>
                <a:lnTo>
                  <a:pt x="370713" y="359156"/>
                </a:lnTo>
                <a:lnTo>
                  <a:pt x="370713" y="311594"/>
                </a:lnTo>
                <a:close/>
              </a:path>
              <a:path w="740410" h="404494">
                <a:moveTo>
                  <a:pt x="580529" y="219138"/>
                </a:moveTo>
                <a:lnTo>
                  <a:pt x="576618" y="182245"/>
                </a:lnTo>
                <a:lnTo>
                  <a:pt x="576541" y="181533"/>
                </a:lnTo>
                <a:lnTo>
                  <a:pt x="575640" y="172910"/>
                </a:lnTo>
                <a:lnTo>
                  <a:pt x="548627" y="177126"/>
                </a:lnTo>
                <a:lnTo>
                  <a:pt x="521957" y="179920"/>
                </a:lnTo>
                <a:lnTo>
                  <a:pt x="494118" y="181533"/>
                </a:lnTo>
                <a:lnTo>
                  <a:pt x="463613" y="182245"/>
                </a:lnTo>
                <a:lnTo>
                  <a:pt x="463613" y="147129"/>
                </a:lnTo>
                <a:lnTo>
                  <a:pt x="546747" y="147129"/>
                </a:lnTo>
                <a:lnTo>
                  <a:pt x="546747" y="102679"/>
                </a:lnTo>
                <a:lnTo>
                  <a:pt x="463613" y="102679"/>
                </a:lnTo>
                <a:lnTo>
                  <a:pt x="463613" y="70231"/>
                </a:lnTo>
                <a:lnTo>
                  <a:pt x="560971" y="70231"/>
                </a:lnTo>
                <a:lnTo>
                  <a:pt x="560971" y="24003"/>
                </a:lnTo>
                <a:lnTo>
                  <a:pt x="407162" y="24003"/>
                </a:lnTo>
                <a:lnTo>
                  <a:pt x="407162" y="228473"/>
                </a:lnTo>
                <a:lnTo>
                  <a:pt x="435165" y="228473"/>
                </a:lnTo>
                <a:lnTo>
                  <a:pt x="476885" y="228206"/>
                </a:lnTo>
                <a:lnTo>
                  <a:pt x="513181" y="226974"/>
                </a:lnTo>
                <a:lnTo>
                  <a:pt x="546811" y="224167"/>
                </a:lnTo>
                <a:lnTo>
                  <a:pt x="580529" y="219138"/>
                </a:lnTo>
                <a:close/>
              </a:path>
              <a:path w="740410" h="404494">
                <a:moveTo>
                  <a:pt x="658761" y="5778"/>
                </a:moveTo>
                <a:lnTo>
                  <a:pt x="604088" y="5778"/>
                </a:lnTo>
                <a:lnTo>
                  <a:pt x="604088" y="97790"/>
                </a:lnTo>
                <a:lnTo>
                  <a:pt x="564083" y="97790"/>
                </a:lnTo>
                <a:lnTo>
                  <a:pt x="564083" y="144907"/>
                </a:lnTo>
                <a:lnTo>
                  <a:pt x="604088" y="144907"/>
                </a:lnTo>
                <a:lnTo>
                  <a:pt x="604088" y="240919"/>
                </a:lnTo>
                <a:lnTo>
                  <a:pt x="658761" y="240919"/>
                </a:lnTo>
                <a:lnTo>
                  <a:pt x="658761" y="5778"/>
                </a:lnTo>
                <a:close/>
              </a:path>
              <a:path w="740410" h="404494">
                <a:moveTo>
                  <a:pt x="740105" y="260032"/>
                </a:moveTo>
                <a:lnTo>
                  <a:pt x="682764" y="260032"/>
                </a:lnTo>
                <a:lnTo>
                  <a:pt x="682764" y="305816"/>
                </a:lnTo>
                <a:lnTo>
                  <a:pt x="682764" y="358267"/>
                </a:lnTo>
                <a:lnTo>
                  <a:pt x="520522" y="358267"/>
                </a:lnTo>
                <a:lnTo>
                  <a:pt x="520522" y="305816"/>
                </a:lnTo>
                <a:lnTo>
                  <a:pt x="682764" y="305816"/>
                </a:lnTo>
                <a:lnTo>
                  <a:pt x="682764" y="260032"/>
                </a:lnTo>
                <a:lnTo>
                  <a:pt x="462724" y="260032"/>
                </a:lnTo>
                <a:lnTo>
                  <a:pt x="462724" y="404050"/>
                </a:lnTo>
                <a:lnTo>
                  <a:pt x="740105" y="404050"/>
                </a:lnTo>
                <a:lnTo>
                  <a:pt x="740105" y="358267"/>
                </a:lnTo>
                <a:lnTo>
                  <a:pt x="740105" y="305816"/>
                </a:lnTo>
                <a:lnTo>
                  <a:pt x="740105" y="260032"/>
                </a:lnTo>
                <a:close/>
              </a:path>
              <a:path w="740410" h="404494">
                <a:moveTo>
                  <a:pt x="740105" y="0"/>
                </a:moveTo>
                <a:lnTo>
                  <a:pt x="684542" y="0"/>
                </a:lnTo>
                <a:lnTo>
                  <a:pt x="684542" y="244030"/>
                </a:lnTo>
                <a:lnTo>
                  <a:pt x="740105" y="244030"/>
                </a:lnTo>
                <a:lnTo>
                  <a:pt x="740105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91702" y="1462277"/>
            <a:ext cx="370840" cy="331470"/>
          </a:xfrm>
          <a:custGeom>
            <a:avLst/>
            <a:gdLst/>
            <a:ahLst/>
            <a:cxnLst/>
            <a:rect l="l" t="t" r="r" b="b"/>
            <a:pathLst>
              <a:path w="370839" h="331469">
                <a:moveTo>
                  <a:pt x="370725" y="283629"/>
                </a:moveTo>
                <a:lnTo>
                  <a:pt x="214261" y="283629"/>
                </a:lnTo>
                <a:lnTo>
                  <a:pt x="214261" y="200660"/>
                </a:lnTo>
                <a:lnTo>
                  <a:pt x="330276" y="200660"/>
                </a:lnTo>
                <a:lnTo>
                  <a:pt x="330276" y="154279"/>
                </a:lnTo>
                <a:lnTo>
                  <a:pt x="330276" y="153670"/>
                </a:lnTo>
                <a:lnTo>
                  <a:pt x="330276" y="45821"/>
                </a:lnTo>
                <a:lnTo>
                  <a:pt x="272935" y="45821"/>
                </a:lnTo>
                <a:lnTo>
                  <a:pt x="272935" y="153670"/>
                </a:lnTo>
                <a:lnTo>
                  <a:pt x="96469" y="153670"/>
                </a:lnTo>
                <a:lnTo>
                  <a:pt x="96469" y="45720"/>
                </a:lnTo>
                <a:lnTo>
                  <a:pt x="330276" y="45720"/>
                </a:lnTo>
                <a:lnTo>
                  <a:pt x="330276" y="0"/>
                </a:lnTo>
                <a:lnTo>
                  <a:pt x="39128" y="0"/>
                </a:lnTo>
                <a:lnTo>
                  <a:pt x="39128" y="45720"/>
                </a:lnTo>
                <a:lnTo>
                  <a:pt x="39128" y="153670"/>
                </a:lnTo>
                <a:lnTo>
                  <a:pt x="39128" y="200660"/>
                </a:lnTo>
                <a:lnTo>
                  <a:pt x="155587" y="200660"/>
                </a:lnTo>
                <a:lnTo>
                  <a:pt x="155587" y="283629"/>
                </a:lnTo>
                <a:lnTo>
                  <a:pt x="0" y="283629"/>
                </a:lnTo>
                <a:lnTo>
                  <a:pt x="0" y="331190"/>
                </a:lnTo>
                <a:lnTo>
                  <a:pt x="370725" y="331190"/>
                </a:lnTo>
                <a:lnTo>
                  <a:pt x="370725" y="2836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82430" y="1444497"/>
            <a:ext cx="370840" cy="393700"/>
          </a:xfrm>
          <a:custGeom>
            <a:avLst/>
            <a:gdLst/>
            <a:ahLst/>
            <a:cxnLst/>
            <a:rect l="l" t="t" r="r" b="b"/>
            <a:pathLst>
              <a:path w="370839" h="393700">
                <a:moveTo>
                  <a:pt x="327152" y="80010"/>
                </a:moveTo>
                <a:lnTo>
                  <a:pt x="104902" y="80010"/>
                </a:lnTo>
                <a:lnTo>
                  <a:pt x="104902" y="45720"/>
                </a:lnTo>
                <a:lnTo>
                  <a:pt x="323596" y="45720"/>
                </a:lnTo>
                <a:lnTo>
                  <a:pt x="323596" y="0"/>
                </a:lnTo>
                <a:lnTo>
                  <a:pt x="46672" y="0"/>
                </a:lnTo>
                <a:lnTo>
                  <a:pt x="46672" y="45720"/>
                </a:lnTo>
                <a:lnTo>
                  <a:pt x="46672" y="80010"/>
                </a:lnTo>
                <a:lnTo>
                  <a:pt x="46672" y="125730"/>
                </a:lnTo>
                <a:lnTo>
                  <a:pt x="327152" y="125730"/>
                </a:lnTo>
                <a:lnTo>
                  <a:pt x="327152" y="80010"/>
                </a:lnTo>
                <a:close/>
              </a:path>
              <a:path w="370839" h="393700">
                <a:moveTo>
                  <a:pt x="336042" y="349250"/>
                </a:moveTo>
                <a:lnTo>
                  <a:pt x="101346" y="349250"/>
                </a:lnTo>
                <a:lnTo>
                  <a:pt x="101346" y="326390"/>
                </a:lnTo>
                <a:lnTo>
                  <a:pt x="325374" y="326390"/>
                </a:lnTo>
                <a:lnTo>
                  <a:pt x="325374" y="285750"/>
                </a:lnTo>
                <a:lnTo>
                  <a:pt x="325374" y="264160"/>
                </a:lnTo>
                <a:lnTo>
                  <a:pt x="325374" y="220980"/>
                </a:lnTo>
                <a:lnTo>
                  <a:pt x="42672" y="220980"/>
                </a:lnTo>
                <a:lnTo>
                  <a:pt x="42672" y="264160"/>
                </a:lnTo>
                <a:lnTo>
                  <a:pt x="267589" y="264160"/>
                </a:lnTo>
                <a:lnTo>
                  <a:pt x="267589" y="285750"/>
                </a:lnTo>
                <a:lnTo>
                  <a:pt x="43116" y="285750"/>
                </a:lnTo>
                <a:lnTo>
                  <a:pt x="43116" y="326390"/>
                </a:lnTo>
                <a:lnTo>
                  <a:pt x="43116" y="349250"/>
                </a:lnTo>
                <a:lnTo>
                  <a:pt x="43116" y="393700"/>
                </a:lnTo>
                <a:lnTo>
                  <a:pt x="336042" y="393700"/>
                </a:lnTo>
                <a:lnTo>
                  <a:pt x="336042" y="349250"/>
                </a:lnTo>
                <a:close/>
              </a:path>
              <a:path w="370839" h="393700">
                <a:moveTo>
                  <a:pt x="370268" y="147167"/>
                </a:moveTo>
                <a:lnTo>
                  <a:pt x="0" y="147167"/>
                </a:lnTo>
                <a:lnTo>
                  <a:pt x="0" y="192951"/>
                </a:lnTo>
                <a:lnTo>
                  <a:pt x="93345" y="192951"/>
                </a:lnTo>
                <a:lnTo>
                  <a:pt x="93345" y="220510"/>
                </a:lnTo>
                <a:lnTo>
                  <a:pt x="152019" y="220510"/>
                </a:lnTo>
                <a:lnTo>
                  <a:pt x="152019" y="192951"/>
                </a:lnTo>
                <a:lnTo>
                  <a:pt x="222250" y="192951"/>
                </a:lnTo>
                <a:lnTo>
                  <a:pt x="222250" y="220510"/>
                </a:lnTo>
                <a:lnTo>
                  <a:pt x="280924" y="220510"/>
                </a:lnTo>
                <a:lnTo>
                  <a:pt x="280924" y="192951"/>
                </a:lnTo>
                <a:lnTo>
                  <a:pt x="370268" y="192951"/>
                </a:lnTo>
                <a:lnTo>
                  <a:pt x="370268" y="14716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50768" y="1431645"/>
            <a:ext cx="748665" cy="409575"/>
          </a:xfrm>
          <a:custGeom>
            <a:avLst/>
            <a:gdLst/>
            <a:ahLst/>
            <a:cxnLst/>
            <a:rect l="l" t="t" r="r" b="b"/>
            <a:pathLst>
              <a:path w="748664" h="409575">
                <a:moveTo>
                  <a:pt x="247599" y="181356"/>
                </a:moveTo>
                <a:lnTo>
                  <a:pt x="206032" y="161518"/>
                </a:lnTo>
                <a:lnTo>
                  <a:pt x="177419" y="133680"/>
                </a:lnTo>
                <a:lnTo>
                  <a:pt x="160870" y="100139"/>
                </a:lnTo>
                <a:lnTo>
                  <a:pt x="155587" y="64008"/>
                </a:lnTo>
                <a:lnTo>
                  <a:pt x="155587" y="22225"/>
                </a:lnTo>
                <a:lnTo>
                  <a:pt x="96024" y="22225"/>
                </a:lnTo>
                <a:lnTo>
                  <a:pt x="96024" y="59118"/>
                </a:lnTo>
                <a:lnTo>
                  <a:pt x="90639" y="100139"/>
                </a:lnTo>
                <a:lnTo>
                  <a:pt x="90551" y="100342"/>
                </a:lnTo>
                <a:lnTo>
                  <a:pt x="73685" y="137909"/>
                </a:lnTo>
                <a:lnTo>
                  <a:pt x="43891" y="169506"/>
                </a:lnTo>
                <a:lnTo>
                  <a:pt x="0" y="192024"/>
                </a:lnTo>
                <a:lnTo>
                  <a:pt x="30683" y="238252"/>
                </a:lnTo>
                <a:lnTo>
                  <a:pt x="62865" y="223443"/>
                </a:lnTo>
                <a:lnTo>
                  <a:pt x="89522" y="203415"/>
                </a:lnTo>
                <a:lnTo>
                  <a:pt x="110744" y="178816"/>
                </a:lnTo>
                <a:lnTo>
                  <a:pt x="126695" y="150241"/>
                </a:lnTo>
                <a:lnTo>
                  <a:pt x="142036" y="174815"/>
                </a:lnTo>
                <a:lnTo>
                  <a:pt x="162140" y="196138"/>
                </a:lnTo>
                <a:lnTo>
                  <a:pt x="187071" y="213626"/>
                </a:lnTo>
                <a:lnTo>
                  <a:pt x="216928" y="226695"/>
                </a:lnTo>
                <a:lnTo>
                  <a:pt x="247599" y="181356"/>
                </a:lnTo>
                <a:close/>
              </a:path>
              <a:path w="748664" h="409575">
                <a:moveTo>
                  <a:pt x="332943" y="330263"/>
                </a:moveTo>
                <a:lnTo>
                  <a:pt x="323278" y="297154"/>
                </a:lnTo>
                <a:lnTo>
                  <a:pt x="323024" y="296926"/>
                </a:lnTo>
                <a:lnTo>
                  <a:pt x="295656" y="272427"/>
                </a:lnTo>
                <a:lnTo>
                  <a:pt x="274713" y="264985"/>
                </a:lnTo>
                <a:lnTo>
                  <a:pt x="274713" y="330263"/>
                </a:lnTo>
                <a:lnTo>
                  <a:pt x="269519" y="345300"/>
                </a:lnTo>
                <a:lnTo>
                  <a:pt x="254203" y="355828"/>
                </a:lnTo>
                <a:lnTo>
                  <a:pt x="229146" y="362026"/>
                </a:lnTo>
                <a:lnTo>
                  <a:pt x="194703" y="364045"/>
                </a:lnTo>
                <a:lnTo>
                  <a:pt x="159994" y="362026"/>
                </a:lnTo>
                <a:lnTo>
                  <a:pt x="134797" y="355828"/>
                </a:lnTo>
                <a:lnTo>
                  <a:pt x="119443" y="345300"/>
                </a:lnTo>
                <a:lnTo>
                  <a:pt x="114249" y="330263"/>
                </a:lnTo>
                <a:lnTo>
                  <a:pt x="119443" y="315493"/>
                </a:lnTo>
                <a:lnTo>
                  <a:pt x="134797" y="305092"/>
                </a:lnTo>
                <a:lnTo>
                  <a:pt x="159994" y="298945"/>
                </a:lnTo>
                <a:lnTo>
                  <a:pt x="194703" y="296926"/>
                </a:lnTo>
                <a:lnTo>
                  <a:pt x="229146" y="298945"/>
                </a:lnTo>
                <a:lnTo>
                  <a:pt x="254203" y="305092"/>
                </a:lnTo>
                <a:lnTo>
                  <a:pt x="269519" y="315493"/>
                </a:lnTo>
                <a:lnTo>
                  <a:pt x="274713" y="330263"/>
                </a:lnTo>
                <a:lnTo>
                  <a:pt x="274713" y="264985"/>
                </a:lnTo>
                <a:lnTo>
                  <a:pt x="252120" y="256946"/>
                </a:lnTo>
                <a:lnTo>
                  <a:pt x="194703" y="251587"/>
                </a:lnTo>
                <a:lnTo>
                  <a:pt x="137020" y="256946"/>
                </a:lnTo>
                <a:lnTo>
                  <a:pt x="93357" y="272427"/>
                </a:lnTo>
                <a:lnTo>
                  <a:pt x="65684" y="297154"/>
                </a:lnTo>
                <a:lnTo>
                  <a:pt x="56019" y="330263"/>
                </a:lnTo>
                <a:lnTo>
                  <a:pt x="65684" y="363639"/>
                </a:lnTo>
                <a:lnTo>
                  <a:pt x="93357" y="388493"/>
                </a:lnTo>
                <a:lnTo>
                  <a:pt x="137020" y="404025"/>
                </a:lnTo>
                <a:lnTo>
                  <a:pt x="194703" y="409384"/>
                </a:lnTo>
                <a:lnTo>
                  <a:pt x="252120" y="404025"/>
                </a:lnTo>
                <a:lnTo>
                  <a:pt x="295656" y="388493"/>
                </a:lnTo>
                <a:lnTo>
                  <a:pt x="322821" y="364045"/>
                </a:lnTo>
                <a:lnTo>
                  <a:pt x="323278" y="363639"/>
                </a:lnTo>
                <a:lnTo>
                  <a:pt x="332943" y="330263"/>
                </a:lnTo>
                <a:close/>
              </a:path>
              <a:path w="748664" h="409575">
                <a:moveTo>
                  <a:pt x="382727" y="95123"/>
                </a:moveTo>
                <a:lnTo>
                  <a:pt x="328498" y="95123"/>
                </a:lnTo>
                <a:lnTo>
                  <a:pt x="328498" y="444"/>
                </a:lnTo>
                <a:lnTo>
                  <a:pt x="269824" y="444"/>
                </a:lnTo>
                <a:lnTo>
                  <a:pt x="269824" y="242252"/>
                </a:lnTo>
                <a:lnTo>
                  <a:pt x="328498" y="242252"/>
                </a:lnTo>
                <a:lnTo>
                  <a:pt x="328498" y="143573"/>
                </a:lnTo>
                <a:lnTo>
                  <a:pt x="382727" y="143573"/>
                </a:lnTo>
                <a:lnTo>
                  <a:pt x="382727" y="95123"/>
                </a:lnTo>
                <a:close/>
              </a:path>
              <a:path w="748664" h="409575">
                <a:moveTo>
                  <a:pt x="601421" y="273367"/>
                </a:moveTo>
                <a:lnTo>
                  <a:pt x="566521" y="240385"/>
                </a:lnTo>
                <a:lnTo>
                  <a:pt x="556183" y="221361"/>
                </a:lnTo>
                <a:lnTo>
                  <a:pt x="543915" y="198805"/>
                </a:lnTo>
                <a:lnTo>
                  <a:pt x="531723" y="151726"/>
                </a:lnTo>
                <a:lnTo>
                  <a:pt x="528078" y="102235"/>
                </a:lnTo>
                <a:lnTo>
                  <a:pt x="528078" y="35560"/>
                </a:lnTo>
                <a:lnTo>
                  <a:pt x="471627" y="35560"/>
                </a:lnTo>
                <a:lnTo>
                  <a:pt x="471627" y="104457"/>
                </a:lnTo>
                <a:lnTo>
                  <a:pt x="467283" y="156832"/>
                </a:lnTo>
                <a:lnTo>
                  <a:pt x="453237" y="206756"/>
                </a:lnTo>
                <a:lnTo>
                  <a:pt x="427926" y="250418"/>
                </a:lnTo>
                <a:lnTo>
                  <a:pt x="389839" y="284035"/>
                </a:lnTo>
                <a:lnTo>
                  <a:pt x="424954" y="328041"/>
                </a:lnTo>
                <a:lnTo>
                  <a:pt x="450253" y="308381"/>
                </a:lnTo>
                <a:lnTo>
                  <a:pt x="471017" y="283375"/>
                </a:lnTo>
                <a:lnTo>
                  <a:pt x="487527" y="254038"/>
                </a:lnTo>
                <a:lnTo>
                  <a:pt x="500075" y="221361"/>
                </a:lnTo>
                <a:lnTo>
                  <a:pt x="511467" y="251015"/>
                </a:lnTo>
                <a:lnTo>
                  <a:pt x="526580" y="277533"/>
                </a:lnTo>
                <a:lnTo>
                  <a:pt x="545769" y="300316"/>
                </a:lnTo>
                <a:lnTo>
                  <a:pt x="569417" y="318706"/>
                </a:lnTo>
                <a:lnTo>
                  <a:pt x="601421" y="273367"/>
                </a:lnTo>
                <a:close/>
              </a:path>
              <a:path w="748664" h="409575">
                <a:moveTo>
                  <a:pt x="664540" y="6667"/>
                </a:moveTo>
                <a:lnTo>
                  <a:pt x="609866" y="6667"/>
                </a:lnTo>
                <a:lnTo>
                  <a:pt x="609866" y="138239"/>
                </a:lnTo>
                <a:lnTo>
                  <a:pt x="558749" y="138239"/>
                </a:lnTo>
                <a:lnTo>
                  <a:pt x="558749" y="185801"/>
                </a:lnTo>
                <a:lnTo>
                  <a:pt x="609866" y="185801"/>
                </a:lnTo>
                <a:lnTo>
                  <a:pt x="609866" y="391160"/>
                </a:lnTo>
                <a:lnTo>
                  <a:pt x="664540" y="391160"/>
                </a:lnTo>
                <a:lnTo>
                  <a:pt x="664540" y="6667"/>
                </a:lnTo>
                <a:close/>
              </a:path>
              <a:path w="748664" h="409575">
                <a:moveTo>
                  <a:pt x="748550" y="0"/>
                </a:moveTo>
                <a:lnTo>
                  <a:pt x="692988" y="0"/>
                </a:lnTo>
                <a:lnTo>
                  <a:pt x="692988" y="409384"/>
                </a:lnTo>
                <a:lnTo>
                  <a:pt x="748550" y="409384"/>
                </a:lnTo>
                <a:lnTo>
                  <a:pt x="748550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9169" y="1431200"/>
            <a:ext cx="746760" cy="410209"/>
          </a:xfrm>
          <a:custGeom>
            <a:avLst/>
            <a:gdLst/>
            <a:ahLst/>
            <a:cxnLst/>
            <a:rect l="l" t="t" r="r" b="b"/>
            <a:pathLst>
              <a:path w="746760" h="410210">
                <a:moveTo>
                  <a:pt x="247599" y="158686"/>
                </a:moveTo>
                <a:lnTo>
                  <a:pt x="206209" y="139192"/>
                </a:lnTo>
                <a:lnTo>
                  <a:pt x="177584" y="111734"/>
                </a:lnTo>
                <a:lnTo>
                  <a:pt x="155587" y="43116"/>
                </a:lnTo>
                <a:lnTo>
                  <a:pt x="155587" y="13779"/>
                </a:lnTo>
                <a:lnTo>
                  <a:pt x="96469" y="13779"/>
                </a:lnTo>
                <a:lnTo>
                  <a:pt x="96469" y="43116"/>
                </a:lnTo>
                <a:lnTo>
                  <a:pt x="90957" y="81356"/>
                </a:lnTo>
                <a:lnTo>
                  <a:pt x="73736" y="116293"/>
                </a:lnTo>
                <a:lnTo>
                  <a:pt x="43764" y="145326"/>
                </a:lnTo>
                <a:lnTo>
                  <a:pt x="0" y="165798"/>
                </a:lnTo>
                <a:lnTo>
                  <a:pt x="30238" y="211582"/>
                </a:lnTo>
                <a:lnTo>
                  <a:pt x="62496" y="197789"/>
                </a:lnTo>
                <a:lnTo>
                  <a:pt x="89357" y="178854"/>
                </a:lnTo>
                <a:lnTo>
                  <a:pt x="110871" y="155511"/>
                </a:lnTo>
                <a:lnTo>
                  <a:pt x="127139" y="128460"/>
                </a:lnTo>
                <a:lnTo>
                  <a:pt x="142557" y="152704"/>
                </a:lnTo>
                <a:lnTo>
                  <a:pt x="162801" y="173697"/>
                </a:lnTo>
                <a:lnTo>
                  <a:pt x="187896" y="190842"/>
                </a:lnTo>
                <a:lnTo>
                  <a:pt x="217817" y="203581"/>
                </a:lnTo>
                <a:lnTo>
                  <a:pt x="247599" y="158686"/>
                </a:lnTo>
                <a:close/>
              </a:path>
              <a:path w="746760" h="410210">
                <a:moveTo>
                  <a:pt x="345389" y="444"/>
                </a:moveTo>
                <a:lnTo>
                  <a:pt x="286715" y="444"/>
                </a:lnTo>
                <a:lnTo>
                  <a:pt x="286715" y="60452"/>
                </a:lnTo>
                <a:lnTo>
                  <a:pt x="212039" y="60452"/>
                </a:lnTo>
                <a:lnTo>
                  <a:pt x="212039" y="107124"/>
                </a:lnTo>
                <a:lnTo>
                  <a:pt x="286715" y="107124"/>
                </a:lnTo>
                <a:lnTo>
                  <a:pt x="286715" y="208470"/>
                </a:lnTo>
                <a:lnTo>
                  <a:pt x="345389" y="208470"/>
                </a:lnTo>
                <a:lnTo>
                  <a:pt x="345389" y="444"/>
                </a:lnTo>
                <a:close/>
              </a:path>
              <a:path w="746760" h="410210">
                <a:moveTo>
                  <a:pt x="356946" y="359600"/>
                </a:moveTo>
                <a:lnTo>
                  <a:pt x="133807" y="359600"/>
                </a:lnTo>
                <a:lnTo>
                  <a:pt x="133807" y="335597"/>
                </a:lnTo>
                <a:lnTo>
                  <a:pt x="345389" y="335597"/>
                </a:lnTo>
                <a:lnTo>
                  <a:pt x="345389" y="225806"/>
                </a:lnTo>
                <a:lnTo>
                  <a:pt x="75577" y="225806"/>
                </a:lnTo>
                <a:lnTo>
                  <a:pt x="75577" y="270700"/>
                </a:lnTo>
                <a:lnTo>
                  <a:pt x="287604" y="270700"/>
                </a:lnTo>
                <a:lnTo>
                  <a:pt x="287604" y="293370"/>
                </a:lnTo>
                <a:lnTo>
                  <a:pt x="76022" y="293370"/>
                </a:lnTo>
                <a:lnTo>
                  <a:pt x="76022" y="405384"/>
                </a:lnTo>
                <a:lnTo>
                  <a:pt x="356946" y="405384"/>
                </a:lnTo>
                <a:lnTo>
                  <a:pt x="356946" y="359600"/>
                </a:lnTo>
                <a:close/>
              </a:path>
              <a:path w="746760" h="410210">
                <a:moveTo>
                  <a:pt x="661428" y="9334"/>
                </a:moveTo>
                <a:lnTo>
                  <a:pt x="606755" y="9334"/>
                </a:lnTo>
                <a:lnTo>
                  <a:pt x="606755" y="108458"/>
                </a:lnTo>
                <a:lnTo>
                  <a:pt x="567194" y="108458"/>
                </a:lnTo>
                <a:lnTo>
                  <a:pt x="568680" y="94030"/>
                </a:lnTo>
                <a:lnTo>
                  <a:pt x="569798" y="79349"/>
                </a:lnTo>
                <a:lnTo>
                  <a:pt x="570509" y="64325"/>
                </a:lnTo>
                <a:lnTo>
                  <a:pt x="570750" y="48895"/>
                </a:lnTo>
                <a:lnTo>
                  <a:pt x="411619" y="48895"/>
                </a:lnTo>
                <a:lnTo>
                  <a:pt x="411619" y="95567"/>
                </a:lnTo>
                <a:lnTo>
                  <a:pt x="512521" y="95567"/>
                </a:lnTo>
                <a:lnTo>
                  <a:pt x="504482" y="141160"/>
                </a:lnTo>
                <a:lnTo>
                  <a:pt x="488899" y="182270"/>
                </a:lnTo>
                <a:lnTo>
                  <a:pt x="464934" y="219430"/>
                </a:lnTo>
                <a:lnTo>
                  <a:pt x="431736" y="253174"/>
                </a:lnTo>
                <a:lnTo>
                  <a:pt x="388505" y="284035"/>
                </a:lnTo>
                <a:lnTo>
                  <a:pt x="421843" y="324929"/>
                </a:lnTo>
                <a:lnTo>
                  <a:pt x="463550" y="296354"/>
                </a:lnTo>
                <a:lnTo>
                  <a:pt x="497344" y="265036"/>
                </a:lnTo>
                <a:lnTo>
                  <a:pt x="523836" y="231038"/>
                </a:lnTo>
                <a:lnTo>
                  <a:pt x="543648" y="194386"/>
                </a:lnTo>
                <a:lnTo>
                  <a:pt x="557415" y="155130"/>
                </a:lnTo>
                <a:lnTo>
                  <a:pt x="606755" y="155130"/>
                </a:lnTo>
                <a:lnTo>
                  <a:pt x="606755" y="210693"/>
                </a:lnTo>
                <a:lnTo>
                  <a:pt x="549859" y="210693"/>
                </a:lnTo>
                <a:lnTo>
                  <a:pt x="549859" y="257810"/>
                </a:lnTo>
                <a:lnTo>
                  <a:pt x="606755" y="257810"/>
                </a:lnTo>
                <a:lnTo>
                  <a:pt x="606755" y="392049"/>
                </a:lnTo>
                <a:lnTo>
                  <a:pt x="661428" y="392049"/>
                </a:lnTo>
                <a:lnTo>
                  <a:pt x="661428" y="155130"/>
                </a:lnTo>
                <a:lnTo>
                  <a:pt x="661428" y="108458"/>
                </a:lnTo>
                <a:lnTo>
                  <a:pt x="661428" y="9334"/>
                </a:lnTo>
                <a:close/>
              </a:path>
              <a:path w="746760" h="410210">
                <a:moveTo>
                  <a:pt x="746328" y="0"/>
                </a:moveTo>
                <a:lnTo>
                  <a:pt x="690765" y="0"/>
                </a:lnTo>
                <a:lnTo>
                  <a:pt x="690765" y="409829"/>
                </a:lnTo>
                <a:lnTo>
                  <a:pt x="746328" y="409829"/>
                </a:lnTo>
                <a:lnTo>
                  <a:pt x="746328" y="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3" name="object 13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58527" cy="1866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3184" y="3048432"/>
            <a:ext cx="9058112" cy="3361137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128744" y="2311915"/>
            <a:ext cx="255904" cy="304165"/>
          </a:xfrm>
          <a:custGeom>
            <a:avLst/>
            <a:gdLst/>
            <a:ahLst/>
            <a:cxnLst/>
            <a:rect l="l" t="t" r="r" b="b"/>
            <a:pathLst>
              <a:path w="255905" h="304164">
                <a:moveTo>
                  <a:pt x="255907" y="180621"/>
                </a:moveTo>
                <a:lnTo>
                  <a:pt x="212320" y="180621"/>
                </a:lnTo>
                <a:lnTo>
                  <a:pt x="212320" y="107316"/>
                </a:lnTo>
                <a:lnTo>
                  <a:pt x="167413" y="107316"/>
                </a:lnTo>
                <a:lnTo>
                  <a:pt x="167413" y="72314"/>
                </a:lnTo>
                <a:lnTo>
                  <a:pt x="212320" y="72314"/>
                </a:lnTo>
                <a:lnTo>
                  <a:pt x="212320" y="0"/>
                </a:lnTo>
                <a:lnTo>
                  <a:pt x="255907" y="0"/>
                </a:lnTo>
                <a:lnTo>
                  <a:pt x="255907" y="180621"/>
                </a:lnTo>
                <a:close/>
              </a:path>
              <a:path w="255905" h="304164">
                <a:moveTo>
                  <a:pt x="175337" y="51181"/>
                </a:moveTo>
                <a:lnTo>
                  <a:pt x="11887" y="51181"/>
                </a:lnTo>
                <a:lnTo>
                  <a:pt x="11887" y="16510"/>
                </a:lnTo>
                <a:lnTo>
                  <a:pt x="175337" y="16510"/>
                </a:lnTo>
                <a:lnTo>
                  <a:pt x="175337" y="51181"/>
                </a:lnTo>
                <a:close/>
              </a:path>
              <a:path w="255905" h="304164">
                <a:moveTo>
                  <a:pt x="22123" y="178309"/>
                </a:moveTo>
                <a:lnTo>
                  <a:pt x="0" y="143968"/>
                </a:lnTo>
                <a:lnTo>
                  <a:pt x="31720" y="127798"/>
                </a:lnTo>
                <a:lnTo>
                  <a:pt x="53905" y="105499"/>
                </a:lnTo>
                <a:lnTo>
                  <a:pt x="67051" y="79238"/>
                </a:lnTo>
                <a:lnTo>
                  <a:pt x="71654" y="51181"/>
                </a:lnTo>
                <a:lnTo>
                  <a:pt x="116231" y="51181"/>
                </a:lnTo>
                <a:lnTo>
                  <a:pt x="120647" y="77200"/>
                </a:lnTo>
                <a:lnTo>
                  <a:pt x="133236" y="101826"/>
                </a:lnTo>
                <a:lnTo>
                  <a:pt x="144091" y="112599"/>
                </a:lnTo>
                <a:lnTo>
                  <a:pt x="94768" y="112599"/>
                </a:lnTo>
                <a:lnTo>
                  <a:pt x="82674" y="133778"/>
                </a:lnTo>
                <a:lnTo>
                  <a:pt x="66618" y="152264"/>
                </a:lnTo>
                <a:lnTo>
                  <a:pt x="46476" y="167345"/>
                </a:lnTo>
                <a:lnTo>
                  <a:pt x="22123" y="178309"/>
                </a:lnTo>
                <a:close/>
              </a:path>
              <a:path w="255905" h="304164">
                <a:moveTo>
                  <a:pt x="163780" y="172366"/>
                </a:moveTo>
                <a:lnTo>
                  <a:pt x="140738" y="162238"/>
                </a:lnTo>
                <a:lnTo>
                  <a:pt x="121597" y="148550"/>
                </a:lnTo>
                <a:lnTo>
                  <a:pt x="106294" y="131828"/>
                </a:lnTo>
                <a:lnTo>
                  <a:pt x="94768" y="112599"/>
                </a:lnTo>
                <a:lnTo>
                  <a:pt x="144091" y="112599"/>
                </a:lnTo>
                <a:lnTo>
                  <a:pt x="154493" y="122923"/>
                </a:lnTo>
                <a:lnTo>
                  <a:pt x="184913" y="138355"/>
                </a:lnTo>
                <a:lnTo>
                  <a:pt x="163780" y="172366"/>
                </a:lnTo>
                <a:close/>
              </a:path>
              <a:path w="255905" h="304164">
                <a:moveTo>
                  <a:pt x="255907" y="304117"/>
                </a:moveTo>
                <a:lnTo>
                  <a:pt x="212320" y="304117"/>
                </a:lnTo>
                <a:lnTo>
                  <a:pt x="212320" y="228830"/>
                </a:lnTo>
                <a:lnTo>
                  <a:pt x="48539" y="228830"/>
                </a:lnTo>
                <a:lnTo>
                  <a:pt x="48539" y="194159"/>
                </a:lnTo>
                <a:lnTo>
                  <a:pt x="255907" y="194159"/>
                </a:lnTo>
                <a:lnTo>
                  <a:pt x="255907" y="304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34149" y="2316207"/>
            <a:ext cx="274955" cy="300355"/>
          </a:xfrm>
          <a:custGeom>
            <a:avLst/>
            <a:gdLst/>
            <a:ahLst/>
            <a:cxnLst/>
            <a:rect l="l" t="t" r="r" b="b"/>
            <a:pathLst>
              <a:path w="274955" h="300355">
                <a:moveTo>
                  <a:pt x="136704" y="299824"/>
                </a:moveTo>
                <a:lnTo>
                  <a:pt x="92523" y="296125"/>
                </a:lnTo>
                <a:lnTo>
                  <a:pt x="59395" y="285336"/>
                </a:lnTo>
                <a:lnTo>
                  <a:pt x="38587" y="267923"/>
                </a:lnTo>
                <a:lnTo>
                  <a:pt x="31369" y="244350"/>
                </a:lnTo>
                <a:lnTo>
                  <a:pt x="38587" y="220828"/>
                </a:lnTo>
                <a:lnTo>
                  <a:pt x="59395" y="203528"/>
                </a:lnTo>
                <a:lnTo>
                  <a:pt x="92523" y="192854"/>
                </a:lnTo>
                <a:lnTo>
                  <a:pt x="136704" y="189206"/>
                </a:lnTo>
                <a:lnTo>
                  <a:pt x="180935" y="192854"/>
                </a:lnTo>
                <a:lnTo>
                  <a:pt x="214178" y="203528"/>
                </a:lnTo>
                <a:lnTo>
                  <a:pt x="235099" y="220828"/>
                </a:lnTo>
                <a:lnTo>
                  <a:pt x="235531" y="222226"/>
                </a:lnTo>
                <a:lnTo>
                  <a:pt x="136704" y="222226"/>
                </a:lnTo>
                <a:lnTo>
                  <a:pt x="109973" y="223501"/>
                </a:lnTo>
                <a:lnTo>
                  <a:pt x="90764" y="227468"/>
                </a:lnTo>
                <a:lnTo>
                  <a:pt x="79171" y="234346"/>
                </a:lnTo>
                <a:lnTo>
                  <a:pt x="75286" y="244350"/>
                </a:lnTo>
                <a:lnTo>
                  <a:pt x="79171" y="254406"/>
                </a:lnTo>
                <a:lnTo>
                  <a:pt x="90764" y="261397"/>
                </a:lnTo>
                <a:lnTo>
                  <a:pt x="109973" y="265478"/>
                </a:lnTo>
                <a:lnTo>
                  <a:pt x="136704" y="266804"/>
                </a:lnTo>
                <a:lnTo>
                  <a:pt x="235444" y="266804"/>
                </a:lnTo>
                <a:lnTo>
                  <a:pt x="235099" y="267923"/>
                </a:lnTo>
                <a:lnTo>
                  <a:pt x="214178" y="285336"/>
                </a:lnTo>
                <a:lnTo>
                  <a:pt x="180935" y="296125"/>
                </a:lnTo>
                <a:lnTo>
                  <a:pt x="136704" y="299824"/>
                </a:lnTo>
                <a:close/>
              </a:path>
              <a:path w="274955" h="300355">
                <a:moveTo>
                  <a:pt x="235444" y="266804"/>
                </a:moveTo>
                <a:lnTo>
                  <a:pt x="136704" y="266804"/>
                </a:lnTo>
                <a:lnTo>
                  <a:pt x="163435" y="265478"/>
                </a:lnTo>
                <a:lnTo>
                  <a:pt x="182643" y="261397"/>
                </a:lnTo>
                <a:lnTo>
                  <a:pt x="194236" y="254406"/>
                </a:lnTo>
                <a:lnTo>
                  <a:pt x="198121" y="244350"/>
                </a:lnTo>
                <a:lnTo>
                  <a:pt x="194236" y="234346"/>
                </a:lnTo>
                <a:lnTo>
                  <a:pt x="182643" y="227468"/>
                </a:lnTo>
                <a:lnTo>
                  <a:pt x="163435" y="223501"/>
                </a:lnTo>
                <a:lnTo>
                  <a:pt x="136704" y="222226"/>
                </a:lnTo>
                <a:lnTo>
                  <a:pt x="235531" y="222226"/>
                </a:lnTo>
                <a:lnTo>
                  <a:pt x="242369" y="244350"/>
                </a:lnTo>
                <a:lnTo>
                  <a:pt x="235444" y="266804"/>
                </a:lnTo>
                <a:close/>
              </a:path>
              <a:path w="274955" h="300355">
                <a:moveTo>
                  <a:pt x="105334" y="139675"/>
                </a:moveTo>
                <a:lnTo>
                  <a:pt x="61747" y="139675"/>
                </a:lnTo>
                <a:lnTo>
                  <a:pt x="61747" y="103023"/>
                </a:lnTo>
                <a:lnTo>
                  <a:pt x="47188" y="94618"/>
                </a:lnTo>
                <a:lnTo>
                  <a:pt x="36404" y="84325"/>
                </a:lnTo>
                <a:lnTo>
                  <a:pt x="29813" y="72428"/>
                </a:lnTo>
                <a:lnTo>
                  <a:pt x="29707" y="72237"/>
                </a:lnTo>
                <a:lnTo>
                  <a:pt x="27406" y="58445"/>
                </a:lnTo>
                <a:lnTo>
                  <a:pt x="35161" y="33990"/>
                </a:lnTo>
                <a:lnTo>
                  <a:pt x="57248" y="15602"/>
                </a:lnTo>
                <a:lnTo>
                  <a:pt x="91904" y="4024"/>
                </a:lnTo>
                <a:lnTo>
                  <a:pt x="137364" y="0"/>
                </a:lnTo>
                <a:lnTo>
                  <a:pt x="183015" y="4024"/>
                </a:lnTo>
                <a:lnTo>
                  <a:pt x="217769" y="15602"/>
                </a:lnTo>
                <a:lnTo>
                  <a:pt x="238725" y="33020"/>
                </a:lnTo>
                <a:lnTo>
                  <a:pt x="137364" y="33020"/>
                </a:lnTo>
                <a:lnTo>
                  <a:pt x="109787" y="34578"/>
                </a:lnTo>
                <a:lnTo>
                  <a:pt x="89361" y="39294"/>
                </a:lnTo>
                <a:lnTo>
                  <a:pt x="76674" y="47229"/>
                </a:lnTo>
                <a:lnTo>
                  <a:pt x="72314" y="58445"/>
                </a:lnTo>
                <a:lnTo>
                  <a:pt x="76674" y="69332"/>
                </a:lnTo>
                <a:lnTo>
                  <a:pt x="89361" y="77184"/>
                </a:lnTo>
                <a:lnTo>
                  <a:pt x="109787" y="81941"/>
                </a:lnTo>
                <a:lnTo>
                  <a:pt x="137364" y="83541"/>
                </a:lnTo>
                <a:lnTo>
                  <a:pt x="239012" y="83541"/>
                </a:lnTo>
                <a:lnTo>
                  <a:pt x="238406" y="84614"/>
                </a:lnTo>
                <a:lnTo>
                  <a:pt x="227313" y="94943"/>
                </a:lnTo>
                <a:lnTo>
                  <a:pt x="212320" y="103353"/>
                </a:lnTo>
                <a:lnTo>
                  <a:pt x="212320" y="114250"/>
                </a:lnTo>
                <a:lnTo>
                  <a:pt x="105334" y="114250"/>
                </a:lnTo>
                <a:lnTo>
                  <a:pt x="105334" y="139675"/>
                </a:lnTo>
                <a:close/>
              </a:path>
              <a:path w="274955" h="300355">
                <a:moveTo>
                  <a:pt x="239012" y="83541"/>
                </a:moveTo>
                <a:lnTo>
                  <a:pt x="137364" y="83541"/>
                </a:lnTo>
                <a:lnTo>
                  <a:pt x="165132" y="81941"/>
                </a:lnTo>
                <a:lnTo>
                  <a:pt x="185656" y="77184"/>
                </a:lnTo>
                <a:lnTo>
                  <a:pt x="198379" y="69332"/>
                </a:lnTo>
                <a:lnTo>
                  <a:pt x="202744" y="58445"/>
                </a:lnTo>
                <a:lnTo>
                  <a:pt x="198379" y="47229"/>
                </a:lnTo>
                <a:lnTo>
                  <a:pt x="185656" y="39294"/>
                </a:lnTo>
                <a:lnTo>
                  <a:pt x="165132" y="34578"/>
                </a:lnTo>
                <a:lnTo>
                  <a:pt x="137364" y="33020"/>
                </a:lnTo>
                <a:lnTo>
                  <a:pt x="238725" y="33020"/>
                </a:lnTo>
                <a:lnTo>
                  <a:pt x="239892" y="33990"/>
                </a:lnTo>
                <a:lnTo>
                  <a:pt x="247652" y="58445"/>
                </a:lnTo>
                <a:lnTo>
                  <a:pt x="245321" y="72237"/>
                </a:lnTo>
                <a:lnTo>
                  <a:pt x="245289" y="72428"/>
                </a:lnTo>
                <a:lnTo>
                  <a:pt x="239012" y="83541"/>
                </a:lnTo>
                <a:close/>
              </a:path>
              <a:path w="274955" h="300355">
                <a:moveTo>
                  <a:pt x="145778" y="116107"/>
                </a:moveTo>
                <a:lnTo>
                  <a:pt x="128877" y="116107"/>
                </a:lnTo>
                <a:lnTo>
                  <a:pt x="120730" y="115736"/>
                </a:lnTo>
                <a:lnTo>
                  <a:pt x="112893" y="115117"/>
                </a:lnTo>
                <a:lnTo>
                  <a:pt x="105334" y="114250"/>
                </a:lnTo>
                <a:lnTo>
                  <a:pt x="212320" y="114250"/>
                </a:lnTo>
                <a:lnTo>
                  <a:pt x="212320" y="114580"/>
                </a:lnTo>
                <a:lnTo>
                  <a:pt x="168733" y="114580"/>
                </a:lnTo>
                <a:lnTo>
                  <a:pt x="161371" y="115256"/>
                </a:lnTo>
                <a:lnTo>
                  <a:pt x="154278" y="115736"/>
                </a:lnTo>
                <a:lnTo>
                  <a:pt x="154654" y="115736"/>
                </a:lnTo>
                <a:lnTo>
                  <a:pt x="145778" y="116107"/>
                </a:lnTo>
                <a:close/>
              </a:path>
              <a:path w="274955" h="300355">
                <a:moveTo>
                  <a:pt x="212320" y="139675"/>
                </a:moveTo>
                <a:lnTo>
                  <a:pt x="168733" y="139675"/>
                </a:lnTo>
                <a:lnTo>
                  <a:pt x="168733" y="114580"/>
                </a:lnTo>
                <a:lnTo>
                  <a:pt x="212320" y="114580"/>
                </a:lnTo>
                <a:lnTo>
                  <a:pt x="212320" y="139675"/>
                </a:lnTo>
                <a:close/>
              </a:path>
              <a:path w="274955" h="300355">
                <a:moveTo>
                  <a:pt x="274729" y="174017"/>
                </a:moveTo>
                <a:lnTo>
                  <a:pt x="0" y="174017"/>
                </a:lnTo>
                <a:lnTo>
                  <a:pt x="0" y="139675"/>
                </a:lnTo>
                <a:lnTo>
                  <a:pt x="274729" y="139675"/>
                </a:lnTo>
                <a:lnTo>
                  <a:pt x="274729" y="174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14931" y="2311259"/>
            <a:ext cx="858519" cy="305435"/>
          </a:xfrm>
          <a:custGeom>
            <a:avLst/>
            <a:gdLst/>
            <a:ahLst/>
            <a:cxnLst/>
            <a:rect l="l" t="t" r="r" b="b"/>
            <a:pathLst>
              <a:path w="858519" h="305435">
                <a:moveTo>
                  <a:pt x="161798" y="77927"/>
                </a:moveTo>
                <a:lnTo>
                  <a:pt x="155702" y="50292"/>
                </a:lnTo>
                <a:lnTo>
                  <a:pt x="150774" y="43916"/>
                </a:lnTo>
                <a:lnTo>
                  <a:pt x="138811" y="28435"/>
                </a:lnTo>
                <a:lnTo>
                  <a:pt x="119862" y="17830"/>
                </a:lnTo>
                <a:lnTo>
                  <a:pt x="119862" y="77927"/>
                </a:lnTo>
                <a:lnTo>
                  <a:pt x="116979" y="92354"/>
                </a:lnTo>
                <a:lnTo>
                  <a:pt x="108927" y="103149"/>
                </a:lnTo>
                <a:lnTo>
                  <a:pt x="96596" y="109918"/>
                </a:lnTo>
                <a:lnTo>
                  <a:pt x="80899" y="112268"/>
                </a:lnTo>
                <a:lnTo>
                  <a:pt x="65201" y="109918"/>
                </a:lnTo>
                <a:lnTo>
                  <a:pt x="52870" y="103149"/>
                </a:lnTo>
                <a:lnTo>
                  <a:pt x="44818" y="92354"/>
                </a:lnTo>
                <a:lnTo>
                  <a:pt x="41935" y="77927"/>
                </a:lnTo>
                <a:lnTo>
                  <a:pt x="44818" y="63703"/>
                </a:lnTo>
                <a:lnTo>
                  <a:pt x="52870" y="52997"/>
                </a:lnTo>
                <a:lnTo>
                  <a:pt x="65201" y="46266"/>
                </a:lnTo>
                <a:lnTo>
                  <a:pt x="80899" y="43916"/>
                </a:lnTo>
                <a:lnTo>
                  <a:pt x="96596" y="46266"/>
                </a:lnTo>
                <a:lnTo>
                  <a:pt x="108927" y="52997"/>
                </a:lnTo>
                <a:lnTo>
                  <a:pt x="116979" y="63703"/>
                </a:lnTo>
                <a:lnTo>
                  <a:pt x="119862" y="77927"/>
                </a:lnTo>
                <a:lnTo>
                  <a:pt x="119862" y="17830"/>
                </a:lnTo>
                <a:lnTo>
                  <a:pt x="113182" y="14084"/>
                </a:lnTo>
                <a:lnTo>
                  <a:pt x="80899" y="8915"/>
                </a:lnTo>
                <a:lnTo>
                  <a:pt x="48755" y="14084"/>
                </a:lnTo>
                <a:lnTo>
                  <a:pt x="23114" y="28435"/>
                </a:lnTo>
                <a:lnTo>
                  <a:pt x="6134" y="50292"/>
                </a:lnTo>
                <a:lnTo>
                  <a:pt x="0" y="77927"/>
                </a:lnTo>
                <a:lnTo>
                  <a:pt x="6134" y="105892"/>
                </a:lnTo>
                <a:lnTo>
                  <a:pt x="23114" y="127825"/>
                </a:lnTo>
                <a:lnTo>
                  <a:pt x="48755" y="142151"/>
                </a:lnTo>
                <a:lnTo>
                  <a:pt x="80899" y="147269"/>
                </a:lnTo>
                <a:lnTo>
                  <a:pt x="113182" y="142151"/>
                </a:lnTo>
                <a:lnTo>
                  <a:pt x="138811" y="127825"/>
                </a:lnTo>
                <a:lnTo>
                  <a:pt x="150799" y="112268"/>
                </a:lnTo>
                <a:lnTo>
                  <a:pt x="155702" y="105892"/>
                </a:lnTo>
                <a:lnTo>
                  <a:pt x="161798" y="77927"/>
                </a:lnTo>
                <a:close/>
              </a:path>
              <a:path w="858519" h="305435">
                <a:moveTo>
                  <a:pt x="245668" y="267131"/>
                </a:moveTo>
                <a:lnTo>
                  <a:pt x="79908" y="267131"/>
                </a:lnTo>
                <a:lnTo>
                  <a:pt x="79908" y="247319"/>
                </a:lnTo>
                <a:lnTo>
                  <a:pt x="237083" y="247319"/>
                </a:lnTo>
                <a:lnTo>
                  <a:pt x="237083" y="164109"/>
                </a:lnTo>
                <a:lnTo>
                  <a:pt x="36322" y="164109"/>
                </a:lnTo>
                <a:lnTo>
                  <a:pt x="36322" y="197789"/>
                </a:lnTo>
                <a:lnTo>
                  <a:pt x="194157" y="197789"/>
                </a:lnTo>
                <a:lnTo>
                  <a:pt x="194157" y="215950"/>
                </a:lnTo>
                <a:lnTo>
                  <a:pt x="36652" y="215950"/>
                </a:lnTo>
                <a:lnTo>
                  <a:pt x="36652" y="300812"/>
                </a:lnTo>
                <a:lnTo>
                  <a:pt x="245668" y="300812"/>
                </a:lnTo>
                <a:lnTo>
                  <a:pt x="245668" y="267131"/>
                </a:lnTo>
                <a:close/>
              </a:path>
              <a:path w="858519" h="305435">
                <a:moveTo>
                  <a:pt x="277037" y="58775"/>
                </a:moveTo>
                <a:lnTo>
                  <a:pt x="237083" y="58775"/>
                </a:lnTo>
                <a:lnTo>
                  <a:pt x="237083" y="330"/>
                </a:lnTo>
                <a:lnTo>
                  <a:pt x="193497" y="330"/>
                </a:lnTo>
                <a:lnTo>
                  <a:pt x="193497" y="152222"/>
                </a:lnTo>
                <a:lnTo>
                  <a:pt x="237083" y="152222"/>
                </a:lnTo>
                <a:lnTo>
                  <a:pt x="237083" y="94437"/>
                </a:lnTo>
                <a:lnTo>
                  <a:pt x="277037" y="94437"/>
                </a:lnTo>
                <a:lnTo>
                  <a:pt x="277037" y="58775"/>
                </a:lnTo>
                <a:close/>
              </a:path>
              <a:path w="858519" h="305435">
                <a:moveTo>
                  <a:pt x="550418" y="26416"/>
                </a:moveTo>
                <a:lnTo>
                  <a:pt x="329501" y="26416"/>
                </a:lnTo>
                <a:lnTo>
                  <a:pt x="329501" y="61087"/>
                </a:lnTo>
                <a:lnTo>
                  <a:pt x="506831" y="61087"/>
                </a:lnTo>
                <a:lnTo>
                  <a:pt x="506539" y="89014"/>
                </a:lnTo>
                <a:lnTo>
                  <a:pt x="505053" y="120319"/>
                </a:lnTo>
                <a:lnTo>
                  <a:pt x="501396" y="155765"/>
                </a:lnTo>
                <a:lnTo>
                  <a:pt x="501294" y="156375"/>
                </a:lnTo>
                <a:lnTo>
                  <a:pt x="494614" y="196138"/>
                </a:lnTo>
                <a:lnTo>
                  <a:pt x="538200" y="201091"/>
                </a:lnTo>
                <a:lnTo>
                  <a:pt x="545261" y="156375"/>
                </a:lnTo>
                <a:lnTo>
                  <a:pt x="545312" y="155765"/>
                </a:lnTo>
                <a:lnTo>
                  <a:pt x="548881" y="118249"/>
                </a:lnTo>
                <a:lnTo>
                  <a:pt x="550227" y="85140"/>
                </a:lnTo>
                <a:lnTo>
                  <a:pt x="550379" y="61087"/>
                </a:lnTo>
                <a:lnTo>
                  <a:pt x="550418" y="26416"/>
                </a:lnTo>
                <a:close/>
              </a:path>
              <a:path w="858519" h="305435">
                <a:moveTo>
                  <a:pt x="576834" y="232791"/>
                </a:moveTo>
                <a:lnTo>
                  <a:pt x="442429" y="232791"/>
                </a:lnTo>
                <a:lnTo>
                  <a:pt x="442429" y="128117"/>
                </a:lnTo>
                <a:lnTo>
                  <a:pt x="398843" y="128117"/>
                </a:lnTo>
                <a:lnTo>
                  <a:pt x="398843" y="232791"/>
                </a:lnTo>
                <a:lnTo>
                  <a:pt x="301764" y="232791"/>
                </a:lnTo>
                <a:lnTo>
                  <a:pt x="301764" y="267792"/>
                </a:lnTo>
                <a:lnTo>
                  <a:pt x="576834" y="267792"/>
                </a:lnTo>
                <a:lnTo>
                  <a:pt x="576834" y="232791"/>
                </a:lnTo>
                <a:close/>
              </a:path>
              <a:path w="858519" h="305435">
                <a:moveTo>
                  <a:pt x="798029" y="223875"/>
                </a:moveTo>
                <a:lnTo>
                  <a:pt x="794702" y="198450"/>
                </a:lnTo>
                <a:lnTo>
                  <a:pt x="794613" y="197789"/>
                </a:lnTo>
                <a:lnTo>
                  <a:pt x="793407" y="188544"/>
                </a:lnTo>
                <a:lnTo>
                  <a:pt x="761885" y="193116"/>
                </a:lnTo>
                <a:lnTo>
                  <a:pt x="730923" y="196100"/>
                </a:lnTo>
                <a:lnTo>
                  <a:pt x="699338" y="197789"/>
                </a:lnTo>
                <a:lnTo>
                  <a:pt x="665949" y="198450"/>
                </a:lnTo>
                <a:lnTo>
                  <a:pt x="665949" y="143637"/>
                </a:lnTo>
                <a:lnTo>
                  <a:pt x="764679" y="143637"/>
                </a:lnTo>
                <a:lnTo>
                  <a:pt x="764679" y="26085"/>
                </a:lnTo>
                <a:lnTo>
                  <a:pt x="621042" y="26085"/>
                </a:lnTo>
                <a:lnTo>
                  <a:pt x="621042" y="60756"/>
                </a:lnTo>
                <a:lnTo>
                  <a:pt x="720102" y="60756"/>
                </a:lnTo>
                <a:lnTo>
                  <a:pt x="720102" y="109296"/>
                </a:lnTo>
                <a:lnTo>
                  <a:pt x="621372" y="109296"/>
                </a:lnTo>
                <a:lnTo>
                  <a:pt x="621372" y="234442"/>
                </a:lnTo>
                <a:lnTo>
                  <a:pt x="648779" y="234442"/>
                </a:lnTo>
                <a:lnTo>
                  <a:pt x="688403" y="233997"/>
                </a:lnTo>
                <a:lnTo>
                  <a:pt x="725512" y="232384"/>
                </a:lnTo>
                <a:lnTo>
                  <a:pt x="761568" y="229146"/>
                </a:lnTo>
                <a:lnTo>
                  <a:pt x="798029" y="223875"/>
                </a:lnTo>
                <a:close/>
              </a:path>
              <a:path w="858519" h="305435">
                <a:moveTo>
                  <a:pt x="858126" y="0"/>
                </a:moveTo>
                <a:lnTo>
                  <a:pt x="814539" y="0"/>
                </a:lnTo>
                <a:lnTo>
                  <a:pt x="814539" y="305104"/>
                </a:lnTo>
                <a:lnTo>
                  <a:pt x="858126" y="305104"/>
                </a:lnTo>
                <a:lnTo>
                  <a:pt x="8581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723885" y="2323472"/>
            <a:ext cx="274955" cy="288925"/>
          </a:xfrm>
          <a:custGeom>
            <a:avLst/>
            <a:gdLst/>
            <a:ahLst/>
            <a:cxnLst/>
            <a:rect l="l" t="t" r="r" b="b"/>
            <a:pathLst>
              <a:path w="274955" h="288925">
                <a:moveTo>
                  <a:pt x="249963" y="34671"/>
                </a:moveTo>
                <a:lnTo>
                  <a:pt x="25095" y="34671"/>
                </a:lnTo>
                <a:lnTo>
                  <a:pt x="25095" y="0"/>
                </a:lnTo>
                <a:lnTo>
                  <a:pt x="249963" y="0"/>
                </a:lnTo>
                <a:lnTo>
                  <a:pt x="249963" y="34671"/>
                </a:lnTo>
                <a:close/>
              </a:path>
              <a:path w="274955" h="288925">
                <a:moveTo>
                  <a:pt x="26746" y="114910"/>
                </a:moveTo>
                <a:lnTo>
                  <a:pt x="11887" y="80899"/>
                </a:lnTo>
                <a:lnTo>
                  <a:pt x="49901" y="74512"/>
                </a:lnTo>
                <a:lnTo>
                  <a:pt x="78010" y="63729"/>
                </a:lnTo>
                <a:lnTo>
                  <a:pt x="96584" y="49974"/>
                </a:lnTo>
                <a:lnTo>
                  <a:pt x="105995" y="34671"/>
                </a:lnTo>
                <a:lnTo>
                  <a:pt x="168733" y="34671"/>
                </a:lnTo>
                <a:lnTo>
                  <a:pt x="178103" y="49974"/>
                </a:lnTo>
                <a:lnTo>
                  <a:pt x="190852" y="59436"/>
                </a:lnTo>
                <a:lnTo>
                  <a:pt x="137364" y="59436"/>
                </a:lnTo>
                <a:lnTo>
                  <a:pt x="121287" y="79620"/>
                </a:lnTo>
                <a:lnTo>
                  <a:pt x="97409" y="96089"/>
                </a:lnTo>
                <a:lnTo>
                  <a:pt x="65854" y="108100"/>
                </a:lnTo>
                <a:lnTo>
                  <a:pt x="26746" y="114910"/>
                </a:lnTo>
                <a:close/>
              </a:path>
              <a:path w="274955" h="288925">
                <a:moveTo>
                  <a:pt x="247982" y="114910"/>
                </a:moveTo>
                <a:lnTo>
                  <a:pt x="208827" y="108100"/>
                </a:lnTo>
                <a:lnTo>
                  <a:pt x="177195" y="96089"/>
                </a:lnTo>
                <a:lnTo>
                  <a:pt x="153301" y="79620"/>
                </a:lnTo>
                <a:lnTo>
                  <a:pt x="137364" y="59436"/>
                </a:lnTo>
                <a:lnTo>
                  <a:pt x="190852" y="59436"/>
                </a:lnTo>
                <a:lnTo>
                  <a:pt x="196635" y="63729"/>
                </a:lnTo>
                <a:lnTo>
                  <a:pt x="224827" y="74512"/>
                </a:lnTo>
                <a:lnTo>
                  <a:pt x="263171" y="80899"/>
                </a:lnTo>
                <a:lnTo>
                  <a:pt x="247982" y="114910"/>
                </a:lnTo>
                <a:close/>
              </a:path>
              <a:path w="274955" h="288925">
                <a:moveTo>
                  <a:pt x="242038" y="288597"/>
                </a:moveTo>
                <a:lnTo>
                  <a:pt x="32029" y="288597"/>
                </a:lnTo>
                <a:lnTo>
                  <a:pt x="32029" y="182932"/>
                </a:lnTo>
                <a:lnTo>
                  <a:pt x="242038" y="182932"/>
                </a:lnTo>
                <a:lnTo>
                  <a:pt x="242038" y="217273"/>
                </a:lnTo>
                <a:lnTo>
                  <a:pt x="74625" y="217273"/>
                </a:lnTo>
                <a:lnTo>
                  <a:pt x="74625" y="254586"/>
                </a:lnTo>
                <a:lnTo>
                  <a:pt x="242038" y="254586"/>
                </a:lnTo>
                <a:lnTo>
                  <a:pt x="242038" y="288597"/>
                </a:lnTo>
                <a:close/>
              </a:path>
              <a:path w="274955" h="288925">
                <a:moveTo>
                  <a:pt x="242038" y="254586"/>
                </a:moveTo>
                <a:lnTo>
                  <a:pt x="199112" y="254586"/>
                </a:lnTo>
                <a:lnTo>
                  <a:pt x="199112" y="217273"/>
                </a:lnTo>
                <a:lnTo>
                  <a:pt x="242038" y="217273"/>
                </a:lnTo>
                <a:lnTo>
                  <a:pt x="242038" y="254586"/>
                </a:lnTo>
                <a:close/>
              </a:path>
              <a:path w="274955" h="288925">
                <a:moveTo>
                  <a:pt x="274729" y="160478"/>
                </a:moveTo>
                <a:lnTo>
                  <a:pt x="0" y="160478"/>
                </a:lnTo>
                <a:lnTo>
                  <a:pt x="0" y="125807"/>
                </a:lnTo>
                <a:lnTo>
                  <a:pt x="274729" y="125807"/>
                </a:lnTo>
                <a:lnTo>
                  <a:pt x="274729" y="160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99911" y="2338331"/>
            <a:ext cx="166092" cy="248973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1130095" y="2946254"/>
            <a:ext cx="357505" cy="228600"/>
            <a:chOff x="1130095" y="2946254"/>
            <a:chExt cx="357505" cy="228600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0095" y="2946254"/>
              <a:ext cx="164989" cy="22808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8725" y="2950343"/>
              <a:ext cx="158563" cy="220197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9624" y="2950343"/>
            <a:ext cx="158563" cy="220197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6278" y="3491150"/>
            <a:ext cx="113080" cy="113080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1454048" y="3424208"/>
            <a:ext cx="460375" cy="239395"/>
            <a:chOff x="1454048" y="3424208"/>
            <a:chExt cx="460375" cy="239395"/>
          </a:xfrm>
        </p:grpSpPr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4048" y="3424208"/>
              <a:ext cx="194157" cy="23896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91944" y="3424475"/>
              <a:ext cx="222161" cy="238696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20204" y="3424208"/>
            <a:ext cx="197624" cy="23842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19965" y="3424475"/>
            <a:ext cx="205625" cy="238963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77064" y="3424475"/>
            <a:ext cx="191223" cy="233629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2885407" y="3424475"/>
            <a:ext cx="433705" cy="239395"/>
            <a:chOff x="2885407" y="3424475"/>
            <a:chExt cx="433705" cy="239395"/>
          </a:xfrm>
        </p:grpSpPr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85407" y="3424475"/>
              <a:ext cx="197891" cy="23362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24637" y="3424475"/>
              <a:ext cx="194157" cy="239229"/>
            </a:xfrm>
            <a:prstGeom prst="rect">
              <a:avLst/>
            </a:prstGeom>
          </p:spPr>
        </p:pic>
      </p:grpSp>
      <p:pic>
        <p:nvPicPr>
          <p:cNvPr id="36" name="object 36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68135" y="3424208"/>
            <a:ext cx="200291" cy="239229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3680440" y="3424208"/>
            <a:ext cx="463550" cy="239395"/>
            <a:chOff x="3680440" y="3424208"/>
            <a:chExt cx="463550" cy="239395"/>
          </a:xfrm>
        </p:grpSpPr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80440" y="3424208"/>
              <a:ext cx="220560" cy="23896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23404" y="3424475"/>
              <a:ext cx="220294" cy="233629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4239672" y="3424208"/>
            <a:ext cx="438784" cy="238760"/>
            <a:chOff x="4239672" y="3424208"/>
            <a:chExt cx="438784" cy="238760"/>
          </a:xfrm>
        </p:grpSpPr>
        <p:pic>
          <p:nvPicPr>
            <p:cNvPr id="41" name="object 4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39672" y="3424208"/>
              <a:ext cx="201091" cy="23389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83169" y="3424475"/>
              <a:ext cx="194957" cy="237896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32534" y="3424475"/>
            <a:ext cx="211226" cy="238963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5037372" y="3424475"/>
            <a:ext cx="454659" cy="236220"/>
            <a:chOff x="5037372" y="3424475"/>
            <a:chExt cx="454659" cy="236220"/>
          </a:xfrm>
        </p:grpSpPr>
        <p:sp>
          <p:nvSpPr>
            <p:cNvPr id="45" name="object 45" descr=""/>
            <p:cNvSpPr/>
            <p:nvPr/>
          </p:nvSpPr>
          <p:spPr>
            <a:xfrm>
              <a:off x="5037366" y="3444315"/>
              <a:ext cx="217170" cy="188595"/>
            </a:xfrm>
            <a:custGeom>
              <a:avLst/>
              <a:gdLst/>
              <a:ahLst/>
              <a:cxnLst/>
              <a:rect l="l" t="t" r="r" b="b"/>
              <a:pathLst>
                <a:path w="217170" h="188595">
                  <a:moveTo>
                    <a:pt x="190423" y="0"/>
                  </a:moveTo>
                  <a:lnTo>
                    <a:pt x="25603" y="0"/>
                  </a:lnTo>
                  <a:lnTo>
                    <a:pt x="25603" y="17780"/>
                  </a:lnTo>
                  <a:lnTo>
                    <a:pt x="25603" y="95250"/>
                  </a:lnTo>
                  <a:lnTo>
                    <a:pt x="25603" y="111760"/>
                  </a:lnTo>
                  <a:lnTo>
                    <a:pt x="190423" y="111760"/>
                  </a:lnTo>
                  <a:lnTo>
                    <a:pt x="190423" y="95250"/>
                  </a:lnTo>
                  <a:lnTo>
                    <a:pt x="46672" y="95250"/>
                  </a:lnTo>
                  <a:lnTo>
                    <a:pt x="46672" y="17780"/>
                  </a:lnTo>
                  <a:lnTo>
                    <a:pt x="169087" y="17780"/>
                  </a:lnTo>
                  <a:lnTo>
                    <a:pt x="169087" y="94843"/>
                  </a:lnTo>
                  <a:lnTo>
                    <a:pt x="190423" y="94843"/>
                  </a:lnTo>
                  <a:lnTo>
                    <a:pt x="190423" y="17780"/>
                  </a:lnTo>
                  <a:lnTo>
                    <a:pt x="190423" y="17233"/>
                  </a:lnTo>
                  <a:lnTo>
                    <a:pt x="190423" y="0"/>
                  </a:lnTo>
                  <a:close/>
                </a:path>
                <a:path w="217170" h="188595">
                  <a:moveTo>
                    <a:pt x="216827" y="170319"/>
                  </a:moveTo>
                  <a:lnTo>
                    <a:pt x="119214" y="170319"/>
                  </a:lnTo>
                  <a:lnTo>
                    <a:pt x="119214" y="112179"/>
                  </a:lnTo>
                  <a:lnTo>
                    <a:pt x="97078" y="112179"/>
                  </a:lnTo>
                  <a:lnTo>
                    <a:pt x="97078" y="170319"/>
                  </a:lnTo>
                  <a:lnTo>
                    <a:pt x="0" y="170319"/>
                  </a:lnTo>
                  <a:lnTo>
                    <a:pt x="0" y="188455"/>
                  </a:lnTo>
                  <a:lnTo>
                    <a:pt x="216827" y="188455"/>
                  </a:lnTo>
                  <a:lnTo>
                    <a:pt x="216827" y="170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91537" y="3424475"/>
              <a:ext cx="200025" cy="235762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1128927" y="4355004"/>
            <a:ext cx="227965" cy="262255"/>
            <a:chOff x="1128927" y="4355004"/>
            <a:chExt cx="227965" cy="262255"/>
          </a:xfrm>
        </p:grpSpPr>
        <p:sp>
          <p:nvSpPr>
            <p:cNvPr id="48" name="object 48" descr=""/>
            <p:cNvSpPr/>
            <p:nvPr/>
          </p:nvSpPr>
          <p:spPr>
            <a:xfrm>
              <a:off x="1131969" y="4358047"/>
              <a:ext cx="222250" cy="255904"/>
            </a:xfrm>
            <a:custGeom>
              <a:avLst/>
              <a:gdLst/>
              <a:ahLst/>
              <a:cxnLst/>
              <a:rect l="l" t="t" r="r" b="b"/>
              <a:pathLst>
                <a:path w="222250" h="255904">
                  <a:moveTo>
                    <a:pt x="215572" y="195709"/>
                  </a:moveTo>
                  <a:lnTo>
                    <a:pt x="191327" y="195709"/>
                  </a:lnTo>
                  <a:lnTo>
                    <a:pt x="191327" y="81204"/>
                  </a:lnTo>
                  <a:lnTo>
                    <a:pt x="134075" y="81204"/>
                  </a:lnTo>
                  <a:lnTo>
                    <a:pt x="134075" y="61341"/>
                  </a:lnTo>
                  <a:lnTo>
                    <a:pt x="191327" y="61341"/>
                  </a:lnTo>
                  <a:lnTo>
                    <a:pt x="191327" y="0"/>
                  </a:lnTo>
                  <a:lnTo>
                    <a:pt x="215572" y="0"/>
                  </a:lnTo>
                  <a:lnTo>
                    <a:pt x="215572" y="195709"/>
                  </a:lnTo>
                  <a:close/>
                </a:path>
                <a:path w="222250" h="255904">
                  <a:moveTo>
                    <a:pt x="12560" y="158319"/>
                  </a:moveTo>
                  <a:lnTo>
                    <a:pt x="0" y="139333"/>
                  </a:lnTo>
                  <a:lnTo>
                    <a:pt x="26736" y="124636"/>
                  </a:lnTo>
                  <a:lnTo>
                    <a:pt x="47393" y="103258"/>
                  </a:lnTo>
                  <a:lnTo>
                    <a:pt x="60711" y="77060"/>
                  </a:lnTo>
                  <a:lnTo>
                    <a:pt x="65431" y="47904"/>
                  </a:lnTo>
                  <a:lnTo>
                    <a:pt x="65431" y="15481"/>
                  </a:lnTo>
                  <a:lnTo>
                    <a:pt x="89383" y="15481"/>
                  </a:lnTo>
                  <a:lnTo>
                    <a:pt x="89383" y="48781"/>
                  </a:lnTo>
                  <a:lnTo>
                    <a:pt x="93988" y="75494"/>
                  </a:lnTo>
                  <a:lnTo>
                    <a:pt x="101731" y="89967"/>
                  </a:lnTo>
                  <a:lnTo>
                    <a:pt x="77699" y="89967"/>
                  </a:lnTo>
                  <a:lnTo>
                    <a:pt x="67151" y="112108"/>
                  </a:lnTo>
                  <a:lnTo>
                    <a:pt x="52469" y="131263"/>
                  </a:lnTo>
                  <a:lnTo>
                    <a:pt x="34116" y="146859"/>
                  </a:lnTo>
                  <a:lnTo>
                    <a:pt x="12560" y="158319"/>
                  </a:lnTo>
                  <a:close/>
                </a:path>
                <a:path w="222250" h="255904">
                  <a:moveTo>
                    <a:pt x="140209" y="152185"/>
                  </a:moveTo>
                  <a:lnTo>
                    <a:pt x="119803" y="141642"/>
                  </a:lnTo>
                  <a:lnTo>
                    <a:pt x="102272" y="127430"/>
                  </a:lnTo>
                  <a:lnTo>
                    <a:pt x="88082" y="110040"/>
                  </a:lnTo>
                  <a:lnTo>
                    <a:pt x="77699" y="89967"/>
                  </a:lnTo>
                  <a:lnTo>
                    <a:pt x="101731" y="89967"/>
                  </a:lnTo>
                  <a:lnTo>
                    <a:pt x="106946" y="99716"/>
                  </a:lnTo>
                  <a:lnTo>
                    <a:pt x="126969" y="119721"/>
                  </a:lnTo>
                  <a:lnTo>
                    <a:pt x="152769" y="133783"/>
                  </a:lnTo>
                  <a:lnTo>
                    <a:pt x="140209" y="152185"/>
                  </a:lnTo>
                  <a:close/>
                </a:path>
                <a:path w="222250" h="255904">
                  <a:moveTo>
                    <a:pt x="221706" y="255882"/>
                  </a:moveTo>
                  <a:lnTo>
                    <a:pt x="47028" y="255882"/>
                  </a:lnTo>
                  <a:lnTo>
                    <a:pt x="47028" y="174093"/>
                  </a:lnTo>
                  <a:lnTo>
                    <a:pt x="70981" y="174093"/>
                  </a:lnTo>
                  <a:lnTo>
                    <a:pt x="70981" y="236311"/>
                  </a:lnTo>
                  <a:lnTo>
                    <a:pt x="221706" y="236311"/>
                  </a:lnTo>
                  <a:lnTo>
                    <a:pt x="221706" y="255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28927" y="4355004"/>
              <a:ext cx="227791" cy="261967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1398246" y="4355004"/>
            <a:ext cx="222250" cy="267970"/>
            <a:chOff x="1398246" y="4355004"/>
            <a:chExt cx="222250" cy="267970"/>
          </a:xfrm>
        </p:grpSpPr>
        <p:sp>
          <p:nvSpPr>
            <p:cNvPr id="51" name="object 51" descr=""/>
            <p:cNvSpPr/>
            <p:nvPr/>
          </p:nvSpPr>
          <p:spPr>
            <a:xfrm>
              <a:off x="1401289" y="4358047"/>
              <a:ext cx="215900" cy="262255"/>
            </a:xfrm>
            <a:custGeom>
              <a:avLst/>
              <a:gdLst/>
              <a:ahLst/>
              <a:cxnLst/>
              <a:rect l="l" t="t" r="r" b="b"/>
              <a:pathLst>
                <a:path w="215900" h="262254">
                  <a:moveTo>
                    <a:pt x="214987" y="155983"/>
                  </a:moveTo>
                  <a:lnTo>
                    <a:pt x="190743" y="155983"/>
                  </a:lnTo>
                  <a:lnTo>
                    <a:pt x="190743" y="87338"/>
                  </a:lnTo>
                  <a:lnTo>
                    <a:pt x="139041" y="87338"/>
                  </a:lnTo>
                  <a:lnTo>
                    <a:pt x="139041" y="67767"/>
                  </a:lnTo>
                  <a:lnTo>
                    <a:pt x="190743" y="67767"/>
                  </a:lnTo>
                  <a:lnTo>
                    <a:pt x="190743" y="0"/>
                  </a:lnTo>
                  <a:lnTo>
                    <a:pt x="214987" y="0"/>
                  </a:lnTo>
                  <a:lnTo>
                    <a:pt x="214987" y="155983"/>
                  </a:lnTo>
                  <a:close/>
                </a:path>
                <a:path w="215900" h="262254">
                  <a:moveTo>
                    <a:pt x="147512" y="38265"/>
                  </a:moveTo>
                  <a:lnTo>
                    <a:pt x="7594" y="38265"/>
                  </a:lnTo>
                  <a:lnTo>
                    <a:pt x="7594" y="18986"/>
                  </a:lnTo>
                  <a:lnTo>
                    <a:pt x="147512" y="18986"/>
                  </a:lnTo>
                  <a:lnTo>
                    <a:pt x="147512" y="38265"/>
                  </a:lnTo>
                  <a:close/>
                </a:path>
                <a:path w="215900" h="262254">
                  <a:moveTo>
                    <a:pt x="12560" y="153646"/>
                  </a:moveTo>
                  <a:lnTo>
                    <a:pt x="0" y="134659"/>
                  </a:lnTo>
                  <a:lnTo>
                    <a:pt x="26827" y="120273"/>
                  </a:lnTo>
                  <a:lnTo>
                    <a:pt x="47685" y="99753"/>
                  </a:lnTo>
                  <a:lnTo>
                    <a:pt x="61204" y="74851"/>
                  </a:lnTo>
                  <a:lnTo>
                    <a:pt x="66015" y="47320"/>
                  </a:lnTo>
                  <a:lnTo>
                    <a:pt x="66015" y="38265"/>
                  </a:lnTo>
                  <a:lnTo>
                    <a:pt x="89967" y="38265"/>
                  </a:lnTo>
                  <a:lnTo>
                    <a:pt x="89967" y="47320"/>
                  </a:lnTo>
                  <a:lnTo>
                    <a:pt x="94577" y="72108"/>
                  </a:lnTo>
                  <a:lnTo>
                    <a:pt x="103092" y="87046"/>
                  </a:lnTo>
                  <a:lnTo>
                    <a:pt x="78575" y="87046"/>
                  </a:lnTo>
                  <a:lnTo>
                    <a:pt x="67891" y="108625"/>
                  </a:lnTo>
                  <a:lnTo>
                    <a:pt x="52907" y="127356"/>
                  </a:lnTo>
                  <a:lnTo>
                    <a:pt x="34253" y="142582"/>
                  </a:lnTo>
                  <a:lnTo>
                    <a:pt x="12560" y="153646"/>
                  </a:lnTo>
                  <a:close/>
                </a:path>
                <a:path w="215900" h="262254">
                  <a:moveTo>
                    <a:pt x="141670" y="146051"/>
                  </a:moveTo>
                  <a:lnTo>
                    <a:pt x="121090" y="136174"/>
                  </a:lnTo>
                  <a:lnTo>
                    <a:pt x="103441" y="122683"/>
                  </a:lnTo>
                  <a:lnTo>
                    <a:pt x="89132" y="106124"/>
                  </a:lnTo>
                  <a:lnTo>
                    <a:pt x="78575" y="87046"/>
                  </a:lnTo>
                  <a:lnTo>
                    <a:pt x="103092" y="87046"/>
                  </a:lnTo>
                  <a:lnTo>
                    <a:pt x="107566" y="94897"/>
                  </a:lnTo>
                  <a:lnTo>
                    <a:pt x="127676" y="113906"/>
                  </a:lnTo>
                  <a:lnTo>
                    <a:pt x="153646" y="127356"/>
                  </a:lnTo>
                  <a:lnTo>
                    <a:pt x="141670" y="146051"/>
                  </a:lnTo>
                  <a:close/>
                </a:path>
                <a:path w="215900" h="262254">
                  <a:moveTo>
                    <a:pt x="128525" y="261724"/>
                  </a:moveTo>
                  <a:lnTo>
                    <a:pt x="92204" y="258456"/>
                  </a:lnTo>
                  <a:lnTo>
                    <a:pt x="64700" y="248944"/>
                  </a:lnTo>
                  <a:lnTo>
                    <a:pt x="47275" y="233627"/>
                  </a:lnTo>
                  <a:lnTo>
                    <a:pt x="41186" y="212943"/>
                  </a:lnTo>
                  <a:lnTo>
                    <a:pt x="47275" y="192258"/>
                  </a:lnTo>
                  <a:lnTo>
                    <a:pt x="64700" y="176941"/>
                  </a:lnTo>
                  <a:lnTo>
                    <a:pt x="92204" y="167429"/>
                  </a:lnTo>
                  <a:lnTo>
                    <a:pt x="128525" y="164161"/>
                  </a:lnTo>
                  <a:lnTo>
                    <a:pt x="164800" y="167429"/>
                  </a:lnTo>
                  <a:lnTo>
                    <a:pt x="192203" y="176941"/>
                  </a:lnTo>
                  <a:lnTo>
                    <a:pt x="198564" y="182564"/>
                  </a:lnTo>
                  <a:lnTo>
                    <a:pt x="128525" y="182564"/>
                  </a:lnTo>
                  <a:lnTo>
                    <a:pt x="101985" y="184641"/>
                  </a:lnTo>
                  <a:lnTo>
                    <a:pt x="82044" y="190633"/>
                  </a:lnTo>
                  <a:lnTo>
                    <a:pt x="69497" y="200186"/>
                  </a:lnTo>
                  <a:lnTo>
                    <a:pt x="65139" y="212943"/>
                  </a:lnTo>
                  <a:lnTo>
                    <a:pt x="69497" y="225654"/>
                  </a:lnTo>
                  <a:lnTo>
                    <a:pt x="82044" y="235106"/>
                  </a:lnTo>
                  <a:lnTo>
                    <a:pt x="101985" y="240998"/>
                  </a:lnTo>
                  <a:lnTo>
                    <a:pt x="128525" y="243029"/>
                  </a:lnTo>
                  <a:lnTo>
                    <a:pt x="198894" y="243029"/>
                  </a:lnTo>
                  <a:lnTo>
                    <a:pt x="192203" y="248944"/>
                  </a:lnTo>
                  <a:lnTo>
                    <a:pt x="164800" y="258456"/>
                  </a:lnTo>
                  <a:lnTo>
                    <a:pt x="128525" y="261724"/>
                  </a:lnTo>
                  <a:close/>
                </a:path>
                <a:path w="215900" h="262254">
                  <a:moveTo>
                    <a:pt x="198894" y="243029"/>
                  </a:moveTo>
                  <a:lnTo>
                    <a:pt x="128525" y="243029"/>
                  </a:lnTo>
                  <a:lnTo>
                    <a:pt x="155065" y="240998"/>
                  </a:lnTo>
                  <a:lnTo>
                    <a:pt x="175006" y="235106"/>
                  </a:lnTo>
                  <a:lnTo>
                    <a:pt x="187553" y="225654"/>
                  </a:lnTo>
                  <a:lnTo>
                    <a:pt x="191911" y="212943"/>
                  </a:lnTo>
                  <a:lnTo>
                    <a:pt x="187553" y="200186"/>
                  </a:lnTo>
                  <a:lnTo>
                    <a:pt x="175006" y="190633"/>
                  </a:lnTo>
                  <a:lnTo>
                    <a:pt x="155065" y="184641"/>
                  </a:lnTo>
                  <a:lnTo>
                    <a:pt x="128525" y="182564"/>
                  </a:lnTo>
                  <a:lnTo>
                    <a:pt x="198564" y="182564"/>
                  </a:lnTo>
                  <a:lnTo>
                    <a:pt x="209529" y="192258"/>
                  </a:lnTo>
                  <a:lnTo>
                    <a:pt x="215572" y="212943"/>
                  </a:lnTo>
                  <a:lnTo>
                    <a:pt x="209529" y="233627"/>
                  </a:lnTo>
                  <a:lnTo>
                    <a:pt x="198894" y="243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8246" y="4355004"/>
              <a:ext cx="221657" cy="267809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1757247" y="4354712"/>
            <a:ext cx="211454" cy="269240"/>
            <a:chOff x="1757247" y="4354712"/>
            <a:chExt cx="211454" cy="269240"/>
          </a:xfrm>
        </p:grpSpPr>
        <p:sp>
          <p:nvSpPr>
            <p:cNvPr id="54" name="object 54" descr=""/>
            <p:cNvSpPr/>
            <p:nvPr/>
          </p:nvSpPr>
          <p:spPr>
            <a:xfrm>
              <a:off x="1760289" y="4357755"/>
              <a:ext cx="205104" cy="262890"/>
            </a:xfrm>
            <a:custGeom>
              <a:avLst/>
              <a:gdLst/>
              <a:ahLst/>
              <a:cxnLst/>
              <a:rect l="l" t="t" r="r" b="b"/>
              <a:pathLst>
                <a:path w="205105" h="262889">
                  <a:moveTo>
                    <a:pt x="204764" y="262600"/>
                  </a:moveTo>
                  <a:lnTo>
                    <a:pt x="180811" y="262600"/>
                  </a:lnTo>
                  <a:lnTo>
                    <a:pt x="180811" y="0"/>
                  </a:lnTo>
                  <a:lnTo>
                    <a:pt x="204764" y="0"/>
                  </a:lnTo>
                  <a:lnTo>
                    <a:pt x="204764" y="262600"/>
                  </a:lnTo>
                  <a:close/>
                </a:path>
                <a:path w="205105" h="262889">
                  <a:moveTo>
                    <a:pt x="66599" y="203011"/>
                  </a:moveTo>
                  <a:lnTo>
                    <a:pt x="39803" y="196571"/>
                  </a:lnTo>
                  <a:lnTo>
                    <a:pt x="18731" y="178219"/>
                  </a:lnTo>
                  <a:lnTo>
                    <a:pt x="4942" y="149406"/>
                  </a:lnTo>
                  <a:lnTo>
                    <a:pt x="0" y="111583"/>
                  </a:lnTo>
                  <a:lnTo>
                    <a:pt x="4942" y="73760"/>
                  </a:lnTo>
                  <a:lnTo>
                    <a:pt x="18731" y="44947"/>
                  </a:lnTo>
                  <a:lnTo>
                    <a:pt x="39803" y="26595"/>
                  </a:lnTo>
                  <a:lnTo>
                    <a:pt x="66599" y="20155"/>
                  </a:lnTo>
                  <a:lnTo>
                    <a:pt x="93395" y="26595"/>
                  </a:lnTo>
                  <a:lnTo>
                    <a:pt x="110820" y="41770"/>
                  </a:lnTo>
                  <a:lnTo>
                    <a:pt x="66599" y="41770"/>
                  </a:lnTo>
                  <a:lnTo>
                    <a:pt x="48909" y="46722"/>
                  </a:lnTo>
                  <a:lnTo>
                    <a:pt x="35052" y="60793"/>
                  </a:lnTo>
                  <a:lnTo>
                    <a:pt x="26015" y="82806"/>
                  </a:lnTo>
                  <a:lnTo>
                    <a:pt x="22784" y="111583"/>
                  </a:lnTo>
                  <a:lnTo>
                    <a:pt x="26015" y="140529"/>
                  </a:lnTo>
                  <a:lnTo>
                    <a:pt x="35052" y="162628"/>
                  </a:lnTo>
                  <a:lnTo>
                    <a:pt x="48909" y="176731"/>
                  </a:lnTo>
                  <a:lnTo>
                    <a:pt x="66599" y="181688"/>
                  </a:lnTo>
                  <a:lnTo>
                    <a:pt x="110485" y="181688"/>
                  </a:lnTo>
                  <a:lnTo>
                    <a:pt x="93395" y="196571"/>
                  </a:lnTo>
                  <a:lnTo>
                    <a:pt x="66599" y="203011"/>
                  </a:lnTo>
                  <a:close/>
                </a:path>
                <a:path w="205105" h="262889">
                  <a:moveTo>
                    <a:pt x="110485" y="181688"/>
                  </a:moveTo>
                  <a:lnTo>
                    <a:pt x="66599" y="181688"/>
                  </a:lnTo>
                  <a:lnTo>
                    <a:pt x="84121" y="176731"/>
                  </a:lnTo>
                  <a:lnTo>
                    <a:pt x="97891" y="162628"/>
                  </a:lnTo>
                  <a:lnTo>
                    <a:pt x="106896" y="140529"/>
                  </a:lnTo>
                  <a:lnTo>
                    <a:pt x="110122" y="111583"/>
                  </a:lnTo>
                  <a:lnTo>
                    <a:pt x="106896" y="82806"/>
                  </a:lnTo>
                  <a:lnTo>
                    <a:pt x="97891" y="60793"/>
                  </a:lnTo>
                  <a:lnTo>
                    <a:pt x="84121" y="46722"/>
                  </a:lnTo>
                  <a:lnTo>
                    <a:pt x="66599" y="41770"/>
                  </a:lnTo>
                  <a:lnTo>
                    <a:pt x="110820" y="41770"/>
                  </a:lnTo>
                  <a:lnTo>
                    <a:pt x="114467" y="44947"/>
                  </a:lnTo>
                  <a:lnTo>
                    <a:pt x="128256" y="73760"/>
                  </a:lnTo>
                  <a:lnTo>
                    <a:pt x="133199" y="111583"/>
                  </a:lnTo>
                  <a:lnTo>
                    <a:pt x="128256" y="149406"/>
                  </a:lnTo>
                  <a:lnTo>
                    <a:pt x="114467" y="178219"/>
                  </a:lnTo>
                  <a:lnTo>
                    <a:pt x="110485" y="181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941101" y="4357755"/>
              <a:ext cx="24130" cy="262890"/>
            </a:xfrm>
            <a:custGeom>
              <a:avLst/>
              <a:gdLst/>
              <a:ahLst/>
              <a:cxnLst/>
              <a:rect l="l" t="t" r="r" b="b"/>
              <a:pathLst>
                <a:path w="24130" h="262889">
                  <a:moveTo>
                    <a:pt x="0" y="0"/>
                  </a:moveTo>
                  <a:lnTo>
                    <a:pt x="0" y="262600"/>
                  </a:lnTo>
                  <a:lnTo>
                    <a:pt x="23952" y="262600"/>
                  </a:lnTo>
                  <a:lnTo>
                    <a:pt x="23952" y="0"/>
                  </a:lnTo>
                  <a:lnTo>
                    <a:pt x="0" y="0"/>
                  </a:lnTo>
                  <a:close/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57247" y="4374867"/>
              <a:ext cx="139284" cy="188942"/>
            </a:xfrm>
            <a:prstGeom prst="rect">
              <a:avLst/>
            </a:prstGeom>
          </p:spPr>
        </p:pic>
      </p:grpSp>
      <p:pic>
        <p:nvPicPr>
          <p:cNvPr id="57" name="object 5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016342" y="4365228"/>
            <a:ext cx="243273" cy="257586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66421" y="4851382"/>
            <a:ext cx="113080" cy="113080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96087" y="4808443"/>
            <a:ext cx="216293" cy="181622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53657" y="4784707"/>
            <a:ext cx="194957" cy="237896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1941185" y="4784440"/>
            <a:ext cx="440690" cy="240029"/>
            <a:chOff x="1941185" y="4784440"/>
            <a:chExt cx="440690" cy="240029"/>
          </a:xfrm>
        </p:grpSpPr>
        <p:pic>
          <p:nvPicPr>
            <p:cNvPr id="62" name="object 6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88149" y="4784440"/>
              <a:ext cx="193357" cy="239763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41185" y="4789774"/>
              <a:ext cx="216293" cy="230695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2506808" y="4784707"/>
            <a:ext cx="468630" cy="239395"/>
            <a:chOff x="2506808" y="4784707"/>
            <a:chExt cx="468630" cy="239395"/>
          </a:xfrm>
        </p:grpSpPr>
        <p:pic>
          <p:nvPicPr>
            <p:cNvPr id="65" name="object 6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06808" y="4799376"/>
              <a:ext cx="216293" cy="22429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48955" y="4784707"/>
              <a:ext cx="226444" cy="238963"/>
            </a:xfrm>
            <a:prstGeom prst="rect">
              <a:avLst/>
            </a:prstGeom>
          </p:spPr>
        </p:pic>
      </p:grpSp>
      <p:pic>
        <p:nvPicPr>
          <p:cNvPr id="67" name="object 6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14813" y="4784707"/>
            <a:ext cx="205625" cy="238963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997536" y="4792975"/>
            <a:ext cx="216293" cy="230962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74579" y="4784707"/>
            <a:ext cx="191223" cy="233629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128030" y="4788174"/>
            <a:ext cx="216827" cy="208026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807675" y="4788441"/>
            <a:ext cx="216560" cy="232562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4370987" y="4784440"/>
            <a:ext cx="445134" cy="240029"/>
            <a:chOff x="4370987" y="4784440"/>
            <a:chExt cx="445134" cy="240029"/>
          </a:xfrm>
        </p:grpSpPr>
        <p:pic>
          <p:nvPicPr>
            <p:cNvPr id="73" name="object 7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370987" y="4784440"/>
              <a:ext cx="224034" cy="239229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619558" y="4784440"/>
              <a:ext cx="196024" cy="239496"/>
            </a:xfrm>
            <a:prstGeom prst="rect">
              <a:avLst/>
            </a:prstGeom>
          </p:spPr>
        </p:pic>
      </p:grpSp>
      <p:pic>
        <p:nvPicPr>
          <p:cNvPr id="75" name="object 75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863855" y="4799376"/>
            <a:ext cx="217360" cy="192557"/>
          </a:xfrm>
          <a:prstGeom prst="rect">
            <a:avLst/>
          </a:prstGeom>
        </p:spPr>
      </p:pic>
      <p:sp>
        <p:nvSpPr>
          <p:cNvPr id="76" name="object 76" descr=""/>
          <p:cNvSpPr/>
          <p:nvPr/>
        </p:nvSpPr>
        <p:spPr>
          <a:xfrm>
            <a:off x="5109210" y="4802009"/>
            <a:ext cx="217804" cy="191770"/>
          </a:xfrm>
          <a:custGeom>
            <a:avLst/>
            <a:gdLst/>
            <a:ahLst/>
            <a:cxnLst/>
            <a:rect l="l" t="t" r="r" b="b"/>
            <a:pathLst>
              <a:path w="217804" h="191770">
                <a:moveTo>
                  <a:pt x="217360" y="173990"/>
                </a:moveTo>
                <a:lnTo>
                  <a:pt x="119481" y="173990"/>
                </a:lnTo>
                <a:lnTo>
                  <a:pt x="119481" y="129540"/>
                </a:lnTo>
                <a:lnTo>
                  <a:pt x="196024" y="129540"/>
                </a:lnTo>
                <a:lnTo>
                  <a:pt x="196024" y="111760"/>
                </a:lnTo>
                <a:lnTo>
                  <a:pt x="48806" y="111760"/>
                </a:lnTo>
                <a:lnTo>
                  <a:pt x="48806" y="72390"/>
                </a:lnTo>
                <a:lnTo>
                  <a:pt x="190423" y="72390"/>
                </a:lnTo>
                <a:lnTo>
                  <a:pt x="190423" y="54610"/>
                </a:lnTo>
                <a:lnTo>
                  <a:pt x="190423" y="17780"/>
                </a:lnTo>
                <a:lnTo>
                  <a:pt x="190423" y="0"/>
                </a:lnTo>
                <a:lnTo>
                  <a:pt x="26670" y="0"/>
                </a:lnTo>
                <a:lnTo>
                  <a:pt x="26670" y="17780"/>
                </a:lnTo>
                <a:lnTo>
                  <a:pt x="169087" y="17780"/>
                </a:lnTo>
                <a:lnTo>
                  <a:pt x="169087" y="54610"/>
                </a:lnTo>
                <a:lnTo>
                  <a:pt x="27203" y="54610"/>
                </a:lnTo>
                <a:lnTo>
                  <a:pt x="27203" y="72390"/>
                </a:lnTo>
                <a:lnTo>
                  <a:pt x="27203" y="111760"/>
                </a:lnTo>
                <a:lnTo>
                  <a:pt x="27203" y="129540"/>
                </a:lnTo>
                <a:lnTo>
                  <a:pt x="97345" y="129540"/>
                </a:lnTo>
                <a:lnTo>
                  <a:pt x="97345" y="173990"/>
                </a:lnTo>
                <a:lnTo>
                  <a:pt x="0" y="173990"/>
                </a:lnTo>
                <a:lnTo>
                  <a:pt x="0" y="191770"/>
                </a:lnTo>
                <a:lnTo>
                  <a:pt x="217360" y="191770"/>
                </a:lnTo>
                <a:lnTo>
                  <a:pt x="217360" y="173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5430326" y="4783107"/>
            <a:ext cx="461009" cy="241300"/>
            <a:chOff x="5430326" y="4783107"/>
            <a:chExt cx="461009" cy="241300"/>
          </a:xfrm>
        </p:grpSpPr>
        <p:pic>
          <p:nvPicPr>
            <p:cNvPr id="78" name="object 7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30326" y="4783107"/>
              <a:ext cx="220294" cy="240830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674623" y="4787107"/>
              <a:ext cx="216560" cy="233362"/>
            </a:xfrm>
            <a:prstGeom prst="rect">
              <a:avLst/>
            </a:prstGeom>
          </p:spPr>
        </p:pic>
      </p:grpSp>
      <p:pic>
        <p:nvPicPr>
          <p:cNvPr id="80" name="object 8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6421" y="5171365"/>
            <a:ext cx="113080" cy="113080"/>
          </a:xfrm>
          <a:prstGeom prst="rect">
            <a:avLst/>
          </a:prstGeom>
        </p:spPr>
      </p:pic>
      <p:grpSp>
        <p:nvGrpSpPr>
          <p:cNvPr id="81" name="object 81" descr=""/>
          <p:cNvGrpSpPr/>
          <p:nvPr/>
        </p:nvGrpSpPr>
        <p:grpSpPr>
          <a:xfrm>
            <a:off x="1450457" y="5104157"/>
            <a:ext cx="441959" cy="240029"/>
            <a:chOff x="1450457" y="5104157"/>
            <a:chExt cx="441959" cy="240029"/>
          </a:xfrm>
        </p:grpSpPr>
        <p:pic>
          <p:nvPicPr>
            <p:cNvPr id="82" name="object 8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50457" y="5120425"/>
              <a:ext cx="217093" cy="192024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08889" y="5104157"/>
              <a:ext cx="183222" cy="239763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1968385" y="5111889"/>
            <a:ext cx="166370" cy="85090"/>
          </a:xfrm>
          <a:custGeom>
            <a:avLst/>
            <a:gdLst/>
            <a:ahLst/>
            <a:cxnLst/>
            <a:rect l="l" t="t" r="r" b="b"/>
            <a:pathLst>
              <a:path w="166369" h="85089">
                <a:moveTo>
                  <a:pt x="166154" y="69850"/>
                </a:moveTo>
                <a:lnTo>
                  <a:pt x="22136" y="69850"/>
                </a:lnTo>
                <a:lnTo>
                  <a:pt x="22136" y="49530"/>
                </a:lnTo>
                <a:lnTo>
                  <a:pt x="161886" y="49530"/>
                </a:lnTo>
                <a:lnTo>
                  <a:pt x="161886" y="34290"/>
                </a:lnTo>
                <a:lnTo>
                  <a:pt x="161886" y="15240"/>
                </a:lnTo>
                <a:lnTo>
                  <a:pt x="161886" y="0"/>
                </a:lnTo>
                <a:lnTo>
                  <a:pt x="0" y="0"/>
                </a:lnTo>
                <a:lnTo>
                  <a:pt x="0" y="15240"/>
                </a:lnTo>
                <a:lnTo>
                  <a:pt x="140284" y="15240"/>
                </a:lnTo>
                <a:lnTo>
                  <a:pt x="140284" y="34290"/>
                </a:lnTo>
                <a:lnTo>
                  <a:pt x="533" y="34290"/>
                </a:lnTo>
                <a:lnTo>
                  <a:pt x="533" y="49530"/>
                </a:lnTo>
                <a:lnTo>
                  <a:pt x="533" y="69850"/>
                </a:lnTo>
                <a:lnTo>
                  <a:pt x="533" y="85090"/>
                </a:lnTo>
                <a:lnTo>
                  <a:pt x="166154" y="85090"/>
                </a:lnTo>
                <a:lnTo>
                  <a:pt x="166154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941182" y="5215648"/>
            <a:ext cx="217170" cy="125095"/>
          </a:xfrm>
          <a:custGeom>
            <a:avLst/>
            <a:gdLst/>
            <a:ahLst/>
            <a:cxnLst/>
            <a:rect l="l" t="t" r="r" b="b"/>
            <a:pathLst>
              <a:path w="217169" h="125095">
                <a:moveTo>
                  <a:pt x="197358" y="109601"/>
                </a:moveTo>
                <a:lnTo>
                  <a:pt x="48006" y="109601"/>
                </a:lnTo>
                <a:lnTo>
                  <a:pt x="48006" y="86741"/>
                </a:lnTo>
                <a:lnTo>
                  <a:pt x="189890" y="86741"/>
                </a:lnTo>
                <a:lnTo>
                  <a:pt x="189890" y="71501"/>
                </a:lnTo>
                <a:lnTo>
                  <a:pt x="189890" y="51181"/>
                </a:lnTo>
                <a:lnTo>
                  <a:pt x="189890" y="35941"/>
                </a:lnTo>
                <a:lnTo>
                  <a:pt x="25869" y="35941"/>
                </a:lnTo>
                <a:lnTo>
                  <a:pt x="25869" y="51181"/>
                </a:lnTo>
                <a:lnTo>
                  <a:pt x="168287" y="51181"/>
                </a:lnTo>
                <a:lnTo>
                  <a:pt x="168287" y="71501"/>
                </a:lnTo>
                <a:lnTo>
                  <a:pt x="26403" y="71501"/>
                </a:lnTo>
                <a:lnTo>
                  <a:pt x="26403" y="86741"/>
                </a:lnTo>
                <a:lnTo>
                  <a:pt x="26403" y="109601"/>
                </a:lnTo>
                <a:lnTo>
                  <a:pt x="26403" y="124841"/>
                </a:lnTo>
                <a:lnTo>
                  <a:pt x="197358" y="124841"/>
                </a:lnTo>
                <a:lnTo>
                  <a:pt x="197358" y="109601"/>
                </a:lnTo>
                <a:close/>
              </a:path>
              <a:path w="217169" h="125095">
                <a:moveTo>
                  <a:pt x="216827" y="0"/>
                </a:moveTo>
                <a:lnTo>
                  <a:pt x="0" y="0"/>
                </a:lnTo>
                <a:lnTo>
                  <a:pt x="0" y="16535"/>
                </a:lnTo>
                <a:lnTo>
                  <a:pt x="216827" y="16535"/>
                </a:lnTo>
                <a:lnTo>
                  <a:pt x="216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6" name="object 86" descr=""/>
          <p:cNvGrpSpPr/>
          <p:nvPr/>
        </p:nvGrpSpPr>
        <p:grpSpPr>
          <a:xfrm>
            <a:off x="2261130" y="5104690"/>
            <a:ext cx="448309" cy="239395"/>
            <a:chOff x="2261130" y="5104690"/>
            <a:chExt cx="448309" cy="239395"/>
          </a:xfrm>
        </p:grpSpPr>
        <p:pic>
          <p:nvPicPr>
            <p:cNvPr id="87" name="object 8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261130" y="5121225"/>
              <a:ext cx="216827" cy="190423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505427" y="5104690"/>
              <a:ext cx="203758" cy="238963"/>
            </a:xfrm>
            <a:prstGeom prst="rect">
              <a:avLst/>
            </a:prstGeom>
          </p:spPr>
        </p:pic>
      </p:grpSp>
      <p:sp>
        <p:nvSpPr>
          <p:cNvPr id="89" name="object 89" descr=""/>
          <p:cNvSpPr/>
          <p:nvPr/>
        </p:nvSpPr>
        <p:spPr>
          <a:xfrm>
            <a:off x="2751582" y="5125859"/>
            <a:ext cx="217170" cy="187325"/>
          </a:xfrm>
          <a:custGeom>
            <a:avLst/>
            <a:gdLst/>
            <a:ahLst/>
            <a:cxnLst/>
            <a:rect l="l" t="t" r="r" b="b"/>
            <a:pathLst>
              <a:path w="217169" h="187325">
                <a:moveTo>
                  <a:pt x="192290" y="107950"/>
                </a:moveTo>
                <a:lnTo>
                  <a:pt x="50139" y="107950"/>
                </a:lnTo>
                <a:lnTo>
                  <a:pt x="50139" y="69850"/>
                </a:lnTo>
                <a:lnTo>
                  <a:pt x="184556" y="69850"/>
                </a:lnTo>
                <a:lnTo>
                  <a:pt x="184556" y="52070"/>
                </a:lnTo>
                <a:lnTo>
                  <a:pt x="50139" y="52070"/>
                </a:lnTo>
                <a:lnTo>
                  <a:pt x="50139" y="16510"/>
                </a:lnTo>
                <a:lnTo>
                  <a:pt x="189890" y="16510"/>
                </a:lnTo>
                <a:lnTo>
                  <a:pt x="189890" y="0"/>
                </a:lnTo>
                <a:lnTo>
                  <a:pt x="28003" y="0"/>
                </a:lnTo>
                <a:lnTo>
                  <a:pt x="28003" y="16510"/>
                </a:lnTo>
                <a:lnTo>
                  <a:pt x="28003" y="52070"/>
                </a:lnTo>
                <a:lnTo>
                  <a:pt x="28003" y="69850"/>
                </a:lnTo>
                <a:lnTo>
                  <a:pt x="28003" y="107950"/>
                </a:lnTo>
                <a:lnTo>
                  <a:pt x="28003" y="125730"/>
                </a:lnTo>
                <a:lnTo>
                  <a:pt x="192290" y="125730"/>
                </a:lnTo>
                <a:lnTo>
                  <a:pt x="192290" y="107950"/>
                </a:lnTo>
                <a:close/>
              </a:path>
              <a:path w="217169" h="187325">
                <a:moveTo>
                  <a:pt x="217093" y="168998"/>
                </a:moveTo>
                <a:lnTo>
                  <a:pt x="0" y="168998"/>
                </a:lnTo>
                <a:lnTo>
                  <a:pt x="0" y="186867"/>
                </a:lnTo>
                <a:lnTo>
                  <a:pt x="217093" y="186867"/>
                </a:lnTo>
                <a:lnTo>
                  <a:pt x="217093" y="168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0" name="object 90" descr=""/>
          <p:cNvGrpSpPr/>
          <p:nvPr/>
        </p:nvGrpSpPr>
        <p:grpSpPr>
          <a:xfrm>
            <a:off x="2996955" y="5104423"/>
            <a:ext cx="693420" cy="236220"/>
            <a:chOff x="2996955" y="5104423"/>
            <a:chExt cx="693420" cy="236220"/>
          </a:xfrm>
        </p:grpSpPr>
        <p:sp>
          <p:nvSpPr>
            <p:cNvPr id="91" name="object 91" descr=""/>
            <p:cNvSpPr/>
            <p:nvPr/>
          </p:nvSpPr>
          <p:spPr>
            <a:xfrm>
              <a:off x="2996946" y="5122049"/>
              <a:ext cx="217804" cy="191770"/>
            </a:xfrm>
            <a:custGeom>
              <a:avLst/>
              <a:gdLst/>
              <a:ahLst/>
              <a:cxnLst/>
              <a:rect l="l" t="t" r="r" b="b"/>
              <a:pathLst>
                <a:path w="217805" h="191770">
                  <a:moveTo>
                    <a:pt x="217360" y="173990"/>
                  </a:moveTo>
                  <a:lnTo>
                    <a:pt x="119481" y="173990"/>
                  </a:lnTo>
                  <a:lnTo>
                    <a:pt x="119481" y="129540"/>
                  </a:lnTo>
                  <a:lnTo>
                    <a:pt x="196024" y="129540"/>
                  </a:lnTo>
                  <a:lnTo>
                    <a:pt x="196024" y="111760"/>
                  </a:lnTo>
                  <a:lnTo>
                    <a:pt x="48806" y="111760"/>
                  </a:lnTo>
                  <a:lnTo>
                    <a:pt x="48806" y="72390"/>
                  </a:lnTo>
                  <a:lnTo>
                    <a:pt x="190423" y="72390"/>
                  </a:lnTo>
                  <a:lnTo>
                    <a:pt x="190423" y="54610"/>
                  </a:lnTo>
                  <a:lnTo>
                    <a:pt x="190423" y="17780"/>
                  </a:lnTo>
                  <a:lnTo>
                    <a:pt x="190423" y="0"/>
                  </a:lnTo>
                  <a:lnTo>
                    <a:pt x="26670" y="0"/>
                  </a:lnTo>
                  <a:lnTo>
                    <a:pt x="26670" y="17780"/>
                  </a:lnTo>
                  <a:lnTo>
                    <a:pt x="169087" y="17780"/>
                  </a:lnTo>
                  <a:lnTo>
                    <a:pt x="169087" y="54610"/>
                  </a:lnTo>
                  <a:lnTo>
                    <a:pt x="27203" y="54610"/>
                  </a:lnTo>
                  <a:lnTo>
                    <a:pt x="27203" y="72390"/>
                  </a:lnTo>
                  <a:lnTo>
                    <a:pt x="27203" y="111760"/>
                  </a:lnTo>
                  <a:lnTo>
                    <a:pt x="27203" y="129540"/>
                  </a:lnTo>
                  <a:lnTo>
                    <a:pt x="97345" y="129540"/>
                  </a:lnTo>
                  <a:lnTo>
                    <a:pt x="97345" y="173990"/>
                  </a:lnTo>
                  <a:lnTo>
                    <a:pt x="0" y="173990"/>
                  </a:lnTo>
                  <a:lnTo>
                    <a:pt x="0" y="191770"/>
                  </a:lnTo>
                  <a:lnTo>
                    <a:pt x="217360" y="191770"/>
                  </a:lnTo>
                  <a:lnTo>
                    <a:pt x="217360" y="17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242852" y="5129760"/>
              <a:ext cx="216293" cy="178955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498351" y="5104423"/>
              <a:ext cx="191490" cy="236029"/>
            </a:xfrm>
            <a:prstGeom prst="rect">
              <a:avLst/>
            </a:prstGeom>
          </p:spPr>
        </p:pic>
      </p:grpSp>
      <p:grpSp>
        <p:nvGrpSpPr>
          <p:cNvPr id="94" name="object 94" descr=""/>
          <p:cNvGrpSpPr/>
          <p:nvPr/>
        </p:nvGrpSpPr>
        <p:grpSpPr>
          <a:xfrm>
            <a:off x="3743715" y="5104423"/>
            <a:ext cx="275590" cy="272415"/>
            <a:chOff x="3743715" y="5104423"/>
            <a:chExt cx="275590" cy="272415"/>
          </a:xfrm>
        </p:grpSpPr>
        <p:sp>
          <p:nvSpPr>
            <p:cNvPr id="95" name="object 95" descr=""/>
            <p:cNvSpPr/>
            <p:nvPr/>
          </p:nvSpPr>
          <p:spPr>
            <a:xfrm>
              <a:off x="3743715" y="5105757"/>
              <a:ext cx="54610" cy="271145"/>
            </a:xfrm>
            <a:custGeom>
              <a:avLst/>
              <a:gdLst/>
              <a:ahLst/>
              <a:cxnLst/>
              <a:rect l="l" t="t" r="r" b="b"/>
              <a:pathLst>
                <a:path w="54610" h="271145">
                  <a:moveTo>
                    <a:pt x="39204" y="270700"/>
                  </a:moveTo>
                  <a:lnTo>
                    <a:pt x="22727" y="240042"/>
                  </a:lnTo>
                  <a:lnTo>
                    <a:pt x="10401" y="207659"/>
                  </a:lnTo>
                  <a:lnTo>
                    <a:pt x="2675" y="172925"/>
                  </a:lnTo>
                  <a:lnTo>
                    <a:pt x="0" y="135216"/>
                  </a:lnTo>
                  <a:lnTo>
                    <a:pt x="2675" y="97624"/>
                  </a:lnTo>
                  <a:lnTo>
                    <a:pt x="10401" y="62907"/>
                  </a:lnTo>
                  <a:lnTo>
                    <a:pt x="22727" y="30541"/>
                  </a:lnTo>
                  <a:lnTo>
                    <a:pt x="39204" y="0"/>
                  </a:lnTo>
                  <a:lnTo>
                    <a:pt x="54406" y="6934"/>
                  </a:lnTo>
                  <a:lnTo>
                    <a:pt x="39284" y="36692"/>
                  </a:lnTo>
                  <a:lnTo>
                    <a:pt x="28636" y="68375"/>
                  </a:lnTo>
                  <a:lnTo>
                    <a:pt x="22340" y="101408"/>
                  </a:lnTo>
                  <a:lnTo>
                    <a:pt x="20269" y="135216"/>
                  </a:lnTo>
                  <a:lnTo>
                    <a:pt x="22340" y="169062"/>
                  </a:lnTo>
                  <a:lnTo>
                    <a:pt x="28636" y="202158"/>
                  </a:lnTo>
                  <a:lnTo>
                    <a:pt x="39284" y="233854"/>
                  </a:lnTo>
                  <a:lnTo>
                    <a:pt x="54406" y="263499"/>
                  </a:lnTo>
                  <a:lnTo>
                    <a:pt x="39204" y="27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832259" y="5104423"/>
              <a:ext cx="186956" cy="239763"/>
            </a:xfrm>
            <a:prstGeom prst="rect">
              <a:avLst/>
            </a:prstGeom>
          </p:spPr>
        </p:pic>
      </p:grpSp>
      <p:sp>
        <p:nvSpPr>
          <p:cNvPr id="97" name="object 97" descr=""/>
          <p:cNvSpPr/>
          <p:nvPr/>
        </p:nvSpPr>
        <p:spPr>
          <a:xfrm>
            <a:off x="4082681" y="5128399"/>
            <a:ext cx="110489" cy="154940"/>
          </a:xfrm>
          <a:custGeom>
            <a:avLst/>
            <a:gdLst/>
            <a:ahLst/>
            <a:cxnLst/>
            <a:rect l="l" t="t" r="r" b="b"/>
            <a:pathLst>
              <a:path w="110489" h="154939">
                <a:moveTo>
                  <a:pt x="109880" y="0"/>
                </a:moveTo>
                <a:lnTo>
                  <a:pt x="0" y="0"/>
                </a:lnTo>
                <a:lnTo>
                  <a:pt x="0" y="16510"/>
                </a:lnTo>
                <a:lnTo>
                  <a:pt x="0" y="137160"/>
                </a:lnTo>
                <a:lnTo>
                  <a:pt x="0" y="154940"/>
                </a:lnTo>
                <a:lnTo>
                  <a:pt x="109880" y="154940"/>
                </a:lnTo>
                <a:lnTo>
                  <a:pt x="109880" y="137655"/>
                </a:lnTo>
                <a:lnTo>
                  <a:pt x="109880" y="137160"/>
                </a:lnTo>
                <a:lnTo>
                  <a:pt x="109880" y="17106"/>
                </a:lnTo>
                <a:lnTo>
                  <a:pt x="88544" y="17106"/>
                </a:lnTo>
                <a:lnTo>
                  <a:pt x="88544" y="137160"/>
                </a:lnTo>
                <a:lnTo>
                  <a:pt x="21336" y="137160"/>
                </a:lnTo>
                <a:lnTo>
                  <a:pt x="21336" y="16510"/>
                </a:lnTo>
                <a:lnTo>
                  <a:pt x="109880" y="16510"/>
                </a:lnTo>
                <a:lnTo>
                  <a:pt x="109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4242711" y="5104423"/>
            <a:ext cx="22225" cy="240029"/>
          </a:xfrm>
          <a:custGeom>
            <a:avLst/>
            <a:gdLst/>
            <a:ahLst/>
            <a:cxnLst/>
            <a:rect l="l" t="t" r="r" b="b"/>
            <a:pathLst>
              <a:path w="22225" h="240029">
                <a:moveTo>
                  <a:pt x="21869" y="239763"/>
                </a:moveTo>
                <a:lnTo>
                  <a:pt x="0" y="239763"/>
                </a:lnTo>
                <a:lnTo>
                  <a:pt x="0" y="0"/>
                </a:lnTo>
                <a:lnTo>
                  <a:pt x="21869" y="0"/>
                </a:lnTo>
                <a:lnTo>
                  <a:pt x="21869" y="239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9" name="object 99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314186" y="5104690"/>
            <a:ext cx="195757" cy="238963"/>
          </a:xfrm>
          <a:prstGeom prst="rect">
            <a:avLst/>
          </a:prstGeom>
        </p:spPr>
      </p:pic>
      <p:sp>
        <p:nvSpPr>
          <p:cNvPr id="100" name="object 100" descr=""/>
          <p:cNvSpPr/>
          <p:nvPr/>
        </p:nvSpPr>
        <p:spPr>
          <a:xfrm>
            <a:off x="4556883" y="5105757"/>
            <a:ext cx="54610" cy="271145"/>
          </a:xfrm>
          <a:custGeom>
            <a:avLst/>
            <a:gdLst/>
            <a:ahLst/>
            <a:cxnLst/>
            <a:rect l="l" t="t" r="r" b="b"/>
            <a:pathLst>
              <a:path w="54610" h="271145">
                <a:moveTo>
                  <a:pt x="14935" y="270700"/>
                </a:moveTo>
                <a:lnTo>
                  <a:pt x="0" y="263499"/>
                </a:lnTo>
                <a:lnTo>
                  <a:pt x="15010" y="233854"/>
                </a:lnTo>
                <a:lnTo>
                  <a:pt x="25669" y="202158"/>
                </a:lnTo>
                <a:lnTo>
                  <a:pt x="32029" y="169062"/>
                </a:lnTo>
                <a:lnTo>
                  <a:pt x="34137" y="135216"/>
                </a:lnTo>
                <a:lnTo>
                  <a:pt x="32029" y="101408"/>
                </a:lnTo>
                <a:lnTo>
                  <a:pt x="25669" y="68375"/>
                </a:lnTo>
                <a:lnTo>
                  <a:pt x="15010" y="36692"/>
                </a:lnTo>
                <a:lnTo>
                  <a:pt x="0" y="6934"/>
                </a:lnTo>
                <a:lnTo>
                  <a:pt x="14935" y="0"/>
                </a:lnTo>
                <a:lnTo>
                  <a:pt x="31566" y="30541"/>
                </a:lnTo>
                <a:lnTo>
                  <a:pt x="43972" y="62907"/>
                </a:lnTo>
                <a:lnTo>
                  <a:pt x="51727" y="97624"/>
                </a:lnTo>
                <a:lnTo>
                  <a:pt x="54406" y="135216"/>
                </a:lnTo>
                <a:lnTo>
                  <a:pt x="51727" y="172925"/>
                </a:lnTo>
                <a:lnTo>
                  <a:pt x="43972" y="207659"/>
                </a:lnTo>
                <a:lnTo>
                  <a:pt x="31566" y="240042"/>
                </a:lnTo>
                <a:lnTo>
                  <a:pt x="14935" y="270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4899335" y="5104690"/>
            <a:ext cx="22225" cy="43815"/>
          </a:xfrm>
          <a:custGeom>
            <a:avLst/>
            <a:gdLst/>
            <a:ahLst/>
            <a:cxnLst/>
            <a:rect l="l" t="t" r="r" b="b"/>
            <a:pathLst>
              <a:path w="22225" h="43814">
                <a:moveTo>
                  <a:pt x="22136" y="43738"/>
                </a:moveTo>
                <a:lnTo>
                  <a:pt x="0" y="43738"/>
                </a:lnTo>
                <a:lnTo>
                  <a:pt x="0" y="0"/>
                </a:lnTo>
                <a:lnTo>
                  <a:pt x="22136" y="0"/>
                </a:lnTo>
                <a:lnTo>
                  <a:pt x="22136" y="43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4736382" y="5103623"/>
            <a:ext cx="454025" cy="234950"/>
            <a:chOff x="4736382" y="5103623"/>
            <a:chExt cx="454025" cy="234950"/>
          </a:xfrm>
        </p:grpSpPr>
        <p:sp>
          <p:nvSpPr>
            <p:cNvPr id="103" name="object 103" descr=""/>
            <p:cNvSpPr/>
            <p:nvPr/>
          </p:nvSpPr>
          <p:spPr>
            <a:xfrm>
              <a:off x="4736376" y="5120779"/>
              <a:ext cx="191135" cy="217170"/>
            </a:xfrm>
            <a:custGeom>
              <a:avLst/>
              <a:gdLst/>
              <a:ahLst/>
              <a:cxnLst/>
              <a:rect l="l" t="t" r="r" b="b"/>
              <a:pathLst>
                <a:path w="191135" h="217170">
                  <a:moveTo>
                    <a:pt x="185089" y="97002"/>
                  </a:moveTo>
                  <a:lnTo>
                    <a:pt x="162953" y="97002"/>
                  </a:lnTo>
                  <a:lnTo>
                    <a:pt x="162953" y="160743"/>
                  </a:lnTo>
                  <a:lnTo>
                    <a:pt x="185089" y="160743"/>
                  </a:lnTo>
                  <a:lnTo>
                    <a:pt x="185089" y="97002"/>
                  </a:lnTo>
                  <a:close/>
                </a:path>
                <a:path w="191135" h="217170">
                  <a:moveTo>
                    <a:pt x="185089" y="27940"/>
                  </a:moveTo>
                  <a:lnTo>
                    <a:pt x="162953" y="27940"/>
                  </a:lnTo>
                  <a:lnTo>
                    <a:pt x="162953" y="45720"/>
                  </a:lnTo>
                  <a:lnTo>
                    <a:pt x="162953" y="78740"/>
                  </a:lnTo>
                  <a:lnTo>
                    <a:pt x="107746" y="78740"/>
                  </a:lnTo>
                  <a:lnTo>
                    <a:pt x="107746" y="59690"/>
                  </a:lnTo>
                  <a:lnTo>
                    <a:pt x="107746" y="45720"/>
                  </a:lnTo>
                  <a:lnTo>
                    <a:pt x="162953" y="45720"/>
                  </a:lnTo>
                  <a:lnTo>
                    <a:pt x="162953" y="27940"/>
                  </a:lnTo>
                  <a:lnTo>
                    <a:pt x="107746" y="27940"/>
                  </a:lnTo>
                  <a:lnTo>
                    <a:pt x="107746" y="0"/>
                  </a:lnTo>
                  <a:lnTo>
                    <a:pt x="86144" y="0"/>
                  </a:lnTo>
                  <a:lnTo>
                    <a:pt x="86144" y="27940"/>
                  </a:lnTo>
                  <a:lnTo>
                    <a:pt x="86144" y="41910"/>
                  </a:lnTo>
                  <a:lnTo>
                    <a:pt x="86144" y="59690"/>
                  </a:lnTo>
                  <a:lnTo>
                    <a:pt x="86144" y="78740"/>
                  </a:lnTo>
                  <a:lnTo>
                    <a:pt x="86144" y="96520"/>
                  </a:lnTo>
                  <a:lnTo>
                    <a:pt x="86144" y="102870"/>
                  </a:lnTo>
                  <a:lnTo>
                    <a:pt x="21602" y="102870"/>
                  </a:lnTo>
                  <a:lnTo>
                    <a:pt x="21602" y="59690"/>
                  </a:lnTo>
                  <a:lnTo>
                    <a:pt x="86144" y="59690"/>
                  </a:lnTo>
                  <a:lnTo>
                    <a:pt x="86144" y="41910"/>
                  </a:lnTo>
                  <a:lnTo>
                    <a:pt x="21602" y="41910"/>
                  </a:lnTo>
                  <a:lnTo>
                    <a:pt x="21602" y="0"/>
                  </a:lnTo>
                  <a:lnTo>
                    <a:pt x="0" y="0"/>
                  </a:lnTo>
                  <a:lnTo>
                    <a:pt x="0" y="119380"/>
                  </a:lnTo>
                  <a:lnTo>
                    <a:pt x="107746" y="119380"/>
                  </a:lnTo>
                  <a:lnTo>
                    <a:pt x="107746" y="102870"/>
                  </a:lnTo>
                  <a:lnTo>
                    <a:pt x="107746" y="96520"/>
                  </a:lnTo>
                  <a:lnTo>
                    <a:pt x="185089" y="96520"/>
                  </a:lnTo>
                  <a:lnTo>
                    <a:pt x="185089" y="41910"/>
                  </a:lnTo>
                  <a:lnTo>
                    <a:pt x="185089" y="27940"/>
                  </a:lnTo>
                  <a:close/>
                </a:path>
                <a:path w="191135" h="217170">
                  <a:moveTo>
                    <a:pt x="190690" y="199390"/>
                  </a:moveTo>
                  <a:lnTo>
                    <a:pt x="53073" y="199390"/>
                  </a:lnTo>
                  <a:lnTo>
                    <a:pt x="53073" y="143510"/>
                  </a:lnTo>
                  <a:lnTo>
                    <a:pt x="31203" y="143510"/>
                  </a:lnTo>
                  <a:lnTo>
                    <a:pt x="31203" y="199390"/>
                  </a:lnTo>
                  <a:lnTo>
                    <a:pt x="31203" y="217170"/>
                  </a:lnTo>
                  <a:lnTo>
                    <a:pt x="190690" y="217170"/>
                  </a:lnTo>
                  <a:lnTo>
                    <a:pt x="190690" y="199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968670" y="5103623"/>
              <a:ext cx="221635" cy="234696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5289251" y="5104690"/>
            <a:ext cx="443230" cy="239395"/>
            <a:chOff x="5289251" y="5104690"/>
            <a:chExt cx="443230" cy="239395"/>
          </a:xfrm>
        </p:grpSpPr>
        <p:sp>
          <p:nvSpPr>
            <p:cNvPr id="106" name="object 106" descr=""/>
            <p:cNvSpPr/>
            <p:nvPr/>
          </p:nvSpPr>
          <p:spPr>
            <a:xfrm>
              <a:off x="5289245" y="5111889"/>
              <a:ext cx="217804" cy="226060"/>
            </a:xfrm>
            <a:custGeom>
              <a:avLst/>
              <a:gdLst/>
              <a:ahLst/>
              <a:cxnLst/>
              <a:rect l="l" t="t" r="r" b="b"/>
              <a:pathLst>
                <a:path w="217804" h="226060">
                  <a:moveTo>
                    <a:pt x="188556" y="47485"/>
                  </a:moveTo>
                  <a:lnTo>
                    <a:pt x="166954" y="47485"/>
                  </a:lnTo>
                  <a:lnTo>
                    <a:pt x="166954" y="78422"/>
                  </a:lnTo>
                  <a:lnTo>
                    <a:pt x="188556" y="78422"/>
                  </a:lnTo>
                  <a:lnTo>
                    <a:pt x="188556" y="47485"/>
                  </a:lnTo>
                  <a:close/>
                </a:path>
                <a:path w="217804" h="226060">
                  <a:moveTo>
                    <a:pt x="188556" y="279"/>
                  </a:moveTo>
                  <a:lnTo>
                    <a:pt x="166954" y="279"/>
                  </a:lnTo>
                  <a:lnTo>
                    <a:pt x="166954" y="30480"/>
                  </a:lnTo>
                  <a:lnTo>
                    <a:pt x="50673" y="30480"/>
                  </a:lnTo>
                  <a:lnTo>
                    <a:pt x="50673" y="0"/>
                  </a:lnTo>
                  <a:lnTo>
                    <a:pt x="29070" y="0"/>
                  </a:lnTo>
                  <a:lnTo>
                    <a:pt x="29070" y="30480"/>
                  </a:lnTo>
                  <a:lnTo>
                    <a:pt x="29070" y="46990"/>
                  </a:lnTo>
                  <a:lnTo>
                    <a:pt x="29070" y="78740"/>
                  </a:lnTo>
                  <a:lnTo>
                    <a:pt x="29070" y="95250"/>
                  </a:lnTo>
                  <a:lnTo>
                    <a:pt x="188556" y="95250"/>
                  </a:lnTo>
                  <a:lnTo>
                    <a:pt x="188556" y="78740"/>
                  </a:lnTo>
                  <a:lnTo>
                    <a:pt x="50673" y="78740"/>
                  </a:lnTo>
                  <a:lnTo>
                    <a:pt x="50673" y="46990"/>
                  </a:lnTo>
                  <a:lnTo>
                    <a:pt x="188556" y="46990"/>
                  </a:lnTo>
                  <a:lnTo>
                    <a:pt x="188556" y="30683"/>
                  </a:lnTo>
                  <a:lnTo>
                    <a:pt x="188556" y="30480"/>
                  </a:lnTo>
                  <a:lnTo>
                    <a:pt x="188556" y="279"/>
                  </a:lnTo>
                  <a:close/>
                </a:path>
                <a:path w="217804" h="226060">
                  <a:moveTo>
                    <a:pt x="193090" y="208280"/>
                  </a:moveTo>
                  <a:lnTo>
                    <a:pt x="49339" y="208280"/>
                  </a:lnTo>
                  <a:lnTo>
                    <a:pt x="49339" y="161290"/>
                  </a:lnTo>
                  <a:lnTo>
                    <a:pt x="27736" y="161290"/>
                  </a:lnTo>
                  <a:lnTo>
                    <a:pt x="27736" y="208280"/>
                  </a:lnTo>
                  <a:lnTo>
                    <a:pt x="27736" y="226060"/>
                  </a:lnTo>
                  <a:lnTo>
                    <a:pt x="193090" y="226060"/>
                  </a:lnTo>
                  <a:lnTo>
                    <a:pt x="193090" y="208280"/>
                  </a:lnTo>
                  <a:close/>
                </a:path>
                <a:path w="217804" h="226060">
                  <a:moveTo>
                    <a:pt x="217360" y="118960"/>
                  </a:moveTo>
                  <a:lnTo>
                    <a:pt x="0" y="118960"/>
                  </a:lnTo>
                  <a:lnTo>
                    <a:pt x="0" y="136563"/>
                  </a:lnTo>
                  <a:lnTo>
                    <a:pt x="99479" y="136563"/>
                  </a:lnTo>
                  <a:lnTo>
                    <a:pt x="99479" y="182968"/>
                  </a:lnTo>
                  <a:lnTo>
                    <a:pt x="121348" y="182968"/>
                  </a:lnTo>
                  <a:lnTo>
                    <a:pt x="121348" y="136563"/>
                  </a:lnTo>
                  <a:lnTo>
                    <a:pt x="217360" y="136563"/>
                  </a:lnTo>
                  <a:lnTo>
                    <a:pt x="217360" y="118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535415" y="5104690"/>
              <a:ext cx="196824" cy="239229"/>
            </a:xfrm>
            <a:prstGeom prst="rect">
              <a:avLst/>
            </a:prstGeom>
          </p:spPr>
        </p:pic>
      </p:grpSp>
      <p:pic>
        <p:nvPicPr>
          <p:cNvPr id="108" name="object 10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783446" y="5104423"/>
            <a:ext cx="200291" cy="239229"/>
          </a:xfrm>
          <a:prstGeom prst="rect">
            <a:avLst/>
          </a:prstGeom>
        </p:spPr>
      </p:pic>
      <p:grpSp>
        <p:nvGrpSpPr>
          <p:cNvPr id="109" name="object 109" descr=""/>
          <p:cNvGrpSpPr/>
          <p:nvPr/>
        </p:nvGrpSpPr>
        <p:grpSpPr>
          <a:xfrm>
            <a:off x="6104854" y="5104423"/>
            <a:ext cx="458470" cy="236854"/>
            <a:chOff x="6104854" y="5104423"/>
            <a:chExt cx="458470" cy="236854"/>
          </a:xfrm>
        </p:grpSpPr>
        <p:pic>
          <p:nvPicPr>
            <p:cNvPr id="110" name="object 11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104854" y="5104423"/>
              <a:ext cx="201371" cy="236562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345697" y="5119625"/>
              <a:ext cx="217360" cy="193357"/>
            </a:xfrm>
            <a:prstGeom prst="rect">
              <a:avLst/>
            </a:prstGeom>
          </p:spPr>
        </p:pic>
      </p:grpSp>
      <p:pic>
        <p:nvPicPr>
          <p:cNvPr id="112" name="object 112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1469182" y="6762208"/>
            <a:ext cx="431551" cy="234190"/>
          </a:xfrm>
          <a:prstGeom prst="rect">
            <a:avLst/>
          </a:prstGeom>
        </p:spPr>
      </p:pic>
      <p:grpSp>
        <p:nvGrpSpPr>
          <p:cNvPr id="113" name="object 113" descr=""/>
          <p:cNvGrpSpPr/>
          <p:nvPr/>
        </p:nvGrpSpPr>
        <p:grpSpPr>
          <a:xfrm>
            <a:off x="11931468" y="6762462"/>
            <a:ext cx="893444" cy="231140"/>
            <a:chOff x="11931468" y="6762462"/>
            <a:chExt cx="893444" cy="231140"/>
          </a:xfrm>
        </p:grpSpPr>
        <p:sp>
          <p:nvSpPr>
            <p:cNvPr id="114" name="object 114" descr=""/>
            <p:cNvSpPr/>
            <p:nvPr/>
          </p:nvSpPr>
          <p:spPr>
            <a:xfrm>
              <a:off x="11931460" y="6776821"/>
              <a:ext cx="443230" cy="194310"/>
            </a:xfrm>
            <a:custGeom>
              <a:avLst/>
              <a:gdLst/>
              <a:ahLst/>
              <a:cxnLst/>
              <a:rect l="l" t="t" r="r" b="b"/>
              <a:pathLst>
                <a:path w="443229" h="194309">
                  <a:moveTo>
                    <a:pt x="189230" y="106680"/>
                  </a:moveTo>
                  <a:lnTo>
                    <a:pt x="58928" y="106680"/>
                  </a:lnTo>
                  <a:lnTo>
                    <a:pt x="58928" y="80010"/>
                  </a:lnTo>
                  <a:lnTo>
                    <a:pt x="182118" y="80010"/>
                  </a:lnTo>
                  <a:lnTo>
                    <a:pt x="182118" y="54610"/>
                  </a:lnTo>
                  <a:lnTo>
                    <a:pt x="58928" y="54610"/>
                  </a:lnTo>
                  <a:lnTo>
                    <a:pt x="58928" y="29210"/>
                  </a:lnTo>
                  <a:lnTo>
                    <a:pt x="187452" y="29210"/>
                  </a:lnTo>
                  <a:lnTo>
                    <a:pt x="187452" y="2540"/>
                  </a:lnTo>
                  <a:lnTo>
                    <a:pt x="24892" y="2540"/>
                  </a:lnTo>
                  <a:lnTo>
                    <a:pt x="24892" y="29210"/>
                  </a:lnTo>
                  <a:lnTo>
                    <a:pt x="24892" y="54610"/>
                  </a:lnTo>
                  <a:lnTo>
                    <a:pt x="24892" y="80010"/>
                  </a:lnTo>
                  <a:lnTo>
                    <a:pt x="24892" y="106680"/>
                  </a:lnTo>
                  <a:lnTo>
                    <a:pt x="24892" y="132080"/>
                  </a:lnTo>
                  <a:lnTo>
                    <a:pt x="189230" y="132080"/>
                  </a:lnTo>
                  <a:lnTo>
                    <a:pt x="189230" y="106680"/>
                  </a:lnTo>
                  <a:close/>
                </a:path>
                <a:path w="443229" h="194309">
                  <a:moveTo>
                    <a:pt x="211836" y="165227"/>
                  </a:moveTo>
                  <a:lnTo>
                    <a:pt x="0" y="165227"/>
                  </a:lnTo>
                  <a:lnTo>
                    <a:pt x="0" y="192405"/>
                  </a:lnTo>
                  <a:lnTo>
                    <a:pt x="211836" y="192405"/>
                  </a:lnTo>
                  <a:lnTo>
                    <a:pt x="211836" y="165227"/>
                  </a:lnTo>
                  <a:close/>
                </a:path>
                <a:path w="443229" h="194309">
                  <a:moveTo>
                    <a:pt x="442988" y="166370"/>
                  </a:moveTo>
                  <a:lnTo>
                    <a:pt x="353580" y="166370"/>
                  </a:lnTo>
                  <a:lnTo>
                    <a:pt x="353580" y="132080"/>
                  </a:lnTo>
                  <a:lnTo>
                    <a:pt x="424446" y="132080"/>
                  </a:lnTo>
                  <a:lnTo>
                    <a:pt x="424446" y="104140"/>
                  </a:lnTo>
                  <a:lnTo>
                    <a:pt x="288798" y="104140"/>
                  </a:lnTo>
                  <a:lnTo>
                    <a:pt x="288798" y="78740"/>
                  </a:lnTo>
                  <a:lnTo>
                    <a:pt x="419112" y="78740"/>
                  </a:lnTo>
                  <a:lnTo>
                    <a:pt x="419112" y="52070"/>
                  </a:lnTo>
                  <a:lnTo>
                    <a:pt x="419112" y="26670"/>
                  </a:lnTo>
                  <a:lnTo>
                    <a:pt x="419112" y="0"/>
                  </a:lnTo>
                  <a:lnTo>
                    <a:pt x="255270" y="0"/>
                  </a:lnTo>
                  <a:lnTo>
                    <a:pt x="255270" y="26670"/>
                  </a:lnTo>
                  <a:lnTo>
                    <a:pt x="386092" y="26670"/>
                  </a:lnTo>
                  <a:lnTo>
                    <a:pt x="386092" y="52070"/>
                  </a:lnTo>
                  <a:lnTo>
                    <a:pt x="255524" y="52070"/>
                  </a:lnTo>
                  <a:lnTo>
                    <a:pt x="255524" y="78740"/>
                  </a:lnTo>
                  <a:lnTo>
                    <a:pt x="255524" y="104140"/>
                  </a:lnTo>
                  <a:lnTo>
                    <a:pt x="255524" y="132080"/>
                  </a:lnTo>
                  <a:lnTo>
                    <a:pt x="320052" y="132080"/>
                  </a:lnTo>
                  <a:lnTo>
                    <a:pt x="320052" y="166370"/>
                  </a:lnTo>
                  <a:lnTo>
                    <a:pt x="231140" y="166370"/>
                  </a:lnTo>
                  <a:lnTo>
                    <a:pt x="231140" y="194310"/>
                  </a:lnTo>
                  <a:lnTo>
                    <a:pt x="442988" y="194310"/>
                  </a:lnTo>
                  <a:lnTo>
                    <a:pt x="442988" y="16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93754" y="6783798"/>
              <a:ext cx="211584" cy="181866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634041" y="6762462"/>
              <a:ext cx="190248" cy="2311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9975" y="1436556"/>
            <a:ext cx="356235" cy="409575"/>
          </a:xfrm>
          <a:custGeom>
            <a:avLst/>
            <a:gdLst/>
            <a:ahLst/>
            <a:cxnLst/>
            <a:rect l="l" t="t" r="r" b="b"/>
            <a:pathLst>
              <a:path w="356234" h="409575">
                <a:moveTo>
                  <a:pt x="34226" y="325820"/>
                </a:moveTo>
                <a:lnTo>
                  <a:pt x="0" y="284926"/>
                </a:lnTo>
                <a:lnTo>
                  <a:pt x="43796" y="254707"/>
                </a:lnTo>
                <a:lnTo>
                  <a:pt x="77158" y="221330"/>
                </a:lnTo>
                <a:lnTo>
                  <a:pt x="101069" y="184305"/>
                </a:lnTo>
                <a:lnTo>
                  <a:pt x="116509" y="143140"/>
                </a:lnTo>
                <a:lnTo>
                  <a:pt x="124460" y="97346"/>
                </a:lnTo>
                <a:lnTo>
                  <a:pt x="20891" y="97346"/>
                </a:lnTo>
                <a:lnTo>
                  <a:pt x="20891" y="50673"/>
                </a:lnTo>
                <a:lnTo>
                  <a:pt x="182246" y="50673"/>
                </a:lnTo>
                <a:lnTo>
                  <a:pt x="180096" y="97346"/>
                </a:lnTo>
                <a:lnTo>
                  <a:pt x="180041" y="98525"/>
                </a:lnTo>
                <a:lnTo>
                  <a:pt x="172974" y="143140"/>
                </a:lnTo>
                <a:lnTo>
                  <a:pt x="172884" y="143710"/>
                </a:lnTo>
                <a:lnTo>
                  <a:pt x="159957" y="186119"/>
                </a:lnTo>
                <a:lnTo>
                  <a:pt x="140444" y="225644"/>
                </a:lnTo>
                <a:lnTo>
                  <a:pt x="113529" y="262175"/>
                </a:lnTo>
                <a:lnTo>
                  <a:pt x="78395" y="295603"/>
                </a:lnTo>
                <a:lnTo>
                  <a:pt x="34226" y="325820"/>
                </a:lnTo>
                <a:close/>
              </a:path>
              <a:path w="356234" h="409575">
                <a:moveTo>
                  <a:pt x="356047" y="154242"/>
                </a:moveTo>
                <a:lnTo>
                  <a:pt x="300039" y="154242"/>
                </a:lnTo>
                <a:lnTo>
                  <a:pt x="300039" y="0"/>
                </a:lnTo>
                <a:lnTo>
                  <a:pt x="356047" y="0"/>
                </a:lnTo>
                <a:lnTo>
                  <a:pt x="356047" y="154242"/>
                </a:lnTo>
                <a:close/>
              </a:path>
              <a:path w="356234" h="409575">
                <a:moveTo>
                  <a:pt x="263590" y="392051"/>
                </a:moveTo>
                <a:lnTo>
                  <a:pt x="208916" y="392051"/>
                </a:lnTo>
                <a:lnTo>
                  <a:pt x="208916" y="10668"/>
                </a:lnTo>
                <a:lnTo>
                  <a:pt x="263590" y="10668"/>
                </a:lnTo>
                <a:lnTo>
                  <a:pt x="263590" y="154242"/>
                </a:lnTo>
                <a:lnTo>
                  <a:pt x="356047" y="154242"/>
                </a:lnTo>
                <a:lnTo>
                  <a:pt x="356047" y="201359"/>
                </a:lnTo>
                <a:lnTo>
                  <a:pt x="263590" y="201359"/>
                </a:lnTo>
                <a:lnTo>
                  <a:pt x="263590" y="392051"/>
                </a:lnTo>
                <a:close/>
              </a:path>
              <a:path w="356234" h="409575">
                <a:moveTo>
                  <a:pt x="356047" y="409387"/>
                </a:moveTo>
                <a:lnTo>
                  <a:pt x="300039" y="409387"/>
                </a:lnTo>
                <a:lnTo>
                  <a:pt x="300039" y="201359"/>
                </a:lnTo>
                <a:lnTo>
                  <a:pt x="356047" y="201359"/>
                </a:lnTo>
                <a:lnTo>
                  <a:pt x="356047" y="409387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38465" y="1436877"/>
            <a:ext cx="364490" cy="406400"/>
          </a:xfrm>
          <a:custGeom>
            <a:avLst/>
            <a:gdLst/>
            <a:ahLst/>
            <a:cxnLst/>
            <a:rect l="l" t="t" r="r" b="b"/>
            <a:pathLst>
              <a:path w="364489" h="406400">
                <a:moveTo>
                  <a:pt x="196024" y="17462"/>
                </a:moveTo>
                <a:lnTo>
                  <a:pt x="138239" y="17462"/>
                </a:lnTo>
                <a:lnTo>
                  <a:pt x="138239" y="66040"/>
                </a:lnTo>
                <a:lnTo>
                  <a:pt x="138239" y="110490"/>
                </a:lnTo>
                <a:lnTo>
                  <a:pt x="138239" y="151130"/>
                </a:lnTo>
                <a:lnTo>
                  <a:pt x="57785" y="151130"/>
                </a:lnTo>
                <a:lnTo>
                  <a:pt x="57785" y="110490"/>
                </a:lnTo>
                <a:lnTo>
                  <a:pt x="138239" y="110490"/>
                </a:lnTo>
                <a:lnTo>
                  <a:pt x="138239" y="66040"/>
                </a:lnTo>
                <a:lnTo>
                  <a:pt x="57785" y="66040"/>
                </a:lnTo>
                <a:lnTo>
                  <a:pt x="57785" y="17780"/>
                </a:lnTo>
                <a:lnTo>
                  <a:pt x="0" y="17780"/>
                </a:lnTo>
                <a:lnTo>
                  <a:pt x="0" y="66040"/>
                </a:lnTo>
                <a:lnTo>
                  <a:pt x="0" y="110490"/>
                </a:lnTo>
                <a:lnTo>
                  <a:pt x="0" y="151130"/>
                </a:lnTo>
                <a:lnTo>
                  <a:pt x="0" y="196850"/>
                </a:lnTo>
                <a:lnTo>
                  <a:pt x="196024" y="196850"/>
                </a:lnTo>
                <a:lnTo>
                  <a:pt x="196024" y="66040"/>
                </a:lnTo>
                <a:lnTo>
                  <a:pt x="196024" y="17462"/>
                </a:lnTo>
                <a:close/>
              </a:path>
              <a:path w="364489" h="406400">
                <a:moveTo>
                  <a:pt x="321818" y="360680"/>
                </a:moveTo>
                <a:lnTo>
                  <a:pt x="98679" y="360680"/>
                </a:lnTo>
                <a:lnTo>
                  <a:pt x="98679" y="335280"/>
                </a:lnTo>
                <a:lnTo>
                  <a:pt x="310261" y="335280"/>
                </a:lnTo>
                <a:lnTo>
                  <a:pt x="310261" y="293370"/>
                </a:lnTo>
                <a:lnTo>
                  <a:pt x="310261" y="267970"/>
                </a:lnTo>
                <a:lnTo>
                  <a:pt x="310261" y="223520"/>
                </a:lnTo>
                <a:lnTo>
                  <a:pt x="40005" y="223520"/>
                </a:lnTo>
                <a:lnTo>
                  <a:pt x="40005" y="267970"/>
                </a:lnTo>
                <a:lnTo>
                  <a:pt x="252476" y="267970"/>
                </a:lnTo>
                <a:lnTo>
                  <a:pt x="252476" y="293370"/>
                </a:lnTo>
                <a:lnTo>
                  <a:pt x="40449" y="293370"/>
                </a:lnTo>
                <a:lnTo>
                  <a:pt x="40449" y="335280"/>
                </a:lnTo>
                <a:lnTo>
                  <a:pt x="40449" y="360680"/>
                </a:lnTo>
                <a:lnTo>
                  <a:pt x="40449" y="406400"/>
                </a:lnTo>
                <a:lnTo>
                  <a:pt x="321818" y="406400"/>
                </a:lnTo>
                <a:lnTo>
                  <a:pt x="321818" y="360680"/>
                </a:lnTo>
                <a:close/>
              </a:path>
              <a:path w="364489" h="406400">
                <a:moveTo>
                  <a:pt x="364045" y="78740"/>
                </a:moveTo>
                <a:lnTo>
                  <a:pt x="310261" y="78740"/>
                </a:lnTo>
                <a:lnTo>
                  <a:pt x="310261" y="0"/>
                </a:lnTo>
                <a:lnTo>
                  <a:pt x="251587" y="0"/>
                </a:lnTo>
                <a:lnTo>
                  <a:pt x="251587" y="78740"/>
                </a:lnTo>
                <a:lnTo>
                  <a:pt x="251587" y="125730"/>
                </a:lnTo>
                <a:lnTo>
                  <a:pt x="251587" y="208280"/>
                </a:lnTo>
                <a:lnTo>
                  <a:pt x="310261" y="208280"/>
                </a:lnTo>
                <a:lnTo>
                  <a:pt x="310261" y="125730"/>
                </a:lnTo>
                <a:lnTo>
                  <a:pt x="364045" y="125730"/>
                </a:lnTo>
                <a:lnTo>
                  <a:pt x="364045" y="7874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12676" y="1437000"/>
            <a:ext cx="364490" cy="410209"/>
          </a:xfrm>
          <a:custGeom>
            <a:avLst/>
            <a:gdLst/>
            <a:ahLst/>
            <a:cxnLst/>
            <a:rect l="l" t="t" r="r" b="b"/>
            <a:pathLst>
              <a:path w="364489" h="410210">
                <a:moveTo>
                  <a:pt x="196025" y="217806"/>
                </a:moveTo>
                <a:lnTo>
                  <a:pt x="0" y="217806"/>
                </a:lnTo>
                <a:lnTo>
                  <a:pt x="0" y="25781"/>
                </a:lnTo>
                <a:lnTo>
                  <a:pt x="57785" y="25781"/>
                </a:lnTo>
                <a:lnTo>
                  <a:pt x="57785" y="76454"/>
                </a:lnTo>
                <a:lnTo>
                  <a:pt x="196025" y="76454"/>
                </a:lnTo>
                <a:lnTo>
                  <a:pt x="196025" y="121349"/>
                </a:lnTo>
                <a:lnTo>
                  <a:pt x="57785" y="121349"/>
                </a:lnTo>
                <a:lnTo>
                  <a:pt x="57785" y="172022"/>
                </a:lnTo>
                <a:lnTo>
                  <a:pt x="196025" y="172022"/>
                </a:lnTo>
                <a:lnTo>
                  <a:pt x="196025" y="217806"/>
                </a:lnTo>
                <a:close/>
              </a:path>
              <a:path w="364489" h="410210">
                <a:moveTo>
                  <a:pt x="196025" y="76454"/>
                </a:moveTo>
                <a:lnTo>
                  <a:pt x="138240" y="76454"/>
                </a:lnTo>
                <a:lnTo>
                  <a:pt x="138240" y="25781"/>
                </a:lnTo>
                <a:lnTo>
                  <a:pt x="196025" y="25781"/>
                </a:lnTo>
                <a:lnTo>
                  <a:pt x="196025" y="76454"/>
                </a:lnTo>
                <a:close/>
              </a:path>
              <a:path w="364489" h="410210">
                <a:moveTo>
                  <a:pt x="196025" y="172022"/>
                </a:moveTo>
                <a:lnTo>
                  <a:pt x="138240" y="172022"/>
                </a:lnTo>
                <a:lnTo>
                  <a:pt x="138240" y="121349"/>
                </a:lnTo>
                <a:lnTo>
                  <a:pt x="196025" y="121349"/>
                </a:lnTo>
                <a:lnTo>
                  <a:pt x="196025" y="172022"/>
                </a:lnTo>
                <a:close/>
              </a:path>
              <a:path w="364489" h="410210">
                <a:moveTo>
                  <a:pt x="176023" y="409831"/>
                </a:moveTo>
                <a:lnTo>
                  <a:pt x="118605" y="404331"/>
                </a:lnTo>
                <a:lnTo>
                  <a:pt x="75065" y="388495"/>
                </a:lnTo>
                <a:lnTo>
                  <a:pt x="47443" y="363325"/>
                </a:lnTo>
                <a:lnTo>
                  <a:pt x="37782" y="329821"/>
                </a:lnTo>
                <a:lnTo>
                  <a:pt x="47443" y="296129"/>
                </a:lnTo>
                <a:lnTo>
                  <a:pt x="75065" y="270980"/>
                </a:lnTo>
                <a:lnTo>
                  <a:pt x="118605" y="255249"/>
                </a:lnTo>
                <a:lnTo>
                  <a:pt x="176023" y="249810"/>
                </a:lnTo>
                <a:lnTo>
                  <a:pt x="233697" y="255249"/>
                </a:lnTo>
                <a:lnTo>
                  <a:pt x="277369" y="270980"/>
                </a:lnTo>
                <a:lnTo>
                  <a:pt x="304451" y="295594"/>
                </a:lnTo>
                <a:lnTo>
                  <a:pt x="176023" y="295594"/>
                </a:lnTo>
                <a:lnTo>
                  <a:pt x="141581" y="297692"/>
                </a:lnTo>
                <a:lnTo>
                  <a:pt x="116515" y="304040"/>
                </a:lnTo>
                <a:lnTo>
                  <a:pt x="101200" y="314722"/>
                </a:lnTo>
                <a:lnTo>
                  <a:pt x="96012" y="329821"/>
                </a:lnTo>
                <a:lnTo>
                  <a:pt x="101200" y="344920"/>
                </a:lnTo>
                <a:lnTo>
                  <a:pt x="116515" y="355602"/>
                </a:lnTo>
                <a:lnTo>
                  <a:pt x="141581" y="361950"/>
                </a:lnTo>
                <a:lnTo>
                  <a:pt x="176023" y="364048"/>
                </a:lnTo>
                <a:lnTo>
                  <a:pt x="304246" y="364048"/>
                </a:lnTo>
                <a:lnTo>
                  <a:pt x="277369" y="388495"/>
                </a:lnTo>
                <a:lnTo>
                  <a:pt x="233697" y="404331"/>
                </a:lnTo>
                <a:lnTo>
                  <a:pt x="176023" y="409831"/>
                </a:lnTo>
                <a:close/>
              </a:path>
              <a:path w="364489" h="410210">
                <a:moveTo>
                  <a:pt x="304246" y="364048"/>
                </a:moveTo>
                <a:lnTo>
                  <a:pt x="176023" y="364048"/>
                </a:lnTo>
                <a:lnTo>
                  <a:pt x="210722" y="361950"/>
                </a:lnTo>
                <a:lnTo>
                  <a:pt x="235920" y="355602"/>
                </a:lnTo>
                <a:lnTo>
                  <a:pt x="251283" y="344920"/>
                </a:lnTo>
                <a:lnTo>
                  <a:pt x="256478" y="329821"/>
                </a:lnTo>
                <a:lnTo>
                  <a:pt x="251283" y="314722"/>
                </a:lnTo>
                <a:lnTo>
                  <a:pt x="235920" y="304040"/>
                </a:lnTo>
                <a:lnTo>
                  <a:pt x="210722" y="297692"/>
                </a:lnTo>
                <a:lnTo>
                  <a:pt x="176023" y="295594"/>
                </a:lnTo>
                <a:lnTo>
                  <a:pt x="304451" y="295594"/>
                </a:lnTo>
                <a:lnTo>
                  <a:pt x="305040" y="296129"/>
                </a:lnTo>
                <a:lnTo>
                  <a:pt x="314708" y="329821"/>
                </a:lnTo>
                <a:lnTo>
                  <a:pt x="305040" y="363325"/>
                </a:lnTo>
                <a:lnTo>
                  <a:pt x="304246" y="364048"/>
                </a:lnTo>
                <a:close/>
              </a:path>
              <a:path w="364489" h="410210">
                <a:moveTo>
                  <a:pt x="310263" y="240920"/>
                </a:moveTo>
                <a:lnTo>
                  <a:pt x="251588" y="240920"/>
                </a:lnTo>
                <a:lnTo>
                  <a:pt x="251588" y="0"/>
                </a:lnTo>
                <a:lnTo>
                  <a:pt x="310263" y="0"/>
                </a:lnTo>
                <a:lnTo>
                  <a:pt x="310263" y="95123"/>
                </a:lnTo>
                <a:lnTo>
                  <a:pt x="364492" y="95123"/>
                </a:lnTo>
                <a:lnTo>
                  <a:pt x="364492" y="143130"/>
                </a:lnTo>
                <a:lnTo>
                  <a:pt x="310263" y="143130"/>
                </a:lnTo>
                <a:lnTo>
                  <a:pt x="310263" y="24092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462949" y="1678177"/>
            <a:ext cx="271145" cy="162560"/>
          </a:xfrm>
          <a:custGeom>
            <a:avLst/>
            <a:gdLst/>
            <a:ahLst/>
            <a:cxnLst/>
            <a:rect l="l" t="t" r="r" b="b"/>
            <a:pathLst>
              <a:path w="271144" h="162560">
                <a:moveTo>
                  <a:pt x="271145" y="36830"/>
                </a:moveTo>
                <a:lnTo>
                  <a:pt x="57785" y="36830"/>
                </a:lnTo>
                <a:lnTo>
                  <a:pt x="57785" y="0"/>
                </a:lnTo>
                <a:lnTo>
                  <a:pt x="0" y="0"/>
                </a:lnTo>
                <a:lnTo>
                  <a:pt x="0" y="36830"/>
                </a:lnTo>
                <a:lnTo>
                  <a:pt x="0" y="81280"/>
                </a:lnTo>
                <a:lnTo>
                  <a:pt x="0" y="115570"/>
                </a:lnTo>
                <a:lnTo>
                  <a:pt x="0" y="162560"/>
                </a:lnTo>
                <a:lnTo>
                  <a:pt x="271145" y="162560"/>
                </a:lnTo>
                <a:lnTo>
                  <a:pt x="271145" y="116205"/>
                </a:lnTo>
                <a:lnTo>
                  <a:pt x="271145" y="115570"/>
                </a:lnTo>
                <a:lnTo>
                  <a:pt x="271145" y="81534"/>
                </a:lnTo>
                <a:lnTo>
                  <a:pt x="212915" y="81534"/>
                </a:lnTo>
                <a:lnTo>
                  <a:pt x="212915" y="115570"/>
                </a:lnTo>
                <a:lnTo>
                  <a:pt x="57785" y="115570"/>
                </a:lnTo>
                <a:lnTo>
                  <a:pt x="57785" y="81280"/>
                </a:lnTo>
                <a:lnTo>
                  <a:pt x="271145" y="81280"/>
                </a:lnTo>
                <a:lnTo>
                  <a:pt x="271145" y="36830"/>
                </a:lnTo>
                <a:close/>
              </a:path>
              <a:path w="271144" h="162560">
                <a:moveTo>
                  <a:pt x="271145" y="190"/>
                </a:moveTo>
                <a:lnTo>
                  <a:pt x="212915" y="190"/>
                </a:lnTo>
                <a:lnTo>
                  <a:pt x="212915" y="36639"/>
                </a:lnTo>
                <a:lnTo>
                  <a:pt x="271145" y="36639"/>
                </a:lnTo>
                <a:lnTo>
                  <a:pt x="271145" y="19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675431" y="1436556"/>
            <a:ext cx="59055" cy="93345"/>
          </a:xfrm>
          <a:custGeom>
            <a:avLst/>
            <a:gdLst/>
            <a:ahLst/>
            <a:cxnLst/>
            <a:rect l="l" t="t" r="r" b="b"/>
            <a:pathLst>
              <a:path w="59055" h="93344">
                <a:moveTo>
                  <a:pt x="58674" y="93345"/>
                </a:moveTo>
                <a:lnTo>
                  <a:pt x="0" y="93345"/>
                </a:lnTo>
                <a:lnTo>
                  <a:pt x="0" y="0"/>
                </a:lnTo>
                <a:lnTo>
                  <a:pt x="58674" y="0"/>
                </a:lnTo>
                <a:lnTo>
                  <a:pt x="58674" y="93345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09164" y="1457197"/>
            <a:ext cx="325120" cy="203835"/>
          </a:xfrm>
          <a:custGeom>
            <a:avLst/>
            <a:gdLst/>
            <a:ahLst/>
            <a:cxnLst/>
            <a:rect l="l" t="t" r="r" b="b"/>
            <a:pathLst>
              <a:path w="325119" h="203835">
                <a:moveTo>
                  <a:pt x="193357" y="254"/>
                </a:moveTo>
                <a:lnTo>
                  <a:pt x="136017" y="254"/>
                </a:lnTo>
                <a:lnTo>
                  <a:pt x="136017" y="51816"/>
                </a:lnTo>
                <a:lnTo>
                  <a:pt x="193357" y="51816"/>
                </a:lnTo>
                <a:lnTo>
                  <a:pt x="193357" y="254"/>
                </a:lnTo>
                <a:close/>
              </a:path>
              <a:path w="325119" h="203835">
                <a:moveTo>
                  <a:pt x="324929" y="119824"/>
                </a:moveTo>
                <a:lnTo>
                  <a:pt x="266255" y="119824"/>
                </a:lnTo>
                <a:lnTo>
                  <a:pt x="266255" y="203835"/>
                </a:lnTo>
                <a:lnTo>
                  <a:pt x="324929" y="203835"/>
                </a:lnTo>
                <a:lnTo>
                  <a:pt x="324929" y="119824"/>
                </a:lnTo>
                <a:close/>
              </a:path>
              <a:path w="325119" h="203835">
                <a:moveTo>
                  <a:pt x="324929" y="72390"/>
                </a:moveTo>
                <a:lnTo>
                  <a:pt x="193357" y="72390"/>
                </a:lnTo>
                <a:lnTo>
                  <a:pt x="193357" y="52070"/>
                </a:lnTo>
                <a:lnTo>
                  <a:pt x="136017" y="52070"/>
                </a:lnTo>
                <a:lnTo>
                  <a:pt x="136017" y="96520"/>
                </a:lnTo>
                <a:lnTo>
                  <a:pt x="136017" y="119380"/>
                </a:lnTo>
                <a:lnTo>
                  <a:pt x="136017" y="144780"/>
                </a:lnTo>
                <a:lnTo>
                  <a:pt x="58229" y="144780"/>
                </a:lnTo>
                <a:lnTo>
                  <a:pt x="58229" y="96520"/>
                </a:lnTo>
                <a:lnTo>
                  <a:pt x="136017" y="96520"/>
                </a:lnTo>
                <a:lnTo>
                  <a:pt x="136017" y="52070"/>
                </a:lnTo>
                <a:lnTo>
                  <a:pt x="58229" y="52070"/>
                </a:lnTo>
                <a:lnTo>
                  <a:pt x="58229" y="0"/>
                </a:lnTo>
                <a:lnTo>
                  <a:pt x="0" y="0"/>
                </a:lnTo>
                <a:lnTo>
                  <a:pt x="0" y="191770"/>
                </a:lnTo>
                <a:lnTo>
                  <a:pt x="193357" y="191770"/>
                </a:lnTo>
                <a:lnTo>
                  <a:pt x="193357" y="144780"/>
                </a:lnTo>
                <a:lnTo>
                  <a:pt x="193357" y="119380"/>
                </a:lnTo>
                <a:lnTo>
                  <a:pt x="324929" y="119380"/>
                </a:lnTo>
                <a:lnTo>
                  <a:pt x="324929" y="96520"/>
                </a:lnTo>
                <a:lnTo>
                  <a:pt x="324929" y="7239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86554" y="1437000"/>
            <a:ext cx="340995" cy="407670"/>
          </a:xfrm>
          <a:custGeom>
            <a:avLst/>
            <a:gdLst/>
            <a:ahLst/>
            <a:cxnLst/>
            <a:rect l="l" t="t" r="r" b="b"/>
            <a:pathLst>
              <a:path w="340994" h="407669">
                <a:moveTo>
                  <a:pt x="319153" y="232030"/>
                </a:moveTo>
                <a:lnTo>
                  <a:pt x="260478" y="232030"/>
                </a:lnTo>
                <a:lnTo>
                  <a:pt x="260478" y="0"/>
                </a:lnTo>
                <a:lnTo>
                  <a:pt x="319153" y="0"/>
                </a:lnTo>
                <a:lnTo>
                  <a:pt x="319153" y="232030"/>
                </a:lnTo>
                <a:close/>
              </a:path>
              <a:path w="340994" h="407669">
                <a:moveTo>
                  <a:pt x="198692" y="197359"/>
                </a:moveTo>
                <a:lnTo>
                  <a:pt x="0" y="197359"/>
                </a:lnTo>
                <a:lnTo>
                  <a:pt x="0" y="24003"/>
                </a:lnTo>
                <a:lnTo>
                  <a:pt x="198692" y="24003"/>
                </a:lnTo>
                <a:lnTo>
                  <a:pt x="198692" y="70231"/>
                </a:lnTo>
                <a:lnTo>
                  <a:pt x="57785" y="70231"/>
                </a:lnTo>
                <a:lnTo>
                  <a:pt x="57785" y="151575"/>
                </a:lnTo>
                <a:lnTo>
                  <a:pt x="198692" y="151575"/>
                </a:lnTo>
                <a:lnTo>
                  <a:pt x="198692" y="197359"/>
                </a:lnTo>
                <a:close/>
              </a:path>
              <a:path w="340994" h="407669">
                <a:moveTo>
                  <a:pt x="198692" y="151575"/>
                </a:moveTo>
                <a:lnTo>
                  <a:pt x="141352" y="151575"/>
                </a:lnTo>
                <a:lnTo>
                  <a:pt x="141352" y="70231"/>
                </a:lnTo>
                <a:lnTo>
                  <a:pt x="198692" y="70231"/>
                </a:lnTo>
                <a:lnTo>
                  <a:pt x="198692" y="151575"/>
                </a:lnTo>
                <a:close/>
              </a:path>
              <a:path w="340994" h="407669">
                <a:moveTo>
                  <a:pt x="211583" y="253811"/>
                </a:moveTo>
                <a:lnTo>
                  <a:pt x="152020" y="253811"/>
                </a:lnTo>
                <a:lnTo>
                  <a:pt x="152020" y="220473"/>
                </a:lnTo>
                <a:lnTo>
                  <a:pt x="211583" y="220473"/>
                </a:lnTo>
                <a:lnTo>
                  <a:pt x="211583" y="253811"/>
                </a:lnTo>
                <a:close/>
              </a:path>
              <a:path w="340994" h="407669">
                <a:moveTo>
                  <a:pt x="325820" y="297372"/>
                </a:moveTo>
                <a:lnTo>
                  <a:pt x="37338" y="297372"/>
                </a:lnTo>
                <a:lnTo>
                  <a:pt x="37338" y="253811"/>
                </a:lnTo>
                <a:lnTo>
                  <a:pt x="325820" y="253811"/>
                </a:lnTo>
                <a:lnTo>
                  <a:pt x="325820" y="297372"/>
                </a:lnTo>
                <a:close/>
              </a:path>
              <a:path w="340994" h="407669">
                <a:moveTo>
                  <a:pt x="40005" y="407609"/>
                </a:moveTo>
                <a:lnTo>
                  <a:pt x="21780" y="364048"/>
                </a:lnTo>
                <a:lnTo>
                  <a:pt x="75614" y="354630"/>
                </a:lnTo>
                <a:lnTo>
                  <a:pt x="114737" y="338711"/>
                </a:lnTo>
                <a:lnTo>
                  <a:pt x="139608" y="318792"/>
                </a:lnTo>
                <a:lnTo>
                  <a:pt x="150686" y="297372"/>
                </a:lnTo>
                <a:lnTo>
                  <a:pt x="212917" y="297372"/>
                </a:lnTo>
                <a:lnTo>
                  <a:pt x="224168" y="318292"/>
                </a:lnTo>
                <a:lnTo>
                  <a:pt x="248921" y="338378"/>
                </a:lnTo>
                <a:lnTo>
                  <a:pt x="267736" y="346267"/>
                </a:lnTo>
                <a:lnTo>
                  <a:pt x="181801" y="346267"/>
                </a:lnTo>
                <a:lnTo>
                  <a:pt x="158833" y="368354"/>
                </a:lnTo>
                <a:lnTo>
                  <a:pt x="127405" y="386606"/>
                </a:lnTo>
                <a:lnTo>
                  <a:pt x="87911" y="399962"/>
                </a:lnTo>
                <a:lnTo>
                  <a:pt x="88120" y="399962"/>
                </a:lnTo>
                <a:lnTo>
                  <a:pt x="40005" y="407609"/>
                </a:lnTo>
                <a:close/>
              </a:path>
              <a:path w="340994" h="407669">
                <a:moveTo>
                  <a:pt x="322264" y="407609"/>
                </a:moveTo>
                <a:lnTo>
                  <a:pt x="275126" y="399962"/>
                </a:lnTo>
                <a:lnTo>
                  <a:pt x="235864" y="386439"/>
                </a:lnTo>
                <a:lnTo>
                  <a:pt x="204686" y="368166"/>
                </a:lnTo>
                <a:lnTo>
                  <a:pt x="181801" y="346267"/>
                </a:lnTo>
                <a:lnTo>
                  <a:pt x="267736" y="346267"/>
                </a:lnTo>
                <a:lnTo>
                  <a:pt x="287676" y="354630"/>
                </a:lnTo>
                <a:lnTo>
                  <a:pt x="340933" y="364048"/>
                </a:lnTo>
                <a:lnTo>
                  <a:pt x="322264" y="40760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35451" y="1434782"/>
            <a:ext cx="741045" cy="408940"/>
          </a:xfrm>
          <a:custGeom>
            <a:avLst/>
            <a:gdLst/>
            <a:ahLst/>
            <a:cxnLst/>
            <a:rect l="l" t="t" r="r" b="b"/>
            <a:pathLst>
              <a:path w="741045" h="408939">
                <a:moveTo>
                  <a:pt x="242697" y="35115"/>
                </a:moveTo>
                <a:lnTo>
                  <a:pt x="156019" y="35115"/>
                </a:lnTo>
                <a:lnTo>
                  <a:pt x="156019" y="0"/>
                </a:lnTo>
                <a:lnTo>
                  <a:pt x="97345" y="0"/>
                </a:lnTo>
                <a:lnTo>
                  <a:pt x="97345" y="35115"/>
                </a:lnTo>
                <a:lnTo>
                  <a:pt x="10223" y="35115"/>
                </a:lnTo>
                <a:lnTo>
                  <a:pt x="10223" y="76898"/>
                </a:lnTo>
                <a:lnTo>
                  <a:pt x="242697" y="76898"/>
                </a:lnTo>
                <a:lnTo>
                  <a:pt x="242697" y="35115"/>
                </a:lnTo>
                <a:close/>
              </a:path>
              <a:path w="741045" h="408939">
                <a:moveTo>
                  <a:pt x="257365" y="263588"/>
                </a:moveTo>
                <a:lnTo>
                  <a:pt x="253961" y="232918"/>
                </a:lnTo>
                <a:lnTo>
                  <a:pt x="252920" y="223583"/>
                </a:lnTo>
                <a:lnTo>
                  <a:pt x="229336" y="226606"/>
                </a:lnTo>
                <a:lnTo>
                  <a:pt x="205308" y="229082"/>
                </a:lnTo>
                <a:lnTo>
                  <a:pt x="180848" y="231152"/>
                </a:lnTo>
                <a:lnTo>
                  <a:pt x="156019" y="232918"/>
                </a:lnTo>
                <a:lnTo>
                  <a:pt x="156019" y="212026"/>
                </a:lnTo>
                <a:lnTo>
                  <a:pt x="185178" y="204203"/>
                </a:lnTo>
                <a:lnTo>
                  <a:pt x="207302" y="191084"/>
                </a:lnTo>
                <a:lnTo>
                  <a:pt x="219824" y="175133"/>
                </a:lnTo>
                <a:lnTo>
                  <a:pt x="221335" y="173215"/>
                </a:lnTo>
                <a:lnTo>
                  <a:pt x="226250" y="151130"/>
                </a:lnTo>
                <a:lnTo>
                  <a:pt x="219710" y="126682"/>
                </a:lnTo>
                <a:lnTo>
                  <a:pt x="219138" y="124510"/>
                </a:lnTo>
                <a:lnTo>
                  <a:pt x="198970" y="104521"/>
                </a:lnTo>
                <a:lnTo>
                  <a:pt x="170688" y="93192"/>
                </a:lnTo>
                <a:lnTo>
                  <a:pt x="170688" y="151130"/>
                </a:lnTo>
                <a:lnTo>
                  <a:pt x="167690" y="161442"/>
                </a:lnTo>
                <a:lnTo>
                  <a:pt x="159016" y="168973"/>
                </a:lnTo>
                <a:lnTo>
                  <a:pt x="145186" y="173570"/>
                </a:lnTo>
                <a:lnTo>
                  <a:pt x="126682" y="175133"/>
                </a:lnTo>
                <a:lnTo>
                  <a:pt x="108115" y="173570"/>
                </a:lnTo>
                <a:lnTo>
                  <a:pt x="94119" y="168973"/>
                </a:lnTo>
                <a:lnTo>
                  <a:pt x="85305" y="161442"/>
                </a:lnTo>
                <a:lnTo>
                  <a:pt x="82232" y="151130"/>
                </a:lnTo>
                <a:lnTo>
                  <a:pt x="85305" y="140563"/>
                </a:lnTo>
                <a:lnTo>
                  <a:pt x="94119" y="132905"/>
                </a:lnTo>
                <a:lnTo>
                  <a:pt x="108115" y="128257"/>
                </a:lnTo>
                <a:lnTo>
                  <a:pt x="126682" y="126682"/>
                </a:lnTo>
                <a:lnTo>
                  <a:pt x="145186" y="128257"/>
                </a:lnTo>
                <a:lnTo>
                  <a:pt x="159016" y="132905"/>
                </a:lnTo>
                <a:lnTo>
                  <a:pt x="167690" y="140563"/>
                </a:lnTo>
                <a:lnTo>
                  <a:pt x="170688" y="151130"/>
                </a:lnTo>
                <a:lnTo>
                  <a:pt x="170688" y="93192"/>
                </a:lnTo>
                <a:lnTo>
                  <a:pt x="167551" y="91935"/>
                </a:lnTo>
                <a:lnTo>
                  <a:pt x="126682" y="87566"/>
                </a:lnTo>
                <a:lnTo>
                  <a:pt x="85547" y="91935"/>
                </a:lnTo>
                <a:lnTo>
                  <a:pt x="54013" y="104521"/>
                </a:lnTo>
                <a:lnTo>
                  <a:pt x="33794" y="124510"/>
                </a:lnTo>
                <a:lnTo>
                  <a:pt x="26670" y="151130"/>
                </a:lnTo>
                <a:lnTo>
                  <a:pt x="31584" y="173215"/>
                </a:lnTo>
                <a:lnTo>
                  <a:pt x="45669" y="191084"/>
                </a:lnTo>
                <a:lnTo>
                  <a:pt x="67919" y="204203"/>
                </a:lnTo>
                <a:lnTo>
                  <a:pt x="97345" y="212026"/>
                </a:lnTo>
                <a:lnTo>
                  <a:pt x="97345" y="235585"/>
                </a:lnTo>
                <a:lnTo>
                  <a:pt x="71386" y="236359"/>
                </a:lnTo>
                <a:lnTo>
                  <a:pt x="22466" y="236905"/>
                </a:lnTo>
                <a:lnTo>
                  <a:pt x="0" y="236905"/>
                </a:lnTo>
                <a:lnTo>
                  <a:pt x="6223" y="281813"/>
                </a:lnTo>
                <a:lnTo>
                  <a:pt x="50990" y="281292"/>
                </a:lnTo>
                <a:lnTo>
                  <a:pt x="100317" y="279819"/>
                </a:lnTo>
                <a:lnTo>
                  <a:pt x="152387" y="276796"/>
                </a:lnTo>
                <a:lnTo>
                  <a:pt x="205346" y="271589"/>
                </a:lnTo>
                <a:lnTo>
                  <a:pt x="257365" y="263588"/>
                </a:lnTo>
                <a:close/>
              </a:path>
              <a:path w="741045" h="408939">
                <a:moveTo>
                  <a:pt x="343154" y="357378"/>
                </a:moveTo>
                <a:lnTo>
                  <a:pt x="115570" y="357378"/>
                </a:lnTo>
                <a:lnTo>
                  <a:pt x="115570" y="301371"/>
                </a:lnTo>
                <a:lnTo>
                  <a:pt x="56896" y="301371"/>
                </a:lnTo>
                <a:lnTo>
                  <a:pt x="56896" y="404050"/>
                </a:lnTo>
                <a:lnTo>
                  <a:pt x="343154" y="404050"/>
                </a:lnTo>
                <a:lnTo>
                  <a:pt x="343154" y="357378"/>
                </a:lnTo>
                <a:close/>
              </a:path>
              <a:path w="741045" h="408939">
                <a:moveTo>
                  <a:pt x="380936" y="135572"/>
                </a:moveTo>
                <a:lnTo>
                  <a:pt x="329374" y="135572"/>
                </a:lnTo>
                <a:lnTo>
                  <a:pt x="329374" y="1333"/>
                </a:lnTo>
                <a:lnTo>
                  <a:pt x="270700" y="1333"/>
                </a:lnTo>
                <a:lnTo>
                  <a:pt x="270700" y="321373"/>
                </a:lnTo>
                <a:lnTo>
                  <a:pt x="329374" y="321373"/>
                </a:lnTo>
                <a:lnTo>
                  <a:pt x="329374" y="183578"/>
                </a:lnTo>
                <a:lnTo>
                  <a:pt x="380936" y="183578"/>
                </a:lnTo>
                <a:lnTo>
                  <a:pt x="380936" y="135572"/>
                </a:lnTo>
                <a:close/>
              </a:path>
              <a:path w="741045" h="408939">
                <a:moveTo>
                  <a:pt x="738314" y="1778"/>
                </a:moveTo>
                <a:lnTo>
                  <a:pt x="679640" y="1778"/>
                </a:lnTo>
                <a:lnTo>
                  <a:pt x="679640" y="66675"/>
                </a:lnTo>
                <a:lnTo>
                  <a:pt x="606298" y="66675"/>
                </a:lnTo>
                <a:lnTo>
                  <a:pt x="607466" y="57594"/>
                </a:lnTo>
                <a:lnTo>
                  <a:pt x="608304" y="48336"/>
                </a:lnTo>
                <a:lnTo>
                  <a:pt x="608799" y="38925"/>
                </a:lnTo>
                <a:lnTo>
                  <a:pt x="608965" y="29337"/>
                </a:lnTo>
                <a:lnTo>
                  <a:pt x="421386" y="29337"/>
                </a:lnTo>
                <a:lnTo>
                  <a:pt x="421386" y="76454"/>
                </a:lnTo>
                <a:lnTo>
                  <a:pt x="544957" y="76454"/>
                </a:lnTo>
                <a:lnTo>
                  <a:pt x="532117" y="115849"/>
                </a:lnTo>
                <a:lnTo>
                  <a:pt x="504228" y="150190"/>
                </a:lnTo>
                <a:lnTo>
                  <a:pt x="460260" y="178777"/>
                </a:lnTo>
                <a:lnTo>
                  <a:pt x="399161" y="200914"/>
                </a:lnTo>
                <a:lnTo>
                  <a:pt x="421830" y="247142"/>
                </a:lnTo>
                <a:lnTo>
                  <a:pt x="472033" y="229692"/>
                </a:lnTo>
                <a:lnTo>
                  <a:pt x="514388" y="207670"/>
                </a:lnTo>
                <a:lnTo>
                  <a:pt x="548919" y="180987"/>
                </a:lnTo>
                <a:lnTo>
                  <a:pt x="575691" y="149580"/>
                </a:lnTo>
                <a:lnTo>
                  <a:pt x="594741" y="113347"/>
                </a:lnTo>
                <a:lnTo>
                  <a:pt x="679640" y="113347"/>
                </a:lnTo>
                <a:lnTo>
                  <a:pt x="679640" y="151130"/>
                </a:lnTo>
                <a:lnTo>
                  <a:pt x="589407" y="151130"/>
                </a:lnTo>
                <a:lnTo>
                  <a:pt x="589407" y="198247"/>
                </a:lnTo>
                <a:lnTo>
                  <a:pt x="679640" y="198247"/>
                </a:lnTo>
                <a:lnTo>
                  <a:pt x="679640" y="237363"/>
                </a:lnTo>
                <a:lnTo>
                  <a:pt x="738314" y="237363"/>
                </a:lnTo>
                <a:lnTo>
                  <a:pt x="738314" y="113347"/>
                </a:lnTo>
                <a:lnTo>
                  <a:pt x="738314" y="66675"/>
                </a:lnTo>
                <a:lnTo>
                  <a:pt x="738314" y="1778"/>
                </a:lnTo>
                <a:close/>
              </a:path>
              <a:path w="741045" h="408939">
                <a:moveTo>
                  <a:pt x="740981" y="325818"/>
                </a:moveTo>
                <a:lnTo>
                  <a:pt x="731139" y="291274"/>
                </a:lnTo>
                <a:lnTo>
                  <a:pt x="727710" y="288036"/>
                </a:lnTo>
                <a:lnTo>
                  <a:pt x="703262" y="265087"/>
                </a:lnTo>
                <a:lnTo>
                  <a:pt x="683196" y="257441"/>
                </a:lnTo>
                <a:lnTo>
                  <a:pt x="683196" y="325818"/>
                </a:lnTo>
                <a:lnTo>
                  <a:pt x="677760" y="342226"/>
                </a:lnTo>
                <a:lnTo>
                  <a:pt x="662025" y="354050"/>
                </a:lnTo>
                <a:lnTo>
                  <a:pt x="636879" y="361200"/>
                </a:lnTo>
                <a:lnTo>
                  <a:pt x="603186" y="363601"/>
                </a:lnTo>
                <a:lnTo>
                  <a:pt x="569239" y="361200"/>
                </a:lnTo>
                <a:lnTo>
                  <a:pt x="543966" y="354050"/>
                </a:lnTo>
                <a:lnTo>
                  <a:pt x="528180" y="342226"/>
                </a:lnTo>
                <a:lnTo>
                  <a:pt x="522732" y="325818"/>
                </a:lnTo>
                <a:lnTo>
                  <a:pt x="528180" y="309422"/>
                </a:lnTo>
                <a:lnTo>
                  <a:pt x="543966" y="297599"/>
                </a:lnTo>
                <a:lnTo>
                  <a:pt x="569239" y="290449"/>
                </a:lnTo>
                <a:lnTo>
                  <a:pt x="603186" y="288036"/>
                </a:lnTo>
                <a:lnTo>
                  <a:pt x="636879" y="290449"/>
                </a:lnTo>
                <a:lnTo>
                  <a:pt x="662025" y="297599"/>
                </a:lnTo>
                <a:lnTo>
                  <a:pt x="677760" y="309422"/>
                </a:lnTo>
                <a:lnTo>
                  <a:pt x="683196" y="325818"/>
                </a:lnTo>
                <a:lnTo>
                  <a:pt x="683196" y="257441"/>
                </a:lnTo>
                <a:lnTo>
                  <a:pt x="659790" y="248500"/>
                </a:lnTo>
                <a:lnTo>
                  <a:pt x="603186" y="242697"/>
                </a:lnTo>
                <a:lnTo>
                  <a:pt x="546341" y="248500"/>
                </a:lnTo>
                <a:lnTo>
                  <a:pt x="502729" y="265087"/>
                </a:lnTo>
                <a:lnTo>
                  <a:pt x="474802" y="291274"/>
                </a:lnTo>
                <a:lnTo>
                  <a:pt x="464947" y="325818"/>
                </a:lnTo>
                <a:lnTo>
                  <a:pt x="474802" y="360375"/>
                </a:lnTo>
                <a:lnTo>
                  <a:pt x="502729" y="386549"/>
                </a:lnTo>
                <a:lnTo>
                  <a:pt x="546341" y="403148"/>
                </a:lnTo>
                <a:lnTo>
                  <a:pt x="603186" y="408940"/>
                </a:lnTo>
                <a:lnTo>
                  <a:pt x="659790" y="403148"/>
                </a:lnTo>
                <a:lnTo>
                  <a:pt x="703262" y="386549"/>
                </a:lnTo>
                <a:lnTo>
                  <a:pt x="727710" y="363601"/>
                </a:lnTo>
                <a:lnTo>
                  <a:pt x="731139" y="360375"/>
                </a:lnTo>
                <a:lnTo>
                  <a:pt x="740981" y="325818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15" name="object 15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527" y="1056659"/>
            <a:ext cx="261041" cy="186650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069696" y="2422111"/>
            <a:ext cx="6908800" cy="6675120"/>
            <a:chOff x="1069696" y="2422111"/>
            <a:chExt cx="6908800" cy="6675120"/>
          </a:xfrm>
        </p:grpSpPr>
        <p:sp>
          <p:nvSpPr>
            <p:cNvPr id="19" name="object 19" descr=""/>
            <p:cNvSpPr/>
            <p:nvPr/>
          </p:nvSpPr>
          <p:spPr>
            <a:xfrm>
              <a:off x="1486785" y="2425556"/>
              <a:ext cx="2857500" cy="6418580"/>
            </a:xfrm>
            <a:custGeom>
              <a:avLst/>
              <a:gdLst/>
              <a:ahLst/>
              <a:cxnLst/>
              <a:rect l="l" t="t" r="r" b="b"/>
              <a:pathLst>
                <a:path w="2857500" h="6418580">
                  <a:moveTo>
                    <a:pt x="2571750" y="6418323"/>
                  </a:moveTo>
                  <a:lnTo>
                    <a:pt x="285750" y="6418323"/>
                  </a:lnTo>
                  <a:lnTo>
                    <a:pt x="240779" y="6414763"/>
                  </a:lnTo>
                  <a:lnTo>
                    <a:pt x="197320" y="6404296"/>
                  </a:lnTo>
                  <a:lnTo>
                    <a:pt x="156141" y="6387239"/>
                  </a:lnTo>
                  <a:lnTo>
                    <a:pt x="118010" y="6363911"/>
                  </a:lnTo>
                  <a:lnTo>
                    <a:pt x="83694" y="6334629"/>
                  </a:lnTo>
                  <a:lnTo>
                    <a:pt x="54412" y="6300312"/>
                  </a:lnTo>
                  <a:lnTo>
                    <a:pt x="31083" y="6262181"/>
                  </a:lnTo>
                  <a:lnTo>
                    <a:pt x="14026" y="6221002"/>
                  </a:lnTo>
                  <a:lnTo>
                    <a:pt x="3559" y="6177544"/>
                  </a:lnTo>
                  <a:lnTo>
                    <a:pt x="0" y="6132573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2571750" y="0"/>
                  </a:lnTo>
                  <a:lnTo>
                    <a:pt x="2616720" y="3559"/>
                  </a:lnTo>
                  <a:lnTo>
                    <a:pt x="2660179" y="14026"/>
                  </a:lnTo>
                  <a:lnTo>
                    <a:pt x="2701358" y="31083"/>
                  </a:lnTo>
                  <a:lnTo>
                    <a:pt x="2739489" y="54412"/>
                  </a:lnTo>
                  <a:lnTo>
                    <a:pt x="2773805" y="83694"/>
                  </a:lnTo>
                  <a:lnTo>
                    <a:pt x="2803087" y="118010"/>
                  </a:lnTo>
                  <a:lnTo>
                    <a:pt x="2826416" y="156141"/>
                  </a:lnTo>
                  <a:lnTo>
                    <a:pt x="2843473" y="197320"/>
                  </a:lnTo>
                  <a:lnTo>
                    <a:pt x="2853940" y="240779"/>
                  </a:lnTo>
                  <a:lnTo>
                    <a:pt x="2857500" y="285750"/>
                  </a:lnTo>
                  <a:lnTo>
                    <a:pt x="2857500" y="6132573"/>
                  </a:lnTo>
                  <a:lnTo>
                    <a:pt x="2853940" y="6177544"/>
                  </a:lnTo>
                  <a:lnTo>
                    <a:pt x="2843473" y="6221002"/>
                  </a:lnTo>
                  <a:lnTo>
                    <a:pt x="2826416" y="6262181"/>
                  </a:lnTo>
                  <a:lnTo>
                    <a:pt x="2803087" y="6300312"/>
                  </a:lnTo>
                  <a:lnTo>
                    <a:pt x="2773805" y="6334629"/>
                  </a:lnTo>
                  <a:lnTo>
                    <a:pt x="2739489" y="6363911"/>
                  </a:lnTo>
                  <a:lnTo>
                    <a:pt x="2701358" y="6387239"/>
                  </a:lnTo>
                  <a:lnTo>
                    <a:pt x="2660179" y="6404296"/>
                  </a:lnTo>
                  <a:lnTo>
                    <a:pt x="2616720" y="6414763"/>
                  </a:lnTo>
                  <a:lnTo>
                    <a:pt x="2571750" y="6418323"/>
                  </a:lnTo>
                  <a:close/>
                </a:path>
              </a:pathLst>
            </a:custGeom>
            <a:solidFill>
              <a:srgbClr val="B8E4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986" y="2631672"/>
              <a:ext cx="3072411" cy="307241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0218" y="3352507"/>
              <a:ext cx="1536205" cy="153620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9696" y="5276228"/>
              <a:ext cx="3820879" cy="382087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3101" y="6172665"/>
              <a:ext cx="1910439" cy="191043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2247734" y="2758376"/>
              <a:ext cx="120650" cy="189230"/>
            </a:xfrm>
            <a:custGeom>
              <a:avLst/>
              <a:gdLst/>
              <a:ahLst/>
              <a:cxnLst/>
              <a:rect l="l" t="t" r="r" b="b"/>
              <a:pathLst>
                <a:path w="120650" h="189230">
                  <a:moveTo>
                    <a:pt x="12065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80010"/>
                  </a:lnTo>
                  <a:lnTo>
                    <a:pt x="0" y="116840"/>
                  </a:lnTo>
                  <a:lnTo>
                    <a:pt x="0" y="189230"/>
                  </a:lnTo>
                  <a:lnTo>
                    <a:pt x="45466" y="189230"/>
                  </a:lnTo>
                  <a:lnTo>
                    <a:pt x="45466" y="116840"/>
                  </a:lnTo>
                  <a:lnTo>
                    <a:pt x="109982" y="116840"/>
                  </a:lnTo>
                  <a:lnTo>
                    <a:pt x="109982" y="80010"/>
                  </a:lnTo>
                  <a:lnTo>
                    <a:pt x="45466" y="80010"/>
                  </a:lnTo>
                  <a:lnTo>
                    <a:pt x="45466" y="38100"/>
                  </a:lnTo>
                  <a:lnTo>
                    <a:pt x="120650" y="38100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7600" y="2799840"/>
              <a:ext cx="251209" cy="15163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77258" y="2799840"/>
              <a:ext cx="132081" cy="14808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830665" y="2758376"/>
              <a:ext cx="350520" cy="193675"/>
            </a:xfrm>
            <a:custGeom>
              <a:avLst/>
              <a:gdLst/>
              <a:ahLst/>
              <a:cxnLst/>
              <a:rect l="l" t="t" r="r" b="b"/>
              <a:pathLst>
                <a:path w="350519" h="193675">
                  <a:moveTo>
                    <a:pt x="103378" y="187769"/>
                  </a:moveTo>
                  <a:lnTo>
                    <a:pt x="96266" y="155257"/>
                  </a:lnTo>
                  <a:lnTo>
                    <a:pt x="87630" y="157797"/>
                  </a:lnTo>
                  <a:lnTo>
                    <a:pt x="83058" y="157797"/>
                  </a:lnTo>
                  <a:lnTo>
                    <a:pt x="75704" y="156565"/>
                  </a:lnTo>
                  <a:lnTo>
                    <a:pt x="69913" y="152628"/>
                  </a:lnTo>
                  <a:lnTo>
                    <a:pt x="66128" y="145694"/>
                  </a:lnTo>
                  <a:lnTo>
                    <a:pt x="64770" y="135445"/>
                  </a:lnTo>
                  <a:lnTo>
                    <a:pt x="64770" y="80327"/>
                  </a:lnTo>
                  <a:lnTo>
                    <a:pt x="98806" y="80327"/>
                  </a:lnTo>
                  <a:lnTo>
                    <a:pt x="98806" y="45021"/>
                  </a:lnTo>
                  <a:lnTo>
                    <a:pt x="64770" y="45021"/>
                  </a:lnTo>
                  <a:lnTo>
                    <a:pt x="64770" y="6921"/>
                  </a:lnTo>
                  <a:lnTo>
                    <a:pt x="27178" y="6921"/>
                  </a:lnTo>
                  <a:lnTo>
                    <a:pt x="22098" y="45021"/>
                  </a:lnTo>
                  <a:lnTo>
                    <a:pt x="0" y="46799"/>
                  </a:lnTo>
                  <a:lnTo>
                    <a:pt x="0" y="80327"/>
                  </a:lnTo>
                  <a:lnTo>
                    <a:pt x="19558" y="80327"/>
                  </a:lnTo>
                  <a:lnTo>
                    <a:pt x="19558" y="135953"/>
                  </a:lnTo>
                  <a:lnTo>
                    <a:pt x="22428" y="159359"/>
                  </a:lnTo>
                  <a:lnTo>
                    <a:pt x="31470" y="177393"/>
                  </a:lnTo>
                  <a:lnTo>
                    <a:pt x="47320" y="189001"/>
                  </a:lnTo>
                  <a:lnTo>
                    <a:pt x="70612" y="193103"/>
                  </a:lnTo>
                  <a:lnTo>
                    <a:pt x="80886" y="192595"/>
                  </a:lnTo>
                  <a:lnTo>
                    <a:pt x="89662" y="191300"/>
                  </a:lnTo>
                  <a:lnTo>
                    <a:pt x="97116" y="189572"/>
                  </a:lnTo>
                  <a:lnTo>
                    <a:pt x="103378" y="187769"/>
                  </a:lnTo>
                  <a:close/>
                </a:path>
                <a:path w="350519" h="193675">
                  <a:moveTo>
                    <a:pt x="193052" y="100139"/>
                  </a:moveTo>
                  <a:lnTo>
                    <a:pt x="121158" y="100139"/>
                  </a:lnTo>
                  <a:lnTo>
                    <a:pt x="121158" y="131889"/>
                  </a:lnTo>
                  <a:lnTo>
                    <a:pt x="193052" y="131889"/>
                  </a:lnTo>
                  <a:lnTo>
                    <a:pt x="193052" y="100139"/>
                  </a:lnTo>
                  <a:close/>
                </a:path>
                <a:path w="350519" h="193675">
                  <a:moveTo>
                    <a:pt x="350278" y="151130"/>
                  </a:moveTo>
                  <a:lnTo>
                    <a:pt x="273062" y="151130"/>
                  </a:lnTo>
                  <a:lnTo>
                    <a:pt x="273062" y="111760"/>
                  </a:lnTo>
                  <a:lnTo>
                    <a:pt x="336308" y="111760"/>
                  </a:lnTo>
                  <a:lnTo>
                    <a:pt x="336308" y="73660"/>
                  </a:lnTo>
                  <a:lnTo>
                    <a:pt x="273062" y="73660"/>
                  </a:lnTo>
                  <a:lnTo>
                    <a:pt x="273062" y="38100"/>
                  </a:lnTo>
                  <a:lnTo>
                    <a:pt x="347484" y="38100"/>
                  </a:lnTo>
                  <a:lnTo>
                    <a:pt x="347484" y="0"/>
                  </a:lnTo>
                  <a:lnTo>
                    <a:pt x="227596" y="0"/>
                  </a:lnTo>
                  <a:lnTo>
                    <a:pt x="227596" y="38100"/>
                  </a:lnTo>
                  <a:lnTo>
                    <a:pt x="227596" y="73660"/>
                  </a:lnTo>
                  <a:lnTo>
                    <a:pt x="227596" y="111760"/>
                  </a:lnTo>
                  <a:lnTo>
                    <a:pt x="227596" y="151130"/>
                  </a:lnTo>
                  <a:lnTo>
                    <a:pt x="227596" y="189230"/>
                  </a:lnTo>
                  <a:lnTo>
                    <a:pt x="350278" y="189230"/>
                  </a:lnTo>
                  <a:lnTo>
                    <a:pt x="350278" y="1511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14728" y="2799840"/>
              <a:ext cx="132081" cy="14808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4497" y="2744975"/>
              <a:ext cx="138177" cy="20650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76795" y="5255279"/>
              <a:ext cx="346460" cy="19380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948148" y="5245373"/>
              <a:ext cx="37465" cy="200660"/>
            </a:xfrm>
            <a:custGeom>
              <a:avLst/>
              <a:gdLst/>
              <a:ahLst/>
              <a:cxnLst/>
              <a:rect l="l" t="t" r="r" b="b"/>
              <a:pathLst>
                <a:path w="37464" h="200660">
                  <a:moveTo>
                    <a:pt x="33020" y="200408"/>
                  </a:moveTo>
                  <a:lnTo>
                    <a:pt x="4064" y="200408"/>
                  </a:lnTo>
                  <a:lnTo>
                    <a:pt x="4064" y="60706"/>
                  </a:lnTo>
                  <a:lnTo>
                    <a:pt x="33020" y="60706"/>
                  </a:lnTo>
                  <a:lnTo>
                    <a:pt x="33020" y="200408"/>
                  </a:lnTo>
                  <a:close/>
                </a:path>
                <a:path w="37464" h="200660">
                  <a:moveTo>
                    <a:pt x="18542" y="34544"/>
                  </a:moveTo>
                  <a:lnTo>
                    <a:pt x="7874" y="34544"/>
                  </a:lnTo>
                  <a:lnTo>
                    <a:pt x="0" y="27432"/>
                  </a:lnTo>
                  <a:lnTo>
                    <a:pt x="0" y="6858"/>
                  </a:lnTo>
                  <a:lnTo>
                    <a:pt x="7874" y="0"/>
                  </a:lnTo>
                  <a:lnTo>
                    <a:pt x="18542" y="0"/>
                  </a:lnTo>
                  <a:lnTo>
                    <a:pt x="25979" y="1234"/>
                  </a:lnTo>
                  <a:lnTo>
                    <a:pt x="31940" y="4730"/>
                  </a:lnTo>
                  <a:lnTo>
                    <a:pt x="35901" y="10179"/>
                  </a:lnTo>
                  <a:lnTo>
                    <a:pt x="37338" y="17272"/>
                  </a:lnTo>
                  <a:lnTo>
                    <a:pt x="35901" y="24257"/>
                  </a:lnTo>
                  <a:lnTo>
                    <a:pt x="31940" y="29718"/>
                  </a:lnTo>
                  <a:lnTo>
                    <a:pt x="25979" y="33274"/>
                  </a:lnTo>
                  <a:lnTo>
                    <a:pt x="18542" y="34544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10887" y="5240039"/>
              <a:ext cx="176278" cy="20904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11241" y="8319585"/>
              <a:ext cx="271529" cy="19024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02074" y="8363274"/>
              <a:ext cx="131573" cy="14655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18054" y="8363274"/>
              <a:ext cx="120651" cy="14655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58541" y="8304091"/>
              <a:ext cx="125477" cy="205742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4600506" y="2422111"/>
              <a:ext cx="2857500" cy="6416675"/>
            </a:xfrm>
            <a:custGeom>
              <a:avLst/>
              <a:gdLst/>
              <a:ahLst/>
              <a:cxnLst/>
              <a:rect l="l" t="t" r="r" b="b"/>
              <a:pathLst>
                <a:path w="2857500" h="6416675">
                  <a:moveTo>
                    <a:pt x="2571750" y="6416048"/>
                  </a:moveTo>
                  <a:lnTo>
                    <a:pt x="285750" y="6416048"/>
                  </a:lnTo>
                  <a:lnTo>
                    <a:pt x="240779" y="6412488"/>
                  </a:lnTo>
                  <a:lnTo>
                    <a:pt x="197320" y="6402021"/>
                  </a:lnTo>
                  <a:lnTo>
                    <a:pt x="156141" y="6384964"/>
                  </a:lnTo>
                  <a:lnTo>
                    <a:pt x="118010" y="6361636"/>
                  </a:lnTo>
                  <a:lnTo>
                    <a:pt x="83694" y="6332354"/>
                  </a:lnTo>
                  <a:lnTo>
                    <a:pt x="54412" y="6298037"/>
                  </a:lnTo>
                  <a:lnTo>
                    <a:pt x="31083" y="6259906"/>
                  </a:lnTo>
                  <a:lnTo>
                    <a:pt x="14026" y="6218727"/>
                  </a:lnTo>
                  <a:lnTo>
                    <a:pt x="3559" y="6175269"/>
                  </a:lnTo>
                  <a:lnTo>
                    <a:pt x="0" y="6130298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2571750" y="0"/>
                  </a:lnTo>
                  <a:lnTo>
                    <a:pt x="2616720" y="3559"/>
                  </a:lnTo>
                  <a:lnTo>
                    <a:pt x="2660179" y="14026"/>
                  </a:lnTo>
                  <a:lnTo>
                    <a:pt x="2701358" y="31083"/>
                  </a:lnTo>
                  <a:lnTo>
                    <a:pt x="2739489" y="54412"/>
                  </a:lnTo>
                  <a:lnTo>
                    <a:pt x="2773805" y="83694"/>
                  </a:lnTo>
                  <a:lnTo>
                    <a:pt x="2803087" y="118010"/>
                  </a:lnTo>
                  <a:lnTo>
                    <a:pt x="2826416" y="156141"/>
                  </a:lnTo>
                  <a:lnTo>
                    <a:pt x="2843473" y="197320"/>
                  </a:lnTo>
                  <a:lnTo>
                    <a:pt x="2853940" y="240779"/>
                  </a:lnTo>
                  <a:lnTo>
                    <a:pt x="2857500" y="285750"/>
                  </a:lnTo>
                  <a:lnTo>
                    <a:pt x="2857500" y="6130298"/>
                  </a:lnTo>
                  <a:lnTo>
                    <a:pt x="2853940" y="6175269"/>
                  </a:lnTo>
                  <a:lnTo>
                    <a:pt x="2843473" y="6218727"/>
                  </a:lnTo>
                  <a:lnTo>
                    <a:pt x="2826416" y="6259906"/>
                  </a:lnTo>
                  <a:lnTo>
                    <a:pt x="2803087" y="6298037"/>
                  </a:lnTo>
                  <a:lnTo>
                    <a:pt x="2773805" y="6332354"/>
                  </a:lnTo>
                  <a:lnTo>
                    <a:pt x="2739489" y="6361636"/>
                  </a:lnTo>
                  <a:lnTo>
                    <a:pt x="2701358" y="6384964"/>
                  </a:lnTo>
                  <a:lnTo>
                    <a:pt x="2660179" y="6402021"/>
                  </a:lnTo>
                  <a:lnTo>
                    <a:pt x="2616720" y="6412488"/>
                  </a:lnTo>
                  <a:lnTo>
                    <a:pt x="2571750" y="6416048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74988" y="2536581"/>
              <a:ext cx="3302652" cy="331713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23646" y="3321405"/>
              <a:ext cx="1651326" cy="165856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54067" y="5335047"/>
              <a:ext cx="3724037" cy="3724037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98247" y="6215926"/>
              <a:ext cx="1862018" cy="1862018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41346" y="2758945"/>
              <a:ext cx="145289" cy="188978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07971" y="2799840"/>
              <a:ext cx="125477" cy="15163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60120" y="2799840"/>
              <a:ext cx="119381" cy="15163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5904636" y="2744977"/>
              <a:ext cx="384810" cy="203200"/>
            </a:xfrm>
            <a:custGeom>
              <a:avLst/>
              <a:gdLst/>
              <a:ahLst/>
              <a:cxnLst/>
              <a:rect l="l" t="t" r="r" b="b"/>
              <a:pathLst>
                <a:path w="384810" h="203200">
                  <a:moveTo>
                    <a:pt x="141490" y="202946"/>
                  </a:moveTo>
                  <a:lnTo>
                    <a:pt x="86868" y="118110"/>
                  </a:lnTo>
                  <a:lnTo>
                    <a:pt x="137934" y="58420"/>
                  </a:lnTo>
                  <a:lnTo>
                    <a:pt x="88900" y="58420"/>
                  </a:lnTo>
                  <a:lnTo>
                    <a:pt x="44958" y="113284"/>
                  </a:lnTo>
                  <a:lnTo>
                    <a:pt x="43942" y="113284"/>
                  </a:lnTo>
                  <a:lnTo>
                    <a:pt x="43942" y="0"/>
                  </a:lnTo>
                  <a:lnTo>
                    <a:pt x="0" y="0"/>
                  </a:lnTo>
                  <a:lnTo>
                    <a:pt x="0" y="202946"/>
                  </a:lnTo>
                  <a:lnTo>
                    <a:pt x="43942" y="202946"/>
                  </a:lnTo>
                  <a:lnTo>
                    <a:pt x="43942" y="167640"/>
                  </a:lnTo>
                  <a:lnTo>
                    <a:pt x="61214" y="148082"/>
                  </a:lnTo>
                  <a:lnTo>
                    <a:pt x="92456" y="202946"/>
                  </a:lnTo>
                  <a:lnTo>
                    <a:pt x="141490" y="202946"/>
                  </a:lnTo>
                  <a:close/>
                </a:path>
                <a:path w="384810" h="203200">
                  <a:moveTo>
                    <a:pt x="227342" y="113538"/>
                  </a:moveTo>
                  <a:lnTo>
                    <a:pt x="155460" y="113538"/>
                  </a:lnTo>
                  <a:lnTo>
                    <a:pt x="155460" y="145288"/>
                  </a:lnTo>
                  <a:lnTo>
                    <a:pt x="227342" y="145288"/>
                  </a:lnTo>
                  <a:lnTo>
                    <a:pt x="227342" y="113538"/>
                  </a:lnTo>
                  <a:close/>
                </a:path>
                <a:path w="384810" h="203200">
                  <a:moveTo>
                    <a:pt x="384568" y="164528"/>
                  </a:moveTo>
                  <a:lnTo>
                    <a:pt x="307352" y="164528"/>
                  </a:lnTo>
                  <a:lnTo>
                    <a:pt x="307352" y="125158"/>
                  </a:lnTo>
                  <a:lnTo>
                    <a:pt x="370598" y="125158"/>
                  </a:lnTo>
                  <a:lnTo>
                    <a:pt x="370598" y="87058"/>
                  </a:lnTo>
                  <a:lnTo>
                    <a:pt x="307352" y="87058"/>
                  </a:lnTo>
                  <a:lnTo>
                    <a:pt x="307352" y="51498"/>
                  </a:lnTo>
                  <a:lnTo>
                    <a:pt x="381774" y="51498"/>
                  </a:lnTo>
                  <a:lnTo>
                    <a:pt x="381774" y="13398"/>
                  </a:lnTo>
                  <a:lnTo>
                    <a:pt x="261886" y="13398"/>
                  </a:lnTo>
                  <a:lnTo>
                    <a:pt x="261886" y="51498"/>
                  </a:lnTo>
                  <a:lnTo>
                    <a:pt x="261886" y="87058"/>
                  </a:lnTo>
                  <a:lnTo>
                    <a:pt x="261886" y="125158"/>
                  </a:lnTo>
                  <a:lnTo>
                    <a:pt x="261886" y="164528"/>
                  </a:lnTo>
                  <a:lnTo>
                    <a:pt x="261886" y="202628"/>
                  </a:lnTo>
                  <a:lnTo>
                    <a:pt x="384568" y="202628"/>
                  </a:lnTo>
                  <a:lnTo>
                    <a:pt x="384568" y="164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22991" y="2799840"/>
              <a:ext cx="132081" cy="14808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2759" y="2744975"/>
              <a:ext cx="138177" cy="20650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5319610" y="8319585"/>
              <a:ext cx="29845" cy="187325"/>
            </a:xfrm>
            <a:custGeom>
              <a:avLst/>
              <a:gdLst/>
              <a:ahLst/>
              <a:cxnLst/>
              <a:rect l="l" t="t" r="r" b="b"/>
              <a:pathLst>
                <a:path w="29845" h="187325">
                  <a:moveTo>
                    <a:pt x="29464" y="186946"/>
                  </a:moveTo>
                  <a:lnTo>
                    <a:pt x="0" y="186946"/>
                  </a:lnTo>
                  <a:lnTo>
                    <a:pt x="0" y="0"/>
                  </a:lnTo>
                  <a:lnTo>
                    <a:pt x="29464" y="0"/>
                  </a:lnTo>
                  <a:lnTo>
                    <a:pt x="29464" y="186946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95557" y="8363274"/>
              <a:ext cx="116079" cy="14325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38307" y="8328221"/>
              <a:ext cx="227078" cy="181612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798147" y="8304098"/>
              <a:ext cx="184785" cy="205740"/>
            </a:xfrm>
            <a:custGeom>
              <a:avLst/>
              <a:gdLst/>
              <a:ahLst/>
              <a:cxnLst/>
              <a:rect l="l" t="t" r="r" b="b"/>
              <a:pathLst>
                <a:path w="184785" h="205740">
                  <a:moveTo>
                    <a:pt x="44704" y="203454"/>
                  </a:moveTo>
                  <a:lnTo>
                    <a:pt x="40894" y="181356"/>
                  </a:lnTo>
                  <a:lnTo>
                    <a:pt x="38354" y="181864"/>
                  </a:lnTo>
                  <a:lnTo>
                    <a:pt x="32512" y="181864"/>
                  </a:lnTo>
                  <a:lnTo>
                    <a:pt x="28956" y="179070"/>
                  </a:lnTo>
                  <a:lnTo>
                    <a:pt x="28956" y="0"/>
                  </a:lnTo>
                  <a:lnTo>
                    <a:pt x="0" y="0"/>
                  </a:lnTo>
                  <a:lnTo>
                    <a:pt x="0" y="169672"/>
                  </a:lnTo>
                  <a:lnTo>
                    <a:pt x="1562" y="184848"/>
                  </a:lnTo>
                  <a:lnTo>
                    <a:pt x="6565" y="196189"/>
                  </a:lnTo>
                  <a:lnTo>
                    <a:pt x="15532" y="203288"/>
                  </a:lnTo>
                  <a:lnTo>
                    <a:pt x="28956" y="205740"/>
                  </a:lnTo>
                  <a:lnTo>
                    <a:pt x="36068" y="205740"/>
                  </a:lnTo>
                  <a:lnTo>
                    <a:pt x="41148" y="204724"/>
                  </a:lnTo>
                  <a:lnTo>
                    <a:pt x="44704" y="203454"/>
                  </a:lnTo>
                  <a:close/>
                </a:path>
                <a:path w="184785" h="205740">
                  <a:moveTo>
                    <a:pt x="120396" y="203454"/>
                  </a:moveTo>
                  <a:lnTo>
                    <a:pt x="116586" y="181356"/>
                  </a:lnTo>
                  <a:lnTo>
                    <a:pt x="114046" y="181864"/>
                  </a:lnTo>
                  <a:lnTo>
                    <a:pt x="108204" y="181864"/>
                  </a:lnTo>
                  <a:lnTo>
                    <a:pt x="104648" y="179070"/>
                  </a:lnTo>
                  <a:lnTo>
                    <a:pt x="104648" y="0"/>
                  </a:lnTo>
                  <a:lnTo>
                    <a:pt x="75692" y="0"/>
                  </a:lnTo>
                  <a:lnTo>
                    <a:pt x="75692" y="169672"/>
                  </a:lnTo>
                  <a:lnTo>
                    <a:pt x="77254" y="184848"/>
                  </a:lnTo>
                  <a:lnTo>
                    <a:pt x="82270" y="196189"/>
                  </a:lnTo>
                  <a:lnTo>
                    <a:pt x="91224" y="203288"/>
                  </a:lnTo>
                  <a:lnTo>
                    <a:pt x="104648" y="205740"/>
                  </a:lnTo>
                  <a:lnTo>
                    <a:pt x="111760" y="205740"/>
                  </a:lnTo>
                  <a:lnTo>
                    <a:pt x="116840" y="204724"/>
                  </a:lnTo>
                  <a:lnTo>
                    <a:pt x="120396" y="203454"/>
                  </a:lnTo>
                  <a:close/>
                </a:path>
                <a:path w="184785" h="205740">
                  <a:moveTo>
                    <a:pt x="180340" y="62738"/>
                  </a:moveTo>
                  <a:lnTo>
                    <a:pt x="151384" y="62738"/>
                  </a:lnTo>
                  <a:lnTo>
                    <a:pt x="151384" y="202438"/>
                  </a:lnTo>
                  <a:lnTo>
                    <a:pt x="180340" y="202438"/>
                  </a:lnTo>
                  <a:lnTo>
                    <a:pt x="180340" y="62738"/>
                  </a:lnTo>
                  <a:close/>
                </a:path>
                <a:path w="184785" h="205740">
                  <a:moveTo>
                    <a:pt x="184658" y="19304"/>
                  </a:moveTo>
                  <a:lnTo>
                    <a:pt x="183222" y="12217"/>
                  </a:lnTo>
                  <a:lnTo>
                    <a:pt x="179260" y="6756"/>
                  </a:lnTo>
                  <a:lnTo>
                    <a:pt x="173304" y="3263"/>
                  </a:lnTo>
                  <a:lnTo>
                    <a:pt x="165862" y="2032"/>
                  </a:lnTo>
                  <a:lnTo>
                    <a:pt x="155194" y="2032"/>
                  </a:lnTo>
                  <a:lnTo>
                    <a:pt x="147320" y="8890"/>
                  </a:lnTo>
                  <a:lnTo>
                    <a:pt x="147320" y="29464"/>
                  </a:lnTo>
                  <a:lnTo>
                    <a:pt x="155194" y="36576"/>
                  </a:lnTo>
                  <a:lnTo>
                    <a:pt x="165862" y="36576"/>
                  </a:lnTo>
                  <a:lnTo>
                    <a:pt x="173304" y="35306"/>
                  </a:lnTo>
                  <a:lnTo>
                    <a:pt x="179260" y="31750"/>
                  </a:lnTo>
                  <a:lnTo>
                    <a:pt x="183222" y="26289"/>
                  </a:lnTo>
                  <a:lnTo>
                    <a:pt x="184658" y="19304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07959" y="8319585"/>
              <a:ext cx="108459" cy="190248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6221732" y="8319585"/>
              <a:ext cx="29845" cy="187325"/>
            </a:xfrm>
            <a:custGeom>
              <a:avLst/>
              <a:gdLst/>
              <a:ahLst/>
              <a:cxnLst/>
              <a:rect l="l" t="t" r="r" b="b"/>
              <a:pathLst>
                <a:path w="29845" h="187325">
                  <a:moveTo>
                    <a:pt x="29464" y="186946"/>
                  </a:moveTo>
                  <a:lnTo>
                    <a:pt x="0" y="186946"/>
                  </a:lnTo>
                  <a:lnTo>
                    <a:pt x="0" y="0"/>
                  </a:lnTo>
                  <a:lnTo>
                    <a:pt x="29464" y="0"/>
                  </a:lnTo>
                  <a:lnTo>
                    <a:pt x="29464" y="186946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00219" y="8319585"/>
              <a:ext cx="138685" cy="18694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77767" y="8319524"/>
              <a:ext cx="285753" cy="187007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22918" y="5255279"/>
              <a:ext cx="132335" cy="19380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88020" y="5302524"/>
              <a:ext cx="125223" cy="19990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648042" y="5245373"/>
              <a:ext cx="137161" cy="20040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24828" y="5302524"/>
              <a:ext cx="116079" cy="143257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73166" y="5302524"/>
              <a:ext cx="131065" cy="205996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189738" y="5258835"/>
              <a:ext cx="134113" cy="18694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46712" y="5302524"/>
              <a:ext cx="131573" cy="146559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02670" y="5267471"/>
              <a:ext cx="240286" cy="181612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6879784" y="1844609"/>
            <a:ext cx="9987915" cy="7232015"/>
            <a:chOff x="6879784" y="1844609"/>
            <a:chExt cx="9987915" cy="7232015"/>
          </a:xfrm>
        </p:grpSpPr>
        <p:sp>
          <p:nvSpPr>
            <p:cNvPr id="65" name="object 65" descr=""/>
            <p:cNvSpPr/>
            <p:nvPr/>
          </p:nvSpPr>
          <p:spPr>
            <a:xfrm>
              <a:off x="10830494" y="2425555"/>
              <a:ext cx="2857500" cy="6418580"/>
            </a:xfrm>
            <a:custGeom>
              <a:avLst/>
              <a:gdLst/>
              <a:ahLst/>
              <a:cxnLst/>
              <a:rect l="l" t="t" r="r" b="b"/>
              <a:pathLst>
                <a:path w="2857500" h="6418580">
                  <a:moveTo>
                    <a:pt x="2571750" y="6418323"/>
                  </a:moveTo>
                  <a:lnTo>
                    <a:pt x="285750" y="6418323"/>
                  </a:lnTo>
                  <a:lnTo>
                    <a:pt x="240779" y="6414763"/>
                  </a:lnTo>
                  <a:lnTo>
                    <a:pt x="197320" y="6404296"/>
                  </a:lnTo>
                  <a:lnTo>
                    <a:pt x="156141" y="6387239"/>
                  </a:lnTo>
                  <a:lnTo>
                    <a:pt x="118010" y="6363911"/>
                  </a:lnTo>
                  <a:lnTo>
                    <a:pt x="83694" y="6334629"/>
                  </a:lnTo>
                  <a:lnTo>
                    <a:pt x="54412" y="6300312"/>
                  </a:lnTo>
                  <a:lnTo>
                    <a:pt x="31083" y="6262181"/>
                  </a:lnTo>
                  <a:lnTo>
                    <a:pt x="14026" y="6221002"/>
                  </a:lnTo>
                  <a:lnTo>
                    <a:pt x="3559" y="6177544"/>
                  </a:lnTo>
                  <a:lnTo>
                    <a:pt x="0" y="6132573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2571750" y="0"/>
                  </a:lnTo>
                  <a:lnTo>
                    <a:pt x="2616720" y="3559"/>
                  </a:lnTo>
                  <a:lnTo>
                    <a:pt x="2660179" y="14026"/>
                  </a:lnTo>
                  <a:lnTo>
                    <a:pt x="2701358" y="31083"/>
                  </a:lnTo>
                  <a:lnTo>
                    <a:pt x="2739489" y="54412"/>
                  </a:lnTo>
                  <a:lnTo>
                    <a:pt x="2773805" y="83694"/>
                  </a:lnTo>
                  <a:lnTo>
                    <a:pt x="2803087" y="118010"/>
                  </a:lnTo>
                  <a:lnTo>
                    <a:pt x="2826416" y="156141"/>
                  </a:lnTo>
                  <a:lnTo>
                    <a:pt x="2843473" y="197320"/>
                  </a:lnTo>
                  <a:lnTo>
                    <a:pt x="2853940" y="240779"/>
                  </a:lnTo>
                  <a:lnTo>
                    <a:pt x="2857500" y="285750"/>
                  </a:lnTo>
                  <a:lnTo>
                    <a:pt x="2857500" y="6132573"/>
                  </a:lnTo>
                  <a:lnTo>
                    <a:pt x="2853940" y="6177544"/>
                  </a:lnTo>
                  <a:lnTo>
                    <a:pt x="2843473" y="6221002"/>
                  </a:lnTo>
                  <a:lnTo>
                    <a:pt x="2826416" y="6262181"/>
                  </a:lnTo>
                  <a:lnTo>
                    <a:pt x="2803087" y="6300312"/>
                  </a:lnTo>
                  <a:lnTo>
                    <a:pt x="2773805" y="6334629"/>
                  </a:lnTo>
                  <a:lnTo>
                    <a:pt x="2739489" y="6363911"/>
                  </a:lnTo>
                  <a:lnTo>
                    <a:pt x="2701358" y="6387239"/>
                  </a:lnTo>
                  <a:lnTo>
                    <a:pt x="2660179" y="6404296"/>
                  </a:lnTo>
                  <a:lnTo>
                    <a:pt x="2616720" y="6414763"/>
                  </a:lnTo>
                  <a:lnTo>
                    <a:pt x="2571750" y="6418323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571259" y="2452034"/>
              <a:ext cx="3415979" cy="3415979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356985" y="3266614"/>
              <a:ext cx="1707989" cy="1707989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355771" y="5286089"/>
              <a:ext cx="3861910" cy="3790106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245503" y="6189883"/>
              <a:ext cx="1930955" cy="189505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128917" y="2758945"/>
              <a:ext cx="171706" cy="188978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2320435" y="2758945"/>
              <a:ext cx="45720" cy="189230"/>
            </a:xfrm>
            <a:custGeom>
              <a:avLst/>
              <a:gdLst/>
              <a:ahLst/>
              <a:cxnLst/>
              <a:rect l="l" t="t" r="r" b="b"/>
              <a:pathLst>
                <a:path w="45720" h="189230">
                  <a:moveTo>
                    <a:pt x="45466" y="188978"/>
                  </a:moveTo>
                  <a:lnTo>
                    <a:pt x="0" y="188978"/>
                  </a:lnTo>
                  <a:lnTo>
                    <a:pt x="0" y="0"/>
                  </a:lnTo>
                  <a:lnTo>
                    <a:pt x="45466" y="0"/>
                  </a:lnTo>
                  <a:lnTo>
                    <a:pt x="45466" y="1889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797952" y="5258835"/>
              <a:ext cx="374400" cy="245367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198515" y="5243340"/>
              <a:ext cx="116079" cy="202440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46345" y="5302523"/>
              <a:ext cx="131573" cy="146559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512209" y="5302523"/>
              <a:ext cx="116079" cy="143257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1534725" y="8319528"/>
              <a:ext cx="139700" cy="186690"/>
            </a:xfrm>
            <a:custGeom>
              <a:avLst/>
              <a:gdLst/>
              <a:ahLst/>
              <a:cxnLst/>
              <a:rect l="l" t="t" r="r" b="b"/>
              <a:pathLst>
                <a:path w="139700" h="186690">
                  <a:moveTo>
                    <a:pt x="139446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4864" y="24130"/>
                  </a:lnTo>
                  <a:lnTo>
                    <a:pt x="54864" y="186690"/>
                  </a:lnTo>
                  <a:lnTo>
                    <a:pt x="84328" y="186690"/>
                  </a:lnTo>
                  <a:lnTo>
                    <a:pt x="84328" y="24130"/>
                  </a:lnTo>
                  <a:lnTo>
                    <a:pt x="139446" y="24130"/>
                  </a:lnTo>
                  <a:lnTo>
                    <a:pt x="139446" y="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693988" y="8363274"/>
              <a:ext cx="120651" cy="14655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847406" y="8363274"/>
              <a:ext cx="116079" cy="143257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991172" y="8363274"/>
              <a:ext cx="105665" cy="146559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17920" y="8363274"/>
              <a:ext cx="131573" cy="146559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283784" y="8300788"/>
              <a:ext cx="236477" cy="209044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41089" y="8363274"/>
              <a:ext cx="131573" cy="146559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691713" y="8366829"/>
              <a:ext cx="196598" cy="139701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3945294" y="2425555"/>
              <a:ext cx="2857500" cy="6418580"/>
            </a:xfrm>
            <a:custGeom>
              <a:avLst/>
              <a:gdLst/>
              <a:ahLst/>
              <a:cxnLst/>
              <a:rect l="l" t="t" r="r" b="b"/>
              <a:pathLst>
                <a:path w="2857500" h="6418580">
                  <a:moveTo>
                    <a:pt x="2571750" y="6418323"/>
                  </a:moveTo>
                  <a:lnTo>
                    <a:pt x="285750" y="6418323"/>
                  </a:lnTo>
                  <a:lnTo>
                    <a:pt x="240779" y="6414763"/>
                  </a:lnTo>
                  <a:lnTo>
                    <a:pt x="197320" y="6404296"/>
                  </a:lnTo>
                  <a:lnTo>
                    <a:pt x="156141" y="6387239"/>
                  </a:lnTo>
                  <a:lnTo>
                    <a:pt x="118010" y="6363911"/>
                  </a:lnTo>
                  <a:lnTo>
                    <a:pt x="83694" y="6334629"/>
                  </a:lnTo>
                  <a:lnTo>
                    <a:pt x="54412" y="6300312"/>
                  </a:lnTo>
                  <a:lnTo>
                    <a:pt x="31083" y="6262181"/>
                  </a:lnTo>
                  <a:lnTo>
                    <a:pt x="14026" y="6221002"/>
                  </a:lnTo>
                  <a:lnTo>
                    <a:pt x="3559" y="6177544"/>
                  </a:lnTo>
                  <a:lnTo>
                    <a:pt x="0" y="6132573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2571750" y="0"/>
                  </a:lnTo>
                  <a:lnTo>
                    <a:pt x="2616720" y="3559"/>
                  </a:lnTo>
                  <a:lnTo>
                    <a:pt x="2660179" y="14026"/>
                  </a:lnTo>
                  <a:lnTo>
                    <a:pt x="2701358" y="31083"/>
                  </a:lnTo>
                  <a:lnTo>
                    <a:pt x="2739489" y="54412"/>
                  </a:lnTo>
                  <a:lnTo>
                    <a:pt x="2773805" y="83694"/>
                  </a:lnTo>
                  <a:lnTo>
                    <a:pt x="2803087" y="118010"/>
                  </a:lnTo>
                  <a:lnTo>
                    <a:pt x="2826416" y="156141"/>
                  </a:lnTo>
                  <a:lnTo>
                    <a:pt x="2843473" y="197320"/>
                  </a:lnTo>
                  <a:lnTo>
                    <a:pt x="2853940" y="240779"/>
                  </a:lnTo>
                  <a:lnTo>
                    <a:pt x="2857500" y="285750"/>
                  </a:lnTo>
                  <a:lnTo>
                    <a:pt x="2857500" y="6132573"/>
                  </a:lnTo>
                  <a:lnTo>
                    <a:pt x="2853940" y="6177544"/>
                  </a:lnTo>
                  <a:lnTo>
                    <a:pt x="2843473" y="6221002"/>
                  </a:lnTo>
                  <a:lnTo>
                    <a:pt x="2826416" y="6262181"/>
                  </a:lnTo>
                  <a:lnTo>
                    <a:pt x="2803087" y="6300312"/>
                  </a:lnTo>
                  <a:lnTo>
                    <a:pt x="2773805" y="6334629"/>
                  </a:lnTo>
                  <a:lnTo>
                    <a:pt x="2739489" y="6363911"/>
                  </a:lnTo>
                  <a:lnTo>
                    <a:pt x="2701358" y="6387239"/>
                  </a:lnTo>
                  <a:lnTo>
                    <a:pt x="2660179" y="6404296"/>
                  </a:lnTo>
                  <a:lnTo>
                    <a:pt x="2616720" y="6414763"/>
                  </a:lnTo>
                  <a:lnTo>
                    <a:pt x="2571750" y="6418323"/>
                  </a:lnTo>
                  <a:close/>
                </a:path>
              </a:pathLst>
            </a:custGeom>
            <a:solidFill>
              <a:srgbClr val="B8E4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4871797" y="2737406"/>
              <a:ext cx="449839" cy="239779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402822" y="2738930"/>
              <a:ext cx="213616" cy="23876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15640305" y="2738678"/>
              <a:ext cx="192405" cy="236220"/>
            </a:xfrm>
            <a:custGeom>
              <a:avLst/>
              <a:gdLst/>
              <a:ahLst/>
              <a:cxnLst/>
              <a:rect l="l" t="t" r="r" b="b"/>
              <a:pathLst>
                <a:path w="192405" h="236219">
                  <a:moveTo>
                    <a:pt x="115582" y="12192"/>
                  </a:moveTo>
                  <a:lnTo>
                    <a:pt x="75438" y="12192"/>
                  </a:lnTo>
                  <a:lnTo>
                    <a:pt x="75438" y="38608"/>
                  </a:lnTo>
                  <a:lnTo>
                    <a:pt x="115582" y="38608"/>
                  </a:lnTo>
                  <a:lnTo>
                    <a:pt x="115582" y="12192"/>
                  </a:lnTo>
                  <a:close/>
                </a:path>
                <a:path w="192405" h="236219">
                  <a:moveTo>
                    <a:pt x="192290" y="139954"/>
                  </a:moveTo>
                  <a:lnTo>
                    <a:pt x="151650" y="139954"/>
                  </a:lnTo>
                  <a:lnTo>
                    <a:pt x="151650" y="156921"/>
                  </a:lnTo>
                  <a:lnTo>
                    <a:pt x="71628" y="156921"/>
                  </a:lnTo>
                  <a:lnTo>
                    <a:pt x="71628" y="140411"/>
                  </a:lnTo>
                  <a:lnTo>
                    <a:pt x="30988" y="140411"/>
                  </a:lnTo>
                  <a:lnTo>
                    <a:pt x="30988" y="156921"/>
                  </a:lnTo>
                  <a:lnTo>
                    <a:pt x="30988" y="188671"/>
                  </a:lnTo>
                  <a:lnTo>
                    <a:pt x="30988" y="203911"/>
                  </a:lnTo>
                  <a:lnTo>
                    <a:pt x="30988" y="235661"/>
                  </a:lnTo>
                  <a:lnTo>
                    <a:pt x="192290" y="235661"/>
                  </a:lnTo>
                  <a:lnTo>
                    <a:pt x="192290" y="203911"/>
                  </a:lnTo>
                  <a:lnTo>
                    <a:pt x="71628" y="203911"/>
                  </a:lnTo>
                  <a:lnTo>
                    <a:pt x="71628" y="188671"/>
                  </a:lnTo>
                  <a:lnTo>
                    <a:pt x="151650" y="188671"/>
                  </a:lnTo>
                  <a:lnTo>
                    <a:pt x="151650" y="203708"/>
                  </a:lnTo>
                  <a:lnTo>
                    <a:pt x="192290" y="203708"/>
                  </a:lnTo>
                  <a:lnTo>
                    <a:pt x="192290" y="188671"/>
                  </a:lnTo>
                  <a:lnTo>
                    <a:pt x="192290" y="188214"/>
                  </a:lnTo>
                  <a:lnTo>
                    <a:pt x="192290" y="157226"/>
                  </a:lnTo>
                  <a:lnTo>
                    <a:pt x="192290" y="156921"/>
                  </a:lnTo>
                  <a:lnTo>
                    <a:pt x="192290" y="139954"/>
                  </a:lnTo>
                  <a:close/>
                </a:path>
                <a:path w="192405" h="236219">
                  <a:moveTo>
                    <a:pt x="192290" y="84836"/>
                  </a:moveTo>
                  <a:lnTo>
                    <a:pt x="151142" y="84836"/>
                  </a:lnTo>
                  <a:lnTo>
                    <a:pt x="151142" y="130810"/>
                  </a:lnTo>
                  <a:lnTo>
                    <a:pt x="192290" y="130810"/>
                  </a:lnTo>
                  <a:lnTo>
                    <a:pt x="192290" y="84836"/>
                  </a:lnTo>
                  <a:close/>
                </a:path>
                <a:path w="192405" h="236219">
                  <a:moveTo>
                    <a:pt x="192290" y="52781"/>
                  </a:moveTo>
                  <a:lnTo>
                    <a:pt x="115582" y="52781"/>
                  </a:lnTo>
                  <a:lnTo>
                    <a:pt x="115582" y="38811"/>
                  </a:lnTo>
                  <a:lnTo>
                    <a:pt x="75438" y="38811"/>
                  </a:lnTo>
                  <a:lnTo>
                    <a:pt x="75438" y="69291"/>
                  </a:lnTo>
                  <a:lnTo>
                    <a:pt x="75438" y="84531"/>
                  </a:lnTo>
                  <a:lnTo>
                    <a:pt x="75438" y="92151"/>
                  </a:lnTo>
                  <a:lnTo>
                    <a:pt x="40640" y="92151"/>
                  </a:lnTo>
                  <a:lnTo>
                    <a:pt x="40640" y="69291"/>
                  </a:lnTo>
                  <a:lnTo>
                    <a:pt x="75438" y="69291"/>
                  </a:lnTo>
                  <a:lnTo>
                    <a:pt x="75438" y="38811"/>
                  </a:lnTo>
                  <a:lnTo>
                    <a:pt x="40640" y="38811"/>
                  </a:lnTo>
                  <a:lnTo>
                    <a:pt x="40640" y="12141"/>
                  </a:lnTo>
                  <a:lnTo>
                    <a:pt x="0" y="12141"/>
                  </a:lnTo>
                  <a:lnTo>
                    <a:pt x="0" y="125171"/>
                  </a:lnTo>
                  <a:lnTo>
                    <a:pt x="115582" y="125171"/>
                  </a:lnTo>
                  <a:lnTo>
                    <a:pt x="115582" y="92151"/>
                  </a:lnTo>
                  <a:lnTo>
                    <a:pt x="115582" y="84531"/>
                  </a:lnTo>
                  <a:lnTo>
                    <a:pt x="192290" y="84531"/>
                  </a:lnTo>
                  <a:lnTo>
                    <a:pt x="192290" y="69291"/>
                  </a:lnTo>
                  <a:lnTo>
                    <a:pt x="192290" y="52781"/>
                  </a:lnTo>
                  <a:close/>
                </a:path>
                <a:path w="192405" h="236219">
                  <a:moveTo>
                    <a:pt x="192290" y="254"/>
                  </a:moveTo>
                  <a:lnTo>
                    <a:pt x="151142" y="0"/>
                  </a:lnTo>
                  <a:lnTo>
                    <a:pt x="151142" y="52324"/>
                  </a:lnTo>
                  <a:lnTo>
                    <a:pt x="192290" y="52324"/>
                  </a:lnTo>
                  <a:lnTo>
                    <a:pt x="192290" y="2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073009" y="5524180"/>
              <a:ext cx="2794474" cy="338211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4697164" y="6326717"/>
              <a:ext cx="1397237" cy="1691058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4959116" y="5723170"/>
              <a:ext cx="142749" cy="196090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5121678" y="5767621"/>
              <a:ext cx="130557" cy="151639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5281192" y="5767621"/>
              <a:ext cx="394466" cy="151639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704615" y="5767621"/>
              <a:ext cx="99569" cy="148083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4866798" y="8323135"/>
              <a:ext cx="734695" cy="194310"/>
            </a:xfrm>
            <a:custGeom>
              <a:avLst/>
              <a:gdLst/>
              <a:ahLst/>
              <a:cxnLst/>
              <a:rect l="l" t="t" r="r" b="b"/>
              <a:pathLst>
                <a:path w="734694" h="194309">
                  <a:moveTo>
                    <a:pt x="158000" y="190500"/>
                  </a:moveTo>
                  <a:lnTo>
                    <a:pt x="140309" y="137160"/>
                  </a:lnTo>
                  <a:lnTo>
                    <a:pt x="132651" y="114046"/>
                  </a:lnTo>
                  <a:lnTo>
                    <a:pt x="103898" y="27330"/>
                  </a:lnTo>
                  <a:lnTo>
                    <a:pt x="103898" y="114046"/>
                  </a:lnTo>
                  <a:lnTo>
                    <a:pt x="52832" y="114046"/>
                  </a:lnTo>
                  <a:lnTo>
                    <a:pt x="60452" y="88900"/>
                  </a:lnTo>
                  <a:lnTo>
                    <a:pt x="64985" y="73558"/>
                  </a:lnTo>
                  <a:lnTo>
                    <a:pt x="69405" y="58064"/>
                  </a:lnTo>
                  <a:lnTo>
                    <a:pt x="73660" y="42430"/>
                  </a:lnTo>
                  <a:lnTo>
                    <a:pt x="77724" y="26670"/>
                  </a:lnTo>
                  <a:lnTo>
                    <a:pt x="78740" y="26670"/>
                  </a:lnTo>
                  <a:lnTo>
                    <a:pt x="83096" y="42430"/>
                  </a:lnTo>
                  <a:lnTo>
                    <a:pt x="87452" y="58064"/>
                  </a:lnTo>
                  <a:lnTo>
                    <a:pt x="91897" y="73558"/>
                  </a:lnTo>
                  <a:lnTo>
                    <a:pt x="96532" y="88900"/>
                  </a:lnTo>
                  <a:lnTo>
                    <a:pt x="103898" y="114046"/>
                  </a:lnTo>
                  <a:lnTo>
                    <a:pt x="103898" y="27330"/>
                  </a:lnTo>
                  <a:lnTo>
                    <a:pt x="103682" y="26670"/>
                  </a:lnTo>
                  <a:lnTo>
                    <a:pt x="96024" y="3556"/>
                  </a:lnTo>
                  <a:lnTo>
                    <a:pt x="61976" y="3556"/>
                  </a:lnTo>
                  <a:lnTo>
                    <a:pt x="0" y="190500"/>
                  </a:lnTo>
                  <a:lnTo>
                    <a:pt x="29972" y="190500"/>
                  </a:lnTo>
                  <a:lnTo>
                    <a:pt x="45974" y="137160"/>
                  </a:lnTo>
                  <a:lnTo>
                    <a:pt x="111010" y="137160"/>
                  </a:lnTo>
                  <a:lnTo>
                    <a:pt x="126758" y="190500"/>
                  </a:lnTo>
                  <a:lnTo>
                    <a:pt x="158000" y="190500"/>
                  </a:lnTo>
                  <a:close/>
                </a:path>
                <a:path w="734694" h="194309">
                  <a:moveTo>
                    <a:pt x="378980" y="3556"/>
                  </a:moveTo>
                  <a:lnTo>
                    <a:pt x="350786" y="3556"/>
                  </a:lnTo>
                  <a:lnTo>
                    <a:pt x="333006" y="100838"/>
                  </a:lnTo>
                  <a:lnTo>
                    <a:pt x="323608" y="160782"/>
                  </a:lnTo>
                  <a:lnTo>
                    <a:pt x="322338" y="160782"/>
                  </a:lnTo>
                  <a:lnTo>
                    <a:pt x="309638" y="100838"/>
                  </a:lnTo>
                  <a:lnTo>
                    <a:pt x="285254" y="3556"/>
                  </a:lnTo>
                  <a:lnTo>
                    <a:pt x="259346" y="3556"/>
                  </a:lnTo>
                  <a:lnTo>
                    <a:pt x="235216" y="100838"/>
                  </a:lnTo>
                  <a:lnTo>
                    <a:pt x="222516" y="160782"/>
                  </a:lnTo>
                  <a:lnTo>
                    <a:pt x="221500" y="160782"/>
                  </a:lnTo>
                  <a:lnTo>
                    <a:pt x="211594" y="100838"/>
                  </a:lnTo>
                  <a:lnTo>
                    <a:pt x="194068" y="3556"/>
                  </a:lnTo>
                  <a:lnTo>
                    <a:pt x="163588" y="3556"/>
                  </a:lnTo>
                  <a:lnTo>
                    <a:pt x="201942" y="190500"/>
                  </a:lnTo>
                  <a:lnTo>
                    <a:pt x="237502" y="190500"/>
                  </a:lnTo>
                  <a:lnTo>
                    <a:pt x="262140" y="86614"/>
                  </a:lnTo>
                  <a:lnTo>
                    <a:pt x="268782" y="54317"/>
                  </a:lnTo>
                  <a:lnTo>
                    <a:pt x="270776" y="43688"/>
                  </a:lnTo>
                  <a:lnTo>
                    <a:pt x="272046" y="43688"/>
                  </a:lnTo>
                  <a:lnTo>
                    <a:pt x="276072" y="64960"/>
                  </a:lnTo>
                  <a:lnTo>
                    <a:pt x="280682" y="86614"/>
                  </a:lnTo>
                  <a:lnTo>
                    <a:pt x="305828" y="190500"/>
                  </a:lnTo>
                  <a:lnTo>
                    <a:pt x="342150" y="190500"/>
                  </a:lnTo>
                  <a:lnTo>
                    <a:pt x="378980" y="3556"/>
                  </a:lnTo>
                  <a:close/>
                </a:path>
                <a:path w="734694" h="194309">
                  <a:moveTo>
                    <a:pt x="528840" y="139446"/>
                  </a:moveTo>
                  <a:lnTo>
                    <a:pt x="506018" y="96901"/>
                  </a:lnTo>
                  <a:lnTo>
                    <a:pt x="453936" y="73240"/>
                  </a:lnTo>
                  <a:lnTo>
                    <a:pt x="444258" y="67589"/>
                  </a:lnTo>
                  <a:lnTo>
                    <a:pt x="437438" y="60083"/>
                  </a:lnTo>
                  <a:lnTo>
                    <a:pt x="434860" y="49784"/>
                  </a:lnTo>
                  <a:lnTo>
                    <a:pt x="437095" y="39687"/>
                  </a:lnTo>
                  <a:lnTo>
                    <a:pt x="443458" y="32092"/>
                  </a:lnTo>
                  <a:lnTo>
                    <a:pt x="453402" y="27317"/>
                  </a:lnTo>
                  <a:lnTo>
                    <a:pt x="466356" y="25654"/>
                  </a:lnTo>
                  <a:lnTo>
                    <a:pt x="478104" y="26809"/>
                  </a:lnTo>
                  <a:lnTo>
                    <a:pt x="488734" y="30124"/>
                  </a:lnTo>
                  <a:lnTo>
                    <a:pt x="498462" y="35394"/>
                  </a:lnTo>
                  <a:lnTo>
                    <a:pt x="507504" y="42418"/>
                  </a:lnTo>
                  <a:lnTo>
                    <a:pt x="522998" y="23622"/>
                  </a:lnTo>
                  <a:lnTo>
                    <a:pt x="511213" y="13817"/>
                  </a:lnTo>
                  <a:lnTo>
                    <a:pt x="497535" y="6375"/>
                  </a:lnTo>
                  <a:lnTo>
                    <a:pt x="482422" y="1651"/>
                  </a:lnTo>
                  <a:lnTo>
                    <a:pt x="466356" y="0"/>
                  </a:lnTo>
                  <a:lnTo>
                    <a:pt x="441744" y="3911"/>
                  </a:lnTo>
                  <a:lnTo>
                    <a:pt x="422287" y="14732"/>
                  </a:lnTo>
                  <a:lnTo>
                    <a:pt x="409486" y="31064"/>
                  </a:lnTo>
                  <a:lnTo>
                    <a:pt x="404888" y="51562"/>
                  </a:lnTo>
                  <a:lnTo>
                    <a:pt x="408305" y="69608"/>
                  </a:lnTo>
                  <a:lnTo>
                    <a:pt x="417169" y="83400"/>
                  </a:lnTo>
                  <a:lnTo>
                    <a:pt x="429425" y="93522"/>
                  </a:lnTo>
                  <a:lnTo>
                    <a:pt x="442988" y="100584"/>
                  </a:lnTo>
                  <a:lnTo>
                    <a:pt x="468896" y="111760"/>
                  </a:lnTo>
                  <a:lnTo>
                    <a:pt x="480860" y="117259"/>
                  </a:lnTo>
                  <a:lnTo>
                    <a:pt x="490359" y="123215"/>
                  </a:lnTo>
                  <a:lnTo>
                    <a:pt x="496608" y="130937"/>
                  </a:lnTo>
                  <a:lnTo>
                    <a:pt x="498868" y="141732"/>
                  </a:lnTo>
                  <a:lnTo>
                    <a:pt x="496531" y="152501"/>
                  </a:lnTo>
                  <a:lnTo>
                    <a:pt x="489686" y="160845"/>
                  </a:lnTo>
                  <a:lnTo>
                    <a:pt x="478612" y="166230"/>
                  </a:lnTo>
                  <a:lnTo>
                    <a:pt x="463562" y="168148"/>
                  </a:lnTo>
                  <a:lnTo>
                    <a:pt x="450062" y="166585"/>
                  </a:lnTo>
                  <a:lnTo>
                    <a:pt x="436956" y="162140"/>
                  </a:lnTo>
                  <a:lnTo>
                    <a:pt x="424700" y="155181"/>
                  </a:lnTo>
                  <a:lnTo>
                    <a:pt x="413778" y="146050"/>
                  </a:lnTo>
                  <a:lnTo>
                    <a:pt x="396506" y="166370"/>
                  </a:lnTo>
                  <a:lnTo>
                    <a:pt x="410476" y="177939"/>
                  </a:lnTo>
                  <a:lnTo>
                    <a:pt x="426542" y="186563"/>
                  </a:lnTo>
                  <a:lnTo>
                    <a:pt x="444220" y="191947"/>
                  </a:lnTo>
                  <a:lnTo>
                    <a:pt x="463054" y="193802"/>
                  </a:lnTo>
                  <a:lnTo>
                    <a:pt x="490588" y="189522"/>
                  </a:lnTo>
                  <a:lnTo>
                    <a:pt x="511276" y="177863"/>
                  </a:lnTo>
                  <a:lnTo>
                    <a:pt x="524306" y="160578"/>
                  </a:lnTo>
                  <a:lnTo>
                    <a:pt x="528840" y="139446"/>
                  </a:lnTo>
                  <a:close/>
                </a:path>
                <a:path w="734694" h="194309">
                  <a:moveTo>
                    <a:pt x="734504" y="166052"/>
                  </a:moveTo>
                  <a:lnTo>
                    <a:pt x="650684" y="166052"/>
                  </a:lnTo>
                  <a:lnTo>
                    <a:pt x="650684" y="105092"/>
                  </a:lnTo>
                  <a:lnTo>
                    <a:pt x="719264" y="105092"/>
                  </a:lnTo>
                  <a:lnTo>
                    <a:pt x="719264" y="79692"/>
                  </a:lnTo>
                  <a:lnTo>
                    <a:pt x="650684" y="79692"/>
                  </a:lnTo>
                  <a:lnTo>
                    <a:pt x="650684" y="27622"/>
                  </a:lnTo>
                  <a:lnTo>
                    <a:pt x="731710" y="27622"/>
                  </a:lnTo>
                  <a:lnTo>
                    <a:pt x="731710" y="3492"/>
                  </a:lnTo>
                  <a:lnTo>
                    <a:pt x="621220" y="3492"/>
                  </a:lnTo>
                  <a:lnTo>
                    <a:pt x="621220" y="27622"/>
                  </a:lnTo>
                  <a:lnTo>
                    <a:pt x="621220" y="79692"/>
                  </a:lnTo>
                  <a:lnTo>
                    <a:pt x="621220" y="105092"/>
                  </a:lnTo>
                  <a:lnTo>
                    <a:pt x="621220" y="166052"/>
                  </a:lnTo>
                  <a:lnTo>
                    <a:pt x="621220" y="190182"/>
                  </a:lnTo>
                  <a:lnTo>
                    <a:pt x="734504" y="190182"/>
                  </a:lnTo>
                  <a:lnTo>
                    <a:pt x="734504" y="166052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5630269" y="8323123"/>
              <a:ext cx="281435" cy="193804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15001393" y="3939742"/>
              <a:ext cx="738505" cy="313055"/>
            </a:xfrm>
            <a:custGeom>
              <a:avLst/>
              <a:gdLst/>
              <a:ahLst/>
              <a:cxnLst/>
              <a:rect l="l" t="t" r="r" b="b"/>
              <a:pathLst>
                <a:path w="738505" h="313054">
                  <a:moveTo>
                    <a:pt x="230441" y="95758"/>
                  </a:moveTo>
                  <a:lnTo>
                    <a:pt x="224294" y="52959"/>
                  </a:lnTo>
                  <a:lnTo>
                    <a:pt x="181648" y="10642"/>
                  </a:lnTo>
                  <a:lnTo>
                    <a:pt x="119214" y="0"/>
                  </a:lnTo>
                  <a:lnTo>
                    <a:pt x="104216" y="0"/>
                  </a:lnTo>
                  <a:lnTo>
                    <a:pt x="56108" y="11264"/>
                  </a:lnTo>
                  <a:lnTo>
                    <a:pt x="22491" y="36703"/>
                  </a:lnTo>
                  <a:lnTo>
                    <a:pt x="3302" y="76809"/>
                  </a:lnTo>
                  <a:lnTo>
                    <a:pt x="0" y="219189"/>
                  </a:lnTo>
                  <a:lnTo>
                    <a:pt x="825" y="230238"/>
                  </a:lnTo>
                  <a:lnTo>
                    <a:pt x="15862" y="272351"/>
                  </a:lnTo>
                  <a:lnTo>
                    <a:pt x="44958" y="299605"/>
                  </a:lnTo>
                  <a:lnTo>
                    <a:pt x="87934" y="312267"/>
                  </a:lnTo>
                  <a:lnTo>
                    <a:pt x="98488" y="312953"/>
                  </a:lnTo>
                  <a:lnTo>
                    <a:pt x="130073" y="312953"/>
                  </a:lnTo>
                  <a:lnTo>
                    <a:pt x="140296" y="312267"/>
                  </a:lnTo>
                  <a:lnTo>
                    <a:pt x="140068" y="312267"/>
                  </a:lnTo>
                  <a:lnTo>
                    <a:pt x="149225" y="310413"/>
                  </a:lnTo>
                  <a:lnTo>
                    <a:pt x="188163" y="295871"/>
                  </a:lnTo>
                  <a:lnTo>
                    <a:pt x="215290" y="269011"/>
                  </a:lnTo>
                  <a:lnTo>
                    <a:pt x="217830" y="263525"/>
                  </a:lnTo>
                  <a:lnTo>
                    <a:pt x="220319" y="258178"/>
                  </a:lnTo>
                  <a:lnTo>
                    <a:pt x="225120" y="247154"/>
                  </a:lnTo>
                  <a:lnTo>
                    <a:pt x="227698" y="239026"/>
                  </a:lnTo>
                  <a:lnTo>
                    <a:pt x="228942" y="229793"/>
                  </a:lnTo>
                  <a:lnTo>
                    <a:pt x="229704" y="215455"/>
                  </a:lnTo>
                  <a:lnTo>
                    <a:pt x="169672" y="215455"/>
                  </a:lnTo>
                  <a:lnTo>
                    <a:pt x="167970" y="230238"/>
                  </a:lnTo>
                  <a:lnTo>
                    <a:pt x="165696" y="239026"/>
                  </a:lnTo>
                  <a:lnTo>
                    <a:pt x="138074" y="262153"/>
                  </a:lnTo>
                  <a:lnTo>
                    <a:pt x="138696" y="262153"/>
                  </a:lnTo>
                  <a:lnTo>
                    <a:pt x="129070" y="263525"/>
                  </a:lnTo>
                  <a:lnTo>
                    <a:pt x="104190" y="263525"/>
                  </a:lnTo>
                  <a:lnTo>
                    <a:pt x="64338" y="239395"/>
                  </a:lnTo>
                  <a:lnTo>
                    <a:pt x="58077" y="126695"/>
                  </a:lnTo>
                  <a:lnTo>
                    <a:pt x="58318" y="102781"/>
                  </a:lnTo>
                  <a:lnTo>
                    <a:pt x="82677" y="57912"/>
                  </a:lnTo>
                  <a:lnTo>
                    <a:pt x="101930" y="50622"/>
                  </a:lnTo>
                  <a:lnTo>
                    <a:pt x="108585" y="50622"/>
                  </a:lnTo>
                  <a:lnTo>
                    <a:pt x="119214" y="50457"/>
                  </a:lnTo>
                  <a:lnTo>
                    <a:pt x="162763" y="67398"/>
                  </a:lnTo>
                  <a:lnTo>
                    <a:pt x="171881" y="95758"/>
                  </a:lnTo>
                  <a:lnTo>
                    <a:pt x="230441" y="95758"/>
                  </a:lnTo>
                  <a:close/>
                </a:path>
                <a:path w="738505" h="313054">
                  <a:moveTo>
                    <a:pt x="480148" y="9575"/>
                  </a:moveTo>
                  <a:lnTo>
                    <a:pt x="422694" y="9575"/>
                  </a:lnTo>
                  <a:lnTo>
                    <a:pt x="422694" y="198882"/>
                  </a:lnTo>
                  <a:lnTo>
                    <a:pt x="316255" y="9575"/>
                  </a:lnTo>
                  <a:lnTo>
                    <a:pt x="261010" y="9575"/>
                  </a:lnTo>
                  <a:lnTo>
                    <a:pt x="261010" y="307162"/>
                  </a:lnTo>
                  <a:lnTo>
                    <a:pt x="320306" y="307162"/>
                  </a:lnTo>
                  <a:lnTo>
                    <a:pt x="320306" y="118224"/>
                  </a:lnTo>
                  <a:lnTo>
                    <a:pt x="426008" y="307162"/>
                  </a:lnTo>
                  <a:lnTo>
                    <a:pt x="480148" y="307162"/>
                  </a:lnTo>
                  <a:lnTo>
                    <a:pt x="480148" y="9575"/>
                  </a:lnTo>
                  <a:close/>
                </a:path>
                <a:path w="738505" h="313054">
                  <a:moveTo>
                    <a:pt x="738327" y="9575"/>
                  </a:moveTo>
                  <a:lnTo>
                    <a:pt x="680872" y="9575"/>
                  </a:lnTo>
                  <a:lnTo>
                    <a:pt x="680872" y="198882"/>
                  </a:lnTo>
                  <a:lnTo>
                    <a:pt x="574433" y="9575"/>
                  </a:lnTo>
                  <a:lnTo>
                    <a:pt x="519188" y="9575"/>
                  </a:lnTo>
                  <a:lnTo>
                    <a:pt x="519188" y="307162"/>
                  </a:lnTo>
                  <a:lnTo>
                    <a:pt x="578485" y="307162"/>
                  </a:lnTo>
                  <a:lnTo>
                    <a:pt x="578485" y="118224"/>
                  </a:lnTo>
                  <a:lnTo>
                    <a:pt x="684187" y="307162"/>
                  </a:lnTo>
                  <a:lnTo>
                    <a:pt x="738327" y="307162"/>
                  </a:lnTo>
                  <a:lnTo>
                    <a:pt x="738327" y="9575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715250" y="2427830"/>
              <a:ext cx="2857500" cy="6416675"/>
            </a:xfrm>
            <a:custGeom>
              <a:avLst/>
              <a:gdLst/>
              <a:ahLst/>
              <a:cxnLst/>
              <a:rect l="l" t="t" r="r" b="b"/>
              <a:pathLst>
                <a:path w="2857500" h="6416675">
                  <a:moveTo>
                    <a:pt x="2571750" y="6416048"/>
                  </a:moveTo>
                  <a:lnTo>
                    <a:pt x="285750" y="6416048"/>
                  </a:lnTo>
                  <a:lnTo>
                    <a:pt x="240779" y="6412488"/>
                  </a:lnTo>
                  <a:lnTo>
                    <a:pt x="197320" y="6402021"/>
                  </a:lnTo>
                  <a:lnTo>
                    <a:pt x="156141" y="6384964"/>
                  </a:lnTo>
                  <a:lnTo>
                    <a:pt x="118010" y="6361636"/>
                  </a:lnTo>
                  <a:lnTo>
                    <a:pt x="83694" y="6332354"/>
                  </a:lnTo>
                  <a:lnTo>
                    <a:pt x="54412" y="6298037"/>
                  </a:lnTo>
                  <a:lnTo>
                    <a:pt x="31083" y="6259906"/>
                  </a:lnTo>
                  <a:lnTo>
                    <a:pt x="14026" y="6218727"/>
                  </a:lnTo>
                  <a:lnTo>
                    <a:pt x="3559" y="6175269"/>
                  </a:lnTo>
                  <a:lnTo>
                    <a:pt x="0" y="6130298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2571750" y="0"/>
                  </a:lnTo>
                  <a:lnTo>
                    <a:pt x="2616720" y="3559"/>
                  </a:lnTo>
                  <a:lnTo>
                    <a:pt x="2660179" y="14026"/>
                  </a:lnTo>
                  <a:lnTo>
                    <a:pt x="2701358" y="31083"/>
                  </a:lnTo>
                  <a:lnTo>
                    <a:pt x="2739489" y="54412"/>
                  </a:lnTo>
                  <a:lnTo>
                    <a:pt x="2773805" y="83694"/>
                  </a:lnTo>
                  <a:lnTo>
                    <a:pt x="2803087" y="118010"/>
                  </a:lnTo>
                  <a:lnTo>
                    <a:pt x="2826416" y="156141"/>
                  </a:lnTo>
                  <a:lnTo>
                    <a:pt x="2843473" y="197320"/>
                  </a:lnTo>
                  <a:lnTo>
                    <a:pt x="2853940" y="240779"/>
                  </a:lnTo>
                  <a:lnTo>
                    <a:pt x="2857500" y="285750"/>
                  </a:lnTo>
                  <a:lnTo>
                    <a:pt x="2857500" y="6130298"/>
                  </a:lnTo>
                  <a:lnTo>
                    <a:pt x="2853940" y="6175269"/>
                  </a:lnTo>
                  <a:lnTo>
                    <a:pt x="2843473" y="6218727"/>
                  </a:lnTo>
                  <a:lnTo>
                    <a:pt x="2826416" y="6259906"/>
                  </a:lnTo>
                  <a:lnTo>
                    <a:pt x="2803087" y="6298037"/>
                  </a:lnTo>
                  <a:lnTo>
                    <a:pt x="2773805" y="6332354"/>
                  </a:lnTo>
                  <a:lnTo>
                    <a:pt x="2739489" y="6361636"/>
                  </a:lnTo>
                  <a:lnTo>
                    <a:pt x="2701358" y="6384964"/>
                  </a:lnTo>
                  <a:lnTo>
                    <a:pt x="2660179" y="6402021"/>
                  </a:lnTo>
                  <a:lnTo>
                    <a:pt x="2616720" y="6412488"/>
                  </a:lnTo>
                  <a:lnTo>
                    <a:pt x="2571750" y="6416048"/>
                  </a:lnTo>
                  <a:close/>
                </a:path>
              </a:pathLst>
            </a:custGeom>
            <a:solidFill>
              <a:srgbClr val="B8E4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79784" y="1844609"/>
              <a:ext cx="4589580" cy="4589580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996605" y="2974352"/>
              <a:ext cx="2294790" cy="2294790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984933" y="2760082"/>
              <a:ext cx="150115" cy="188978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170101" y="2760082"/>
              <a:ext cx="145289" cy="188978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655286" y="5259972"/>
              <a:ext cx="161800" cy="186946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855440" y="5303661"/>
              <a:ext cx="112777" cy="146559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09620" y="5246510"/>
              <a:ext cx="137161" cy="20040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178278" y="5303661"/>
              <a:ext cx="112777" cy="146559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512546" y="5259972"/>
              <a:ext cx="134113" cy="186946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334998" y="5259972"/>
              <a:ext cx="138685" cy="186946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397474" y="6278578"/>
              <a:ext cx="1493050" cy="1803510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654764" y="8369395"/>
              <a:ext cx="197106" cy="14325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474676" y="8325707"/>
              <a:ext cx="157989" cy="186946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885907" y="8369395"/>
              <a:ext cx="112777" cy="146559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027386" y="8372951"/>
              <a:ext cx="107951" cy="139701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54642" y="8369395"/>
              <a:ext cx="131573" cy="146559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20506" y="8369395"/>
              <a:ext cx="116079" cy="143257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525378" y="8322151"/>
              <a:ext cx="273561" cy="193804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14939252" y="4723942"/>
              <a:ext cx="157480" cy="271780"/>
            </a:xfrm>
            <a:custGeom>
              <a:avLst/>
              <a:gdLst/>
              <a:ahLst/>
              <a:cxnLst/>
              <a:rect l="l" t="t" r="r" b="b"/>
              <a:pathLst>
                <a:path w="157480" h="271779">
                  <a:moveTo>
                    <a:pt x="157264" y="234950"/>
                  </a:moveTo>
                  <a:lnTo>
                    <a:pt x="42722" y="234950"/>
                  </a:lnTo>
                  <a:lnTo>
                    <a:pt x="42722" y="0"/>
                  </a:lnTo>
                  <a:lnTo>
                    <a:pt x="0" y="0"/>
                  </a:lnTo>
                  <a:lnTo>
                    <a:pt x="0" y="234950"/>
                  </a:lnTo>
                  <a:lnTo>
                    <a:pt x="0" y="271780"/>
                  </a:lnTo>
                  <a:lnTo>
                    <a:pt x="157264" y="271780"/>
                  </a:lnTo>
                  <a:lnTo>
                    <a:pt x="157264" y="23495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4939254" y="4724017"/>
              <a:ext cx="157480" cy="271145"/>
            </a:xfrm>
            <a:custGeom>
              <a:avLst/>
              <a:gdLst/>
              <a:ahLst/>
              <a:cxnLst/>
              <a:rect l="l" t="t" r="r" b="b"/>
              <a:pathLst>
                <a:path w="157480" h="271145">
                  <a:moveTo>
                    <a:pt x="0" y="271071"/>
                  </a:moveTo>
                  <a:lnTo>
                    <a:pt x="157265" y="271071"/>
                  </a:lnTo>
                  <a:lnTo>
                    <a:pt x="157265" y="234977"/>
                  </a:lnTo>
                  <a:lnTo>
                    <a:pt x="42723" y="234977"/>
                  </a:lnTo>
                  <a:lnTo>
                    <a:pt x="42723" y="0"/>
                  </a:lnTo>
                  <a:lnTo>
                    <a:pt x="0" y="0"/>
                  </a:lnTo>
                  <a:lnTo>
                    <a:pt x="0" y="271071"/>
                  </a:lnTo>
                  <a:close/>
                </a:path>
              </a:pathLst>
            </a:custGeom>
            <a:ln w="7672">
              <a:solidFill>
                <a:srgbClr val="002D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5121565" y="4718861"/>
              <a:ext cx="192405" cy="281305"/>
            </a:xfrm>
            <a:custGeom>
              <a:avLst/>
              <a:gdLst/>
              <a:ahLst/>
              <a:cxnLst/>
              <a:rect l="l" t="t" r="r" b="b"/>
              <a:pathLst>
                <a:path w="192405" h="281304">
                  <a:moveTo>
                    <a:pt x="96495" y="281015"/>
                  </a:moveTo>
                  <a:lnTo>
                    <a:pt x="69194" y="278322"/>
                  </a:lnTo>
                  <a:lnTo>
                    <a:pt x="43551" y="270518"/>
                  </a:lnTo>
                  <a:lnTo>
                    <a:pt x="20256" y="258019"/>
                  </a:lnTo>
                  <a:lnTo>
                    <a:pt x="0" y="241238"/>
                  </a:lnTo>
                  <a:lnTo>
                    <a:pt x="25044" y="211774"/>
                  </a:lnTo>
                  <a:lnTo>
                    <a:pt x="40881" y="225015"/>
                  </a:lnTo>
                  <a:lnTo>
                    <a:pt x="58652" y="235115"/>
                  </a:lnTo>
                  <a:lnTo>
                    <a:pt x="77665" y="241555"/>
                  </a:lnTo>
                  <a:lnTo>
                    <a:pt x="97232" y="243816"/>
                  </a:lnTo>
                  <a:lnTo>
                    <a:pt x="119059" y="241042"/>
                  </a:lnTo>
                  <a:lnTo>
                    <a:pt x="135121" y="233227"/>
                  </a:lnTo>
                  <a:lnTo>
                    <a:pt x="145036" y="221131"/>
                  </a:lnTo>
                  <a:lnTo>
                    <a:pt x="148426" y="205513"/>
                  </a:lnTo>
                  <a:lnTo>
                    <a:pt x="145157" y="189866"/>
                  </a:lnTo>
                  <a:lnTo>
                    <a:pt x="136088" y="178673"/>
                  </a:lnTo>
                  <a:lnTo>
                    <a:pt x="122322" y="170035"/>
                  </a:lnTo>
                  <a:lnTo>
                    <a:pt x="104966" y="162053"/>
                  </a:lnTo>
                  <a:lnTo>
                    <a:pt x="67399" y="145848"/>
                  </a:lnTo>
                  <a:lnTo>
                    <a:pt x="47735" y="135621"/>
                  </a:lnTo>
                  <a:lnTo>
                    <a:pt x="29970" y="120941"/>
                  </a:lnTo>
                  <a:lnTo>
                    <a:pt x="17108" y="100943"/>
                  </a:lnTo>
                  <a:lnTo>
                    <a:pt x="12154" y="74765"/>
                  </a:lnTo>
                  <a:lnTo>
                    <a:pt x="18829" y="45059"/>
                  </a:lnTo>
                  <a:lnTo>
                    <a:pt x="37382" y="21361"/>
                  </a:lnTo>
                  <a:lnTo>
                    <a:pt x="65604" y="5674"/>
                  </a:lnTo>
                  <a:lnTo>
                    <a:pt x="101283" y="0"/>
                  </a:lnTo>
                  <a:lnTo>
                    <a:pt x="124578" y="2399"/>
                  </a:lnTo>
                  <a:lnTo>
                    <a:pt x="146492" y="9253"/>
                  </a:lnTo>
                  <a:lnTo>
                    <a:pt x="166334" y="20043"/>
                  </a:lnTo>
                  <a:lnTo>
                    <a:pt x="183414" y="34252"/>
                  </a:lnTo>
                  <a:lnTo>
                    <a:pt x="160948" y="61506"/>
                  </a:lnTo>
                  <a:lnTo>
                    <a:pt x="147844" y="51338"/>
                  </a:lnTo>
                  <a:lnTo>
                    <a:pt x="133740" y="43689"/>
                  </a:lnTo>
                  <a:lnTo>
                    <a:pt x="118323" y="38873"/>
                  </a:lnTo>
                  <a:lnTo>
                    <a:pt x="101283" y="37198"/>
                  </a:lnTo>
                  <a:lnTo>
                    <a:pt x="82494" y="39609"/>
                  </a:lnTo>
                  <a:lnTo>
                    <a:pt x="68090" y="46544"/>
                  </a:lnTo>
                  <a:lnTo>
                    <a:pt x="58865" y="57553"/>
                  </a:lnTo>
                  <a:lnTo>
                    <a:pt x="55613" y="72187"/>
                  </a:lnTo>
                  <a:lnTo>
                    <a:pt x="59354" y="87120"/>
                  </a:lnTo>
                  <a:lnTo>
                    <a:pt x="69240" y="98014"/>
                  </a:lnTo>
                  <a:lnTo>
                    <a:pt x="83271" y="106215"/>
                  </a:lnTo>
                  <a:lnTo>
                    <a:pt x="136640" y="128906"/>
                  </a:lnTo>
                  <a:lnTo>
                    <a:pt x="158790" y="140513"/>
                  </a:lnTo>
                  <a:lnTo>
                    <a:pt x="176279" y="155746"/>
                  </a:lnTo>
                  <a:lnTo>
                    <a:pt x="187759" y="175882"/>
                  </a:lnTo>
                  <a:lnTo>
                    <a:pt x="191885" y="202198"/>
                  </a:lnTo>
                  <a:lnTo>
                    <a:pt x="185319" y="232848"/>
                  </a:lnTo>
                  <a:lnTo>
                    <a:pt x="166426" y="257904"/>
                  </a:lnTo>
                  <a:lnTo>
                    <a:pt x="136416" y="274811"/>
                  </a:lnTo>
                  <a:lnTo>
                    <a:pt x="96495" y="281015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5121565" y="4718861"/>
              <a:ext cx="192405" cy="281305"/>
            </a:xfrm>
            <a:custGeom>
              <a:avLst/>
              <a:gdLst/>
              <a:ahLst/>
              <a:cxnLst/>
              <a:rect l="l" t="t" r="r" b="b"/>
              <a:pathLst>
                <a:path w="192405" h="281304">
                  <a:moveTo>
                    <a:pt x="96495" y="281015"/>
                  </a:moveTo>
                  <a:lnTo>
                    <a:pt x="136416" y="274811"/>
                  </a:lnTo>
                  <a:lnTo>
                    <a:pt x="166426" y="257904"/>
                  </a:lnTo>
                  <a:lnTo>
                    <a:pt x="185319" y="232848"/>
                  </a:lnTo>
                  <a:lnTo>
                    <a:pt x="191885" y="202198"/>
                  </a:lnTo>
                  <a:lnTo>
                    <a:pt x="187759" y="175882"/>
                  </a:lnTo>
                  <a:lnTo>
                    <a:pt x="158790" y="140513"/>
                  </a:lnTo>
                  <a:lnTo>
                    <a:pt x="99441" y="113069"/>
                  </a:lnTo>
                  <a:lnTo>
                    <a:pt x="83271" y="106215"/>
                  </a:lnTo>
                  <a:lnTo>
                    <a:pt x="69240" y="98014"/>
                  </a:lnTo>
                  <a:lnTo>
                    <a:pt x="59354" y="87120"/>
                  </a:lnTo>
                  <a:lnTo>
                    <a:pt x="55613" y="72187"/>
                  </a:lnTo>
                  <a:lnTo>
                    <a:pt x="58865" y="57553"/>
                  </a:lnTo>
                  <a:lnTo>
                    <a:pt x="68090" y="46544"/>
                  </a:lnTo>
                  <a:lnTo>
                    <a:pt x="82494" y="39609"/>
                  </a:lnTo>
                  <a:lnTo>
                    <a:pt x="101283" y="37198"/>
                  </a:lnTo>
                  <a:lnTo>
                    <a:pt x="118323" y="38873"/>
                  </a:lnTo>
                  <a:lnTo>
                    <a:pt x="133740" y="43689"/>
                  </a:lnTo>
                  <a:lnTo>
                    <a:pt x="147844" y="51338"/>
                  </a:lnTo>
                  <a:lnTo>
                    <a:pt x="160948" y="61506"/>
                  </a:lnTo>
                  <a:lnTo>
                    <a:pt x="183414" y="34252"/>
                  </a:lnTo>
                  <a:lnTo>
                    <a:pt x="166334" y="20043"/>
                  </a:lnTo>
                  <a:lnTo>
                    <a:pt x="146492" y="9253"/>
                  </a:lnTo>
                  <a:lnTo>
                    <a:pt x="124578" y="2399"/>
                  </a:lnTo>
                  <a:lnTo>
                    <a:pt x="101283" y="0"/>
                  </a:lnTo>
                  <a:lnTo>
                    <a:pt x="65604" y="5674"/>
                  </a:lnTo>
                  <a:lnTo>
                    <a:pt x="37382" y="21361"/>
                  </a:lnTo>
                  <a:lnTo>
                    <a:pt x="18829" y="45059"/>
                  </a:lnTo>
                  <a:lnTo>
                    <a:pt x="12154" y="74765"/>
                  </a:lnTo>
                  <a:lnTo>
                    <a:pt x="17108" y="100943"/>
                  </a:lnTo>
                  <a:lnTo>
                    <a:pt x="29970" y="120941"/>
                  </a:lnTo>
                  <a:lnTo>
                    <a:pt x="47735" y="135621"/>
                  </a:lnTo>
                  <a:lnTo>
                    <a:pt x="67399" y="145848"/>
                  </a:lnTo>
                  <a:lnTo>
                    <a:pt x="104966" y="162053"/>
                  </a:lnTo>
                  <a:lnTo>
                    <a:pt x="122322" y="170035"/>
                  </a:lnTo>
                  <a:lnTo>
                    <a:pt x="136088" y="178673"/>
                  </a:lnTo>
                  <a:lnTo>
                    <a:pt x="145157" y="189866"/>
                  </a:lnTo>
                  <a:lnTo>
                    <a:pt x="148426" y="205513"/>
                  </a:lnTo>
                  <a:lnTo>
                    <a:pt x="145036" y="221131"/>
                  </a:lnTo>
                  <a:lnTo>
                    <a:pt x="135121" y="233227"/>
                  </a:lnTo>
                  <a:lnTo>
                    <a:pt x="119059" y="241042"/>
                  </a:lnTo>
                  <a:lnTo>
                    <a:pt x="97232" y="243816"/>
                  </a:lnTo>
                  <a:lnTo>
                    <a:pt x="77665" y="241555"/>
                  </a:lnTo>
                  <a:lnTo>
                    <a:pt x="58652" y="235115"/>
                  </a:lnTo>
                  <a:lnTo>
                    <a:pt x="40881" y="225015"/>
                  </a:lnTo>
                  <a:lnTo>
                    <a:pt x="25044" y="211774"/>
                  </a:lnTo>
                  <a:lnTo>
                    <a:pt x="0" y="241238"/>
                  </a:lnTo>
                  <a:lnTo>
                    <a:pt x="20256" y="258019"/>
                  </a:lnTo>
                  <a:lnTo>
                    <a:pt x="43551" y="270518"/>
                  </a:lnTo>
                  <a:lnTo>
                    <a:pt x="69194" y="278322"/>
                  </a:lnTo>
                  <a:lnTo>
                    <a:pt x="96495" y="281015"/>
                  </a:lnTo>
                  <a:close/>
                </a:path>
              </a:pathLst>
            </a:custGeom>
            <a:ln w="7672">
              <a:solidFill>
                <a:srgbClr val="002D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5336648" y="4723942"/>
              <a:ext cx="202565" cy="271780"/>
            </a:xfrm>
            <a:custGeom>
              <a:avLst/>
              <a:gdLst/>
              <a:ahLst/>
              <a:cxnLst/>
              <a:rect l="l" t="t" r="r" b="b"/>
              <a:pathLst>
                <a:path w="202565" h="271779">
                  <a:moveTo>
                    <a:pt x="202196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79552" y="35560"/>
                  </a:lnTo>
                  <a:lnTo>
                    <a:pt x="79552" y="271780"/>
                  </a:lnTo>
                  <a:lnTo>
                    <a:pt x="122275" y="271780"/>
                  </a:lnTo>
                  <a:lnTo>
                    <a:pt x="122275" y="35560"/>
                  </a:lnTo>
                  <a:lnTo>
                    <a:pt x="202196" y="35560"/>
                  </a:lnTo>
                  <a:lnTo>
                    <a:pt x="202196" y="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5336654" y="4724017"/>
              <a:ext cx="202565" cy="271145"/>
            </a:xfrm>
            <a:custGeom>
              <a:avLst/>
              <a:gdLst/>
              <a:ahLst/>
              <a:cxnLst/>
              <a:rect l="l" t="t" r="r" b="b"/>
              <a:pathLst>
                <a:path w="202565" h="271145">
                  <a:moveTo>
                    <a:pt x="79553" y="271071"/>
                  </a:moveTo>
                  <a:lnTo>
                    <a:pt x="122276" y="271071"/>
                  </a:lnTo>
                  <a:lnTo>
                    <a:pt x="122276" y="35725"/>
                  </a:lnTo>
                  <a:lnTo>
                    <a:pt x="202198" y="35725"/>
                  </a:lnTo>
                  <a:lnTo>
                    <a:pt x="202198" y="0"/>
                  </a:lnTo>
                  <a:lnTo>
                    <a:pt x="0" y="0"/>
                  </a:lnTo>
                  <a:lnTo>
                    <a:pt x="0" y="35725"/>
                  </a:lnTo>
                  <a:lnTo>
                    <a:pt x="79553" y="35725"/>
                  </a:lnTo>
                  <a:lnTo>
                    <a:pt x="79553" y="271071"/>
                  </a:lnTo>
                  <a:close/>
                </a:path>
              </a:pathLst>
            </a:custGeom>
            <a:ln w="7672">
              <a:solidFill>
                <a:srgbClr val="002D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5581944" y="4724017"/>
              <a:ext cx="234950" cy="271145"/>
            </a:xfrm>
            <a:custGeom>
              <a:avLst/>
              <a:gdLst/>
              <a:ahLst/>
              <a:cxnLst/>
              <a:rect l="l" t="t" r="r" b="b"/>
              <a:pathLst>
                <a:path w="234950" h="271145">
                  <a:moveTo>
                    <a:pt x="234609" y="271071"/>
                  </a:moveTo>
                  <a:lnTo>
                    <a:pt x="194832" y="271071"/>
                  </a:lnTo>
                  <a:lnTo>
                    <a:pt x="194832" y="137008"/>
                  </a:lnTo>
                  <a:lnTo>
                    <a:pt x="195384" y="117103"/>
                  </a:lnTo>
                  <a:lnTo>
                    <a:pt x="196765" y="95160"/>
                  </a:lnTo>
                  <a:lnTo>
                    <a:pt x="200356" y="53035"/>
                  </a:lnTo>
                  <a:lnTo>
                    <a:pt x="198883" y="53035"/>
                  </a:lnTo>
                  <a:lnTo>
                    <a:pt x="177153" y="115647"/>
                  </a:lnTo>
                  <a:lnTo>
                    <a:pt x="130011" y="244921"/>
                  </a:lnTo>
                  <a:lnTo>
                    <a:pt x="103493" y="244921"/>
                  </a:lnTo>
                  <a:lnTo>
                    <a:pt x="55982" y="115647"/>
                  </a:lnTo>
                  <a:lnTo>
                    <a:pt x="34620" y="53035"/>
                  </a:lnTo>
                  <a:lnTo>
                    <a:pt x="33147" y="53035"/>
                  </a:lnTo>
                  <a:lnTo>
                    <a:pt x="36415" y="95160"/>
                  </a:lnTo>
                  <a:lnTo>
                    <a:pt x="37756" y="117103"/>
                  </a:lnTo>
                  <a:lnTo>
                    <a:pt x="38303" y="137008"/>
                  </a:lnTo>
                  <a:lnTo>
                    <a:pt x="38303" y="271071"/>
                  </a:lnTo>
                  <a:lnTo>
                    <a:pt x="0" y="271071"/>
                  </a:lnTo>
                  <a:lnTo>
                    <a:pt x="0" y="0"/>
                  </a:lnTo>
                  <a:lnTo>
                    <a:pt x="48984" y="0"/>
                  </a:lnTo>
                  <a:lnTo>
                    <a:pt x="98705" y="137008"/>
                  </a:lnTo>
                  <a:lnTo>
                    <a:pt x="103286" y="150607"/>
                  </a:lnTo>
                  <a:lnTo>
                    <a:pt x="116752" y="191885"/>
                  </a:lnTo>
                  <a:lnTo>
                    <a:pt x="118593" y="191885"/>
                  </a:lnTo>
                  <a:lnTo>
                    <a:pt x="123116" y="178080"/>
                  </a:lnTo>
                  <a:lnTo>
                    <a:pt x="131748" y="150607"/>
                  </a:lnTo>
                  <a:lnTo>
                    <a:pt x="136272" y="137008"/>
                  </a:lnTo>
                  <a:lnTo>
                    <a:pt x="185256" y="0"/>
                  </a:lnTo>
                  <a:lnTo>
                    <a:pt x="234609" y="0"/>
                  </a:lnTo>
                  <a:lnTo>
                    <a:pt x="234609" y="271071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5581944" y="4724017"/>
              <a:ext cx="234950" cy="271145"/>
            </a:xfrm>
            <a:custGeom>
              <a:avLst/>
              <a:gdLst/>
              <a:ahLst/>
              <a:cxnLst/>
              <a:rect l="l" t="t" r="r" b="b"/>
              <a:pathLst>
                <a:path w="234950" h="271145">
                  <a:moveTo>
                    <a:pt x="0" y="271071"/>
                  </a:moveTo>
                  <a:lnTo>
                    <a:pt x="38303" y="271071"/>
                  </a:lnTo>
                  <a:lnTo>
                    <a:pt x="38303" y="137008"/>
                  </a:lnTo>
                  <a:lnTo>
                    <a:pt x="37756" y="117103"/>
                  </a:lnTo>
                  <a:lnTo>
                    <a:pt x="36415" y="95160"/>
                  </a:lnTo>
                  <a:lnTo>
                    <a:pt x="34729" y="73148"/>
                  </a:lnTo>
                  <a:lnTo>
                    <a:pt x="33147" y="53035"/>
                  </a:lnTo>
                  <a:lnTo>
                    <a:pt x="34620" y="53035"/>
                  </a:lnTo>
                  <a:lnTo>
                    <a:pt x="55982" y="115647"/>
                  </a:lnTo>
                  <a:lnTo>
                    <a:pt x="103493" y="244921"/>
                  </a:lnTo>
                  <a:lnTo>
                    <a:pt x="130011" y="244921"/>
                  </a:lnTo>
                  <a:lnTo>
                    <a:pt x="177153" y="115647"/>
                  </a:lnTo>
                  <a:lnTo>
                    <a:pt x="198883" y="53035"/>
                  </a:lnTo>
                  <a:lnTo>
                    <a:pt x="200356" y="53035"/>
                  </a:lnTo>
                  <a:lnTo>
                    <a:pt x="196765" y="95160"/>
                  </a:lnTo>
                  <a:lnTo>
                    <a:pt x="194832" y="137008"/>
                  </a:lnTo>
                  <a:lnTo>
                    <a:pt x="194832" y="271071"/>
                  </a:lnTo>
                  <a:lnTo>
                    <a:pt x="234609" y="271071"/>
                  </a:lnTo>
                  <a:lnTo>
                    <a:pt x="234609" y="0"/>
                  </a:lnTo>
                  <a:lnTo>
                    <a:pt x="185256" y="0"/>
                  </a:lnTo>
                  <a:lnTo>
                    <a:pt x="136272" y="137008"/>
                  </a:lnTo>
                  <a:lnTo>
                    <a:pt x="131748" y="150607"/>
                  </a:lnTo>
                  <a:lnTo>
                    <a:pt x="127432" y="164309"/>
                  </a:lnTo>
                  <a:lnTo>
                    <a:pt x="123116" y="178080"/>
                  </a:lnTo>
                  <a:lnTo>
                    <a:pt x="118593" y="191885"/>
                  </a:lnTo>
                  <a:lnTo>
                    <a:pt x="116752" y="191885"/>
                  </a:lnTo>
                  <a:lnTo>
                    <a:pt x="112171" y="178080"/>
                  </a:lnTo>
                  <a:lnTo>
                    <a:pt x="107728" y="164309"/>
                  </a:lnTo>
                  <a:lnTo>
                    <a:pt x="103286" y="150607"/>
                  </a:lnTo>
                  <a:lnTo>
                    <a:pt x="98705" y="137008"/>
                  </a:lnTo>
                  <a:lnTo>
                    <a:pt x="48984" y="0"/>
                  </a:lnTo>
                  <a:lnTo>
                    <a:pt x="0" y="0"/>
                  </a:lnTo>
                  <a:lnTo>
                    <a:pt x="0" y="271071"/>
                  </a:lnTo>
                  <a:close/>
                </a:path>
              </a:pathLst>
            </a:custGeom>
            <a:ln w="7672">
              <a:solidFill>
                <a:srgbClr val="002D6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40644" y="1436556"/>
            <a:ext cx="337185" cy="404495"/>
          </a:xfrm>
          <a:custGeom>
            <a:avLst/>
            <a:gdLst/>
            <a:ahLst/>
            <a:cxnLst/>
            <a:rect l="l" t="t" r="r" b="b"/>
            <a:pathLst>
              <a:path w="337184" h="404494">
                <a:moveTo>
                  <a:pt x="336933" y="404497"/>
                </a:moveTo>
                <a:lnTo>
                  <a:pt x="65786" y="404497"/>
                </a:lnTo>
                <a:lnTo>
                  <a:pt x="65786" y="237809"/>
                </a:lnTo>
                <a:lnTo>
                  <a:pt x="124016" y="237809"/>
                </a:lnTo>
                <a:lnTo>
                  <a:pt x="124016" y="276925"/>
                </a:lnTo>
                <a:lnTo>
                  <a:pt x="336933" y="276925"/>
                </a:lnTo>
                <a:lnTo>
                  <a:pt x="336933" y="321375"/>
                </a:lnTo>
                <a:lnTo>
                  <a:pt x="124016" y="321375"/>
                </a:lnTo>
                <a:lnTo>
                  <a:pt x="124016" y="358269"/>
                </a:lnTo>
                <a:lnTo>
                  <a:pt x="336933" y="358269"/>
                </a:lnTo>
                <a:lnTo>
                  <a:pt x="336933" y="404497"/>
                </a:lnTo>
                <a:close/>
              </a:path>
              <a:path w="337184" h="404494">
                <a:moveTo>
                  <a:pt x="336933" y="276925"/>
                </a:moveTo>
                <a:lnTo>
                  <a:pt x="278703" y="276925"/>
                </a:lnTo>
                <a:lnTo>
                  <a:pt x="278703" y="237809"/>
                </a:lnTo>
                <a:lnTo>
                  <a:pt x="336933" y="237809"/>
                </a:lnTo>
                <a:lnTo>
                  <a:pt x="336933" y="276925"/>
                </a:lnTo>
                <a:close/>
              </a:path>
              <a:path w="337184" h="404494">
                <a:moveTo>
                  <a:pt x="336933" y="358269"/>
                </a:moveTo>
                <a:lnTo>
                  <a:pt x="278703" y="358269"/>
                </a:lnTo>
                <a:lnTo>
                  <a:pt x="278703" y="321375"/>
                </a:lnTo>
                <a:lnTo>
                  <a:pt x="336933" y="321375"/>
                </a:lnTo>
                <a:lnTo>
                  <a:pt x="336933" y="358269"/>
                </a:lnTo>
                <a:close/>
              </a:path>
              <a:path w="337184" h="404494">
                <a:moveTo>
                  <a:pt x="336933" y="90234"/>
                </a:moveTo>
                <a:lnTo>
                  <a:pt x="278258" y="90234"/>
                </a:lnTo>
                <a:lnTo>
                  <a:pt x="278258" y="0"/>
                </a:lnTo>
                <a:lnTo>
                  <a:pt x="336933" y="0"/>
                </a:lnTo>
                <a:lnTo>
                  <a:pt x="336933" y="90234"/>
                </a:lnTo>
                <a:close/>
              </a:path>
              <a:path w="337184" h="404494">
                <a:moveTo>
                  <a:pt x="107569" y="212472"/>
                </a:moveTo>
                <a:lnTo>
                  <a:pt x="64883" y="205193"/>
                </a:lnTo>
                <a:lnTo>
                  <a:pt x="30781" y="184913"/>
                </a:lnTo>
                <a:lnTo>
                  <a:pt x="8181" y="153964"/>
                </a:lnTo>
                <a:lnTo>
                  <a:pt x="0" y="114681"/>
                </a:lnTo>
                <a:lnTo>
                  <a:pt x="8181" y="75398"/>
                </a:lnTo>
                <a:lnTo>
                  <a:pt x="30781" y="44450"/>
                </a:lnTo>
                <a:lnTo>
                  <a:pt x="64883" y="24169"/>
                </a:lnTo>
                <a:lnTo>
                  <a:pt x="107569" y="16891"/>
                </a:lnTo>
                <a:lnTo>
                  <a:pt x="144345" y="22225"/>
                </a:lnTo>
                <a:lnTo>
                  <a:pt x="175412" y="37227"/>
                </a:lnTo>
                <a:lnTo>
                  <a:pt x="198894" y="60396"/>
                </a:lnTo>
                <a:lnTo>
                  <a:pt x="201427" y="65786"/>
                </a:lnTo>
                <a:lnTo>
                  <a:pt x="107569" y="65786"/>
                </a:lnTo>
                <a:lnTo>
                  <a:pt x="86948" y="69113"/>
                </a:lnTo>
                <a:lnTo>
                  <a:pt x="70620" y="78732"/>
                </a:lnTo>
                <a:lnTo>
                  <a:pt x="59875" y="94102"/>
                </a:lnTo>
                <a:lnTo>
                  <a:pt x="56007" y="114681"/>
                </a:lnTo>
                <a:lnTo>
                  <a:pt x="59875" y="135260"/>
                </a:lnTo>
                <a:lnTo>
                  <a:pt x="70620" y="150631"/>
                </a:lnTo>
                <a:lnTo>
                  <a:pt x="86948" y="160250"/>
                </a:lnTo>
                <a:lnTo>
                  <a:pt x="107569" y="163577"/>
                </a:lnTo>
                <a:lnTo>
                  <a:pt x="201683" y="163577"/>
                </a:lnTo>
                <a:lnTo>
                  <a:pt x="199581" y="168216"/>
                </a:lnTo>
                <a:lnTo>
                  <a:pt x="176134" y="191803"/>
                </a:lnTo>
                <a:lnTo>
                  <a:pt x="144852" y="207055"/>
                </a:lnTo>
                <a:lnTo>
                  <a:pt x="107569" y="212472"/>
                </a:lnTo>
                <a:close/>
              </a:path>
              <a:path w="337184" h="404494">
                <a:moveTo>
                  <a:pt x="201683" y="163577"/>
                </a:moveTo>
                <a:lnTo>
                  <a:pt x="107569" y="163577"/>
                </a:lnTo>
                <a:lnTo>
                  <a:pt x="128447" y="160250"/>
                </a:lnTo>
                <a:lnTo>
                  <a:pt x="144908" y="150631"/>
                </a:lnTo>
                <a:lnTo>
                  <a:pt x="155701" y="135260"/>
                </a:lnTo>
                <a:lnTo>
                  <a:pt x="159576" y="114681"/>
                </a:lnTo>
                <a:lnTo>
                  <a:pt x="155701" y="94102"/>
                </a:lnTo>
                <a:lnTo>
                  <a:pt x="144908" y="78732"/>
                </a:lnTo>
                <a:lnTo>
                  <a:pt x="128447" y="69113"/>
                </a:lnTo>
                <a:lnTo>
                  <a:pt x="107569" y="65786"/>
                </a:lnTo>
                <a:lnTo>
                  <a:pt x="201427" y="65786"/>
                </a:lnTo>
                <a:lnTo>
                  <a:pt x="212917" y="90234"/>
                </a:lnTo>
                <a:lnTo>
                  <a:pt x="336933" y="90234"/>
                </a:lnTo>
                <a:lnTo>
                  <a:pt x="336933" y="137795"/>
                </a:lnTo>
                <a:lnTo>
                  <a:pt x="213361" y="137795"/>
                </a:lnTo>
                <a:lnTo>
                  <a:pt x="201683" y="163577"/>
                </a:lnTo>
                <a:close/>
              </a:path>
              <a:path w="337184" h="404494">
                <a:moveTo>
                  <a:pt x="336933" y="220029"/>
                </a:moveTo>
                <a:lnTo>
                  <a:pt x="278258" y="220029"/>
                </a:lnTo>
                <a:lnTo>
                  <a:pt x="278258" y="137795"/>
                </a:lnTo>
                <a:lnTo>
                  <a:pt x="336933" y="137795"/>
                </a:lnTo>
                <a:lnTo>
                  <a:pt x="336933" y="22002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6463" y="1455927"/>
            <a:ext cx="370840" cy="390525"/>
          </a:xfrm>
          <a:custGeom>
            <a:avLst/>
            <a:gdLst/>
            <a:ahLst/>
            <a:cxnLst/>
            <a:rect l="l" t="t" r="r" b="b"/>
            <a:pathLst>
              <a:path w="370839" h="390525">
                <a:moveTo>
                  <a:pt x="326263" y="0"/>
                </a:moveTo>
                <a:lnTo>
                  <a:pt x="268922" y="0"/>
                </a:lnTo>
                <a:lnTo>
                  <a:pt x="268922" y="46990"/>
                </a:lnTo>
                <a:lnTo>
                  <a:pt x="268922" y="119380"/>
                </a:lnTo>
                <a:lnTo>
                  <a:pt x="100457" y="119380"/>
                </a:lnTo>
                <a:lnTo>
                  <a:pt x="100457" y="46990"/>
                </a:lnTo>
                <a:lnTo>
                  <a:pt x="268922" y="46990"/>
                </a:lnTo>
                <a:lnTo>
                  <a:pt x="268922" y="0"/>
                </a:lnTo>
                <a:lnTo>
                  <a:pt x="42672" y="0"/>
                </a:lnTo>
                <a:lnTo>
                  <a:pt x="42672" y="46990"/>
                </a:lnTo>
                <a:lnTo>
                  <a:pt x="42672" y="119380"/>
                </a:lnTo>
                <a:lnTo>
                  <a:pt x="42672" y="166370"/>
                </a:lnTo>
                <a:lnTo>
                  <a:pt x="326263" y="166370"/>
                </a:lnTo>
                <a:lnTo>
                  <a:pt x="326263" y="119761"/>
                </a:lnTo>
                <a:lnTo>
                  <a:pt x="326263" y="119380"/>
                </a:lnTo>
                <a:lnTo>
                  <a:pt x="326263" y="46990"/>
                </a:lnTo>
                <a:lnTo>
                  <a:pt x="326263" y="46863"/>
                </a:lnTo>
                <a:lnTo>
                  <a:pt x="326263" y="0"/>
                </a:lnTo>
                <a:close/>
              </a:path>
              <a:path w="370839" h="390525">
                <a:moveTo>
                  <a:pt x="370713" y="209550"/>
                </a:moveTo>
                <a:lnTo>
                  <a:pt x="0" y="209550"/>
                </a:lnTo>
                <a:lnTo>
                  <a:pt x="0" y="256222"/>
                </a:lnTo>
                <a:lnTo>
                  <a:pt x="154686" y="256222"/>
                </a:lnTo>
                <a:lnTo>
                  <a:pt x="154686" y="390017"/>
                </a:lnTo>
                <a:lnTo>
                  <a:pt x="213360" y="390017"/>
                </a:lnTo>
                <a:lnTo>
                  <a:pt x="213360" y="256222"/>
                </a:lnTo>
                <a:lnTo>
                  <a:pt x="370713" y="256222"/>
                </a:lnTo>
                <a:lnTo>
                  <a:pt x="370713" y="209550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00224" y="1436115"/>
            <a:ext cx="768350" cy="405130"/>
          </a:xfrm>
          <a:custGeom>
            <a:avLst/>
            <a:gdLst/>
            <a:ahLst/>
            <a:cxnLst/>
            <a:rect l="l" t="t" r="r" b="b"/>
            <a:pathLst>
              <a:path w="768350" h="405130">
                <a:moveTo>
                  <a:pt x="323596" y="55372"/>
                </a:moveTo>
                <a:lnTo>
                  <a:pt x="105791" y="55372"/>
                </a:lnTo>
                <a:lnTo>
                  <a:pt x="105791" y="13462"/>
                </a:lnTo>
                <a:lnTo>
                  <a:pt x="47561" y="13462"/>
                </a:lnTo>
                <a:lnTo>
                  <a:pt x="47561" y="55372"/>
                </a:lnTo>
                <a:lnTo>
                  <a:pt x="47561" y="98552"/>
                </a:lnTo>
                <a:lnTo>
                  <a:pt x="47561" y="135382"/>
                </a:lnTo>
                <a:lnTo>
                  <a:pt x="47561" y="182372"/>
                </a:lnTo>
                <a:lnTo>
                  <a:pt x="323596" y="182372"/>
                </a:lnTo>
                <a:lnTo>
                  <a:pt x="323596" y="136017"/>
                </a:lnTo>
                <a:lnTo>
                  <a:pt x="323596" y="135382"/>
                </a:lnTo>
                <a:lnTo>
                  <a:pt x="323596" y="99123"/>
                </a:lnTo>
                <a:lnTo>
                  <a:pt x="265366" y="99123"/>
                </a:lnTo>
                <a:lnTo>
                  <a:pt x="265366" y="135382"/>
                </a:lnTo>
                <a:lnTo>
                  <a:pt x="105791" y="135382"/>
                </a:lnTo>
                <a:lnTo>
                  <a:pt x="105791" y="98552"/>
                </a:lnTo>
                <a:lnTo>
                  <a:pt x="323596" y="98552"/>
                </a:lnTo>
                <a:lnTo>
                  <a:pt x="323596" y="55372"/>
                </a:lnTo>
                <a:close/>
              </a:path>
              <a:path w="768350" h="405130">
                <a:moveTo>
                  <a:pt x="323596" y="13335"/>
                </a:moveTo>
                <a:lnTo>
                  <a:pt x="265366" y="13335"/>
                </a:lnTo>
                <a:lnTo>
                  <a:pt x="265366" y="55118"/>
                </a:lnTo>
                <a:lnTo>
                  <a:pt x="323596" y="55118"/>
                </a:lnTo>
                <a:lnTo>
                  <a:pt x="323596" y="13335"/>
                </a:lnTo>
                <a:close/>
              </a:path>
              <a:path w="768350" h="405130">
                <a:moveTo>
                  <a:pt x="330263" y="356362"/>
                </a:moveTo>
                <a:lnTo>
                  <a:pt x="101790" y="356362"/>
                </a:lnTo>
                <a:lnTo>
                  <a:pt x="101790" y="290322"/>
                </a:lnTo>
                <a:lnTo>
                  <a:pt x="43116" y="290322"/>
                </a:lnTo>
                <a:lnTo>
                  <a:pt x="43116" y="356362"/>
                </a:lnTo>
                <a:lnTo>
                  <a:pt x="43116" y="403352"/>
                </a:lnTo>
                <a:lnTo>
                  <a:pt x="330263" y="403352"/>
                </a:lnTo>
                <a:lnTo>
                  <a:pt x="330263" y="356362"/>
                </a:lnTo>
                <a:close/>
              </a:path>
              <a:path w="768350" h="405130">
                <a:moveTo>
                  <a:pt x="371157" y="210248"/>
                </a:moveTo>
                <a:lnTo>
                  <a:pt x="0" y="210248"/>
                </a:lnTo>
                <a:lnTo>
                  <a:pt x="0" y="256476"/>
                </a:lnTo>
                <a:lnTo>
                  <a:pt x="161353" y="256476"/>
                </a:lnTo>
                <a:lnTo>
                  <a:pt x="161353" y="320929"/>
                </a:lnTo>
                <a:lnTo>
                  <a:pt x="220027" y="320929"/>
                </a:lnTo>
                <a:lnTo>
                  <a:pt x="220027" y="256476"/>
                </a:lnTo>
                <a:lnTo>
                  <a:pt x="371157" y="256476"/>
                </a:lnTo>
                <a:lnTo>
                  <a:pt x="371157" y="210248"/>
                </a:lnTo>
                <a:close/>
              </a:path>
              <a:path w="768350" h="405130">
                <a:moveTo>
                  <a:pt x="628967" y="202692"/>
                </a:moveTo>
                <a:lnTo>
                  <a:pt x="624751" y="168910"/>
                </a:lnTo>
                <a:lnTo>
                  <a:pt x="624649" y="168097"/>
                </a:lnTo>
                <a:lnTo>
                  <a:pt x="623189" y="156464"/>
                </a:lnTo>
                <a:lnTo>
                  <a:pt x="590042" y="162293"/>
                </a:lnTo>
                <a:lnTo>
                  <a:pt x="554964" y="166027"/>
                </a:lnTo>
                <a:lnTo>
                  <a:pt x="514553" y="168097"/>
                </a:lnTo>
                <a:lnTo>
                  <a:pt x="465391" y="168910"/>
                </a:lnTo>
                <a:lnTo>
                  <a:pt x="465391" y="72453"/>
                </a:lnTo>
                <a:lnTo>
                  <a:pt x="589407" y="72453"/>
                </a:lnTo>
                <a:lnTo>
                  <a:pt x="589407" y="25336"/>
                </a:lnTo>
                <a:lnTo>
                  <a:pt x="407162" y="25336"/>
                </a:lnTo>
                <a:lnTo>
                  <a:pt x="407162" y="216027"/>
                </a:lnTo>
                <a:lnTo>
                  <a:pt x="441388" y="216027"/>
                </a:lnTo>
                <a:lnTo>
                  <a:pt x="501891" y="215506"/>
                </a:lnTo>
                <a:lnTo>
                  <a:pt x="550354" y="213525"/>
                </a:lnTo>
                <a:lnTo>
                  <a:pt x="591223" y="209461"/>
                </a:lnTo>
                <a:lnTo>
                  <a:pt x="628967" y="202692"/>
                </a:lnTo>
                <a:close/>
              </a:path>
              <a:path w="768350" h="405130">
                <a:moveTo>
                  <a:pt x="713867" y="247586"/>
                </a:moveTo>
                <a:lnTo>
                  <a:pt x="656526" y="247586"/>
                </a:lnTo>
                <a:lnTo>
                  <a:pt x="656526" y="293814"/>
                </a:lnTo>
                <a:lnTo>
                  <a:pt x="656526" y="359156"/>
                </a:lnTo>
                <a:lnTo>
                  <a:pt x="505396" y="359156"/>
                </a:lnTo>
                <a:lnTo>
                  <a:pt x="505396" y="293814"/>
                </a:lnTo>
                <a:lnTo>
                  <a:pt x="656526" y="293814"/>
                </a:lnTo>
                <a:lnTo>
                  <a:pt x="656526" y="247586"/>
                </a:lnTo>
                <a:lnTo>
                  <a:pt x="447611" y="247586"/>
                </a:lnTo>
                <a:lnTo>
                  <a:pt x="447611" y="404939"/>
                </a:lnTo>
                <a:lnTo>
                  <a:pt x="713867" y="404939"/>
                </a:lnTo>
                <a:lnTo>
                  <a:pt x="713867" y="359156"/>
                </a:lnTo>
                <a:lnTo>
                  <a:pt x="713867" y="293814"/>
                </a:lnTo>
                <a:lnTo>
                  <a:pt x="713867" y="247586"/>
                </a:lnTo>
                <a:close/>
              </a:path>
              <a:path w="768350" h="405130">
                <a:moveTo>
                  <a:pt x="768096" y="92456"/>
                </a:moveTo>
                <a:lnTo>
                  <a:pt x="713867" y="92456"/>
                </a:lnTo>
                <a:lnTo>
                  <a:pt x="713867" y="0"/>
                </a:lnTo>
                <a:lnTo>
                  <a:pt x="655193" y="0"/>
                </a:lnTo>
                <a:lnTo>
                  <a:pt x="655193" y="229806"/>
                </a:lnTo>
                <a:lnTo>
                  <a:pt x="713867" y="229806"/>
                </a:lnTo>
                <a:lnTo>
                  <a:pt x="713867" y="140017"/>
                </a:lnTo>
                <a:lnTo>
                  <a:pt x="768096" y="140017"/>
                </a:lnTo>
                <a:lnTo>
                  <a:pt x="768096" y="92456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131205" y="1057059"/>
            <a:ext cx="192405" cy="186690"/>
            <a:chOff x="1131205" y="1057059"/>
            <a:chExt cx="192405" cy="18669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293490" y="1058920"/>
            <a:ext cx="898525" cy="182880"/>
            <a:chOff x="1293490" y="1058920"/>
            <a:chExt cx="898525" cy="182880"/>
          </a:xfrm>
        </p:grpSpPr>
        <p:sp>
          <p:nvSpPr>
            <p:cNvPr id="10" name="object 10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5822" y="1056811"/>
            <a:ext cx="261041" cy="18665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2384903" y="2444337"/>
            <a:ext cx="13686155" cy="6164580"/>
            <a:chOff x="2384903" y="2444337"/>
            <a:chExt cx="13686155" cy="6164580"/>
          </a:xfrm>
        </p:grpSpPr>
        <p:sp>
          <p:nvSpPr>
            <p:cNvPr id="14" name="object 14" descr=""/>
            <p:cNvSpPr/>
            <p:nvPr/>
          </p:nvSpPr>
          <p:spPr>
            <a:xfrm>
              <a:off x="2463571" y="3099180"/>
              <a:ext cx="5461635" cy="5501005"/>
            </a:xfrm>
            <a:custGeom>
              <a:avLst/>
              <a:gdLst/>
              <a:ahLst/>
              <a:cxnLst/>
              <a:rect l="l" t="t" r="r" b="b"/>
              <a:pathLst>
                <a:path w="5461634" h="5501005">
                  <a:moveTo>
                    <a:pt x="5461495" y="4599216"/>
                  </a:moveTo>
                  <a:lnTo>
                    <a:pt x="3300412" y="4599216"/>
                  </a:lnTo>
                  <a:lnTo>
                    <a:pt x="3300412" y="1870227"/>
                  </a:lnTo>
                  <a:lnTo>
                    <a:pt x="3300412" y="1705216"/>
                  </a:lnTo>
                  <a:lnTo>
                    <a:pt x="3300412" y="1650199"/>
                  </a:lnTo>
                  <a:lnTo>
                    <a:pt x="3299714" y="1601546"/>
                  </a:lnTo>
                  <a:lnTo>
                    <a:pt x="3297618" y="1553235"/>
                  </a:lnTo>
                  <a:lnTo>
                    <a:pt x="3294138" y="1505292"/>
                  </a:lnTo>
                  <a:lnTo>
                    <a:pt x="3289312" y="1457744"/>
                  </a:lnTo>
                  <a:lnTo>
                    <a:pt x="3283153" y="1410601"/>
                  </a:lnTo>
                  <a:lnTo>
                    <a:pt x="3275673" y="1363878"/>
                  </a:lnTo>
                  <a:lnTo>
                    <a:pt x="3266897" y="1317612"/>
                  </a:lnTo>
                  <a:lnTo>
                    <a:pt x="3256838" y="1271803"/>
                  </a:lnTo>
                  <a:lnTo>
                    <a:pt x="3245523" y="1226477"/>
                  </a:lnTo>
                  <a:lnTo>
                    <a:pt x="3232975" y="1181671"/>
                  </a:lnTo>
                  <a:lnTo>
                    <a:pt x="3219196" y="1137373"/>
                  </a:lnTo>
                  <a:lnTo>
                    <a:pt x="3204222" y="1093622"/>
                  </a:lnTo>
                  <a:lnTo>
                    <a:pt x="3188068" y="1050442"/>
                  </a:lnTo>
                  <a:lnTo>
                    <a:pt x="3170745" y="1007833"/>
                  </a:lnTo>
                  <a:lnTo>
                    <a:pt x="3152279" y="965835"/>
                  </a:lnTo>
                  <a:lnTo>
                    <a:pt x="3132696" y="924445"/>
                  </a:lnTo>
                  <a:lnTo>
                    <a:pt x="3112008" y="883704"/>
                  </a:lnTo>
                  <a:lnTo>
                    <a:pt x="3090240" y="843622"/>
                  </a:lnTo>
                  <a:lnTo>
                    <a:pt x="3067405" y="804214"/>
                  </a:lnTo>
                  <a:lnTo>
                    <a:pt x="3043517" y="765517"/>
                  </a:lnTo>
                  <a:lnTo>
                    <a:pt x="3018612" y="727519"/>
                  </a:lnTo>
                  <a:lnTo>
                    <a:pt x="2992691" y="690270"/>
                  </a:lnTo>
                  <a:lnTo>
                    <a:pt x="2965780" y="653770"/>
                  </a:lnTo>
                  <a:lnTo>
                    <a:pt x="2937916" y="618045"/>
                  </a:lnTo>
                  <a:lnTo>
                    <a:pt x="2909087" y="583120"/>
                  </a:lnTo>
                  <a:lnTo>
                    <a:pt x="2879331" y="549008"/>
                  </a:lnTo>
                  <a:lnTo>
                    <a:pt x="2848673" y="515734"/>
                  </a:lnTo>
                  <a:lnTo>
                    <a:pt x="2817114" y="483298"/>
                  </a:lnTo>
                  <a:lnTo>
                    <a:pt x="2784691" y="451751"/>
                  </a:lnTo>
                  <a:lnTo>
                    <a:pt x="2751404" y="421081"/>
                  </a:lnTo>
                  <a:lnTo>
                    <a:pt x="2717292" y="391325"/>
                  </a:lnTo>
                  <a:lnTo>
                    <a:pt x="2682367" y="362508"/>
                  </a:lnTo>
                  <a:lnTo>
                    <a:pt x="2646642" y="334632"/>
                  </a:lnTo>
                  <a:lnTo>
                    <a:pt x="2610142" y="307721"/>
                  </a:lnTo>
                  <a:lnTo>
                    <a:pt x="2572893" y="281800"/>
                  </a:lnTo>
                  <a:lnTo>
                    <a:pt x="2534907" y="256895"/>
                  </a:lnTo>
                  <a:lnTo>
                    <a:pt x="2496197" y="233006"/>
                  </a:lnTo>
                  <a:lnTo>
                    <a:pt x="2456789" y="210172"/>
                  </a:lnTo>
                  <a:lnTo>
                    <a:pt x="2416708" y="188404"/>
                  </a:lnTo>
                  <a:lnTo>
                    <a:pt x="2375966" y="167716"/>
                  </a:lnTo>
                  <a:lnTo>
                    <a:pt x="2334577" y="148132"/>
                  </a:lnTo>
                  <a:lnTo>
                    <a:pt x="2292578" y="129667"/>
                  </a:lnTo>
                  <a:lnTo>
                    <a:pt x="2249970" y="112344"/>
                  </a:lnTo>
                  <a:lnTo>
                    <a:pt x="2206790" y="96189"/>
                  </a:lnTo>
                  <a:lnTo>
                    <a:pt x="2163038" y="81216"/>
                  </a:lnTo>
                  <a:lnTo>
                    <a:pt x="2118753" y="67449"/>
                  </a:lnTo>
                  <a:lnTo>
                    <a:pt x="2073935" y="54889"/>
                  </a:lnTo>
                  <a:lnTo>
                    <a:pt x="2028609" y="43573"/>
                  </a:lnTo>
                  <a:lnTo>
                    <a:pt x="1982812" y="33515"/>
                  </a:lnTo>
                  <a:lnTo>
                    <a:pt x="1936534" y="24739"/>
                  </a:lnTo>
                  <a:lnTo>
                    <a:pt x="1889823" y="17259"/>
                  </a:lnTo>
                  <a:lnTo>
                    <a:pt x="1842668" y="11099"/>
                  </a:lnTo>
                  <a:lnTo>
                    <a:pt x="1795119" y="6273"/>
                  </a:lnTo>
                  <a:lnTo>
                    <a:pt x="1747177" y="2794"/>
                  </a:lnTo>
                  <a:lnTo>
                    <a:pt x="1698866" y="698"/>
                  </a:lnTo>
                  <a:lnTo>
                    <a:pt x="1650212" y="0"/>
                  </a:lnTo>
                  <a:lnTo>
                    <a:pt x="1601546" y="698"/>
                  </a:lnTo>
                  <a:lnTo>
                    <a:pt x="1553235" y="2794"/>
                  </a:lnTo>
                  <a:lnTo>
                    <a:pt x="1505292" y="6273"/>
                  </a:lnTo>
                  <a:lnTo>
                    <a:pt x="1457744" y="11099"/>
                  </a:lnTo>
                  <a:lnTo>
                    <a:pt x="1410601" y="17259"/>
                  </a:lnTo>
                  <a:lnTo>
                    <a:pt x="1363878" y="24739"/>
                  </a:lnTo>
                  <a:lnTo>
                    <a:pt x="1317612" y="33515"/>
                  </a:lnTo>
                  <a:lnTo>
                    <a:pt x="1271803" y="43573"/>
                  </a:lnTo>
                  <a:lnTo>
                    <a:pt x="1226489" y="54889"/>
                  </a:lnTo>
                  <a:lnTo>
                    <a:pt x="1181671" y="67449"/>
                  </a:lnTo>
                  <a:lnTo>
                    <a:pt x="1137373" y="81216"/>
                  </a:lnTo>
                  <a:lnTo>
                    <a:pt x="1093635" y="96189"/>
                  </a:lnTo>
                  <a:lnTo>
                    <a:pt x="1050442" y="112344"/>
                  </a:lnTo>
                  <a:lnTo>
                    <a:pt x="1007846" y="129667"/>
                  </a:lnTo>
                  <a:lnTo>
                    <a:pt x="965835" y="148132"/>
                  </a:lnTo>
                  <a:lnTo>
                    <a:pt x="924458" y="167716"/>
                  </a:lnTo>
                  <a:lnTo>
                    <a:pt x="883716" y="188404"/>
                  </a:lnTo>
                  <a:lnTo>
                    <a:pt x="843635" y="210172"/>
                  </a:lnTo>
                  <a:lnTo>
                    <a:pt x="804227" y="233006"/>
                  </a:lnTo>
                  <a:lnTo>
                    <a:pt x="765517" y="256895"/>
                  </a:lnTo>
                  <a:lnTo>
                    <a:pt x="727532" y="281800"/>
                  </a:lnTo>
                  <a:lnTo>
                    <a:pt x="690270" y="307721"/>
                  </a:lnTo>
                  <a:lnTo>
                    <a:pt x="653783" y="334632"/>
                  </a:lnTo>
                  <a:lnTo>
                    <a:pt x="618058" y="362508"/>
                  </a:lnTo>
                  <a:lnTo>
                    <a:pt x="583133" y="391325"/>
                  </a:lnTo>
                  <a:lnTo>
                    <a:pt x="549021" y="421081"/>
                  </a:lnTo>
                  <a:lnTo>
                    <a:pt x="515734" y="451751"/>
                  </a:lnTo>
                  <a:lnTo>
                    <a:pt x="483311" y="483298"/>
                  </a:lnTo>
                  <a:lnTo>
                    <a:pt x="451751" y="515734"/>
                  </a:lnTo>
                  <a:lnTo>
                    <a:pt x="421081" y="549008"/>
                  </a:lnTo>
                  <a:lnTo>
                    <a:pt x="391337" y="583120"/>
                  </a:lnTo>
                  <a:lnTo>
                    <a:pt x="362508" y="618045"/>
                  </a:lnTo>
                  <a:lnTo>
                    <a:pt x="334632" y="653770"/>
                  </a:lnTo>
                  <a:lnTo>
                    <a:pt x="307733" y="690270"/>
                  </a:lnTo>
                  <a:lnTo>
                    <a:pt x="281813" y="727519"/>
                  </a:lnTo>
                  <a:lnTo>
                    <a:pt x="256895" y="765517"/>
                  </a:lnTo>
                  <a:lnTo>
                    <a:pt x="233019" y="804214"/>
                  </a:lnTo>
                  <a:lnTo>
                    <a:pt x="210185" y="843622"/>
                  </a:lnTo>
                  <a:lnTo>
                    <a:pt x="188404" y="883704"/>
                  </a:lnTo>
                  <a:lnTo>
                    <a:pt x="167716" y="924445"/>
                  </a:lnTo>
                  <a:lnTo>
                    <a:pt x="148132" y="965835"/>
                  </a:lnTo>
                  <a:lnTo>
                    <a:pt x="129667" y="1007833"/>
                  </a:lnTo>
                  <a:lnTo>
                    <a:pt x="112356" y="1050442"/>
                  </a:lnTo>
                  <a:lnTo>
                    <a:pt x="96202" y="1093622"/>
                  </a:lnTo>
                  <a:lnTo>
                    <a:pt x="81229" y="1137373"/>
                  </a:lnTo>
                  <a:lnTo>
                    <a:pt x="67449" y="1181671"/>
                  </a:lnTo>
                  <a:lnTo>
                    <a:pt x="54902" y="1226477"/>
                  </a:lnTo>
                  <a:lnTo>
                    <a:pt x="43586" y="1271803"/>
                  </a:lnTo>
                  <a:lnTo>
                    <a:pt x="33528" y="1317612"/>
                  </a:lnTo>
                  <a:lnTo>
                    <a:pt x="24752" y="1363878"/>
                  </a:lnTo>
                  <a:lnTo>
                    <a:pt x="17272" y="1410601"/>
                  </a:lnTo>
                  <a:lnTo>
                    <a:pt x="11099" y="1457744"/>
                  </a:lnTo>
                  <a:lnTo>
                    <a:pt x="6273" y="1505292"/>
                  </a:lnTo>
                  <a:lnTo>
                    <a:pt x="2806" y="1553235"/>
                  </a:lnTo>
                  <a:lnTo>
                    <a:pt x="711" y="1601546"/>
                  </a:lnTo>
                  <a:lnTo>
                    <a:pt x="0" y="1650199"/>
                  </a:lnTo>
                  <a:lnTo>
                    <a:pt x="0" y="1705216"/>
                  </a:lnTo>
                  <a:lnTo>
                    <a:pt x="0" y="1870227"/>
                  </a:lnTo>
                  <a:lnTo>
                    <a:pt x="0" y="5500687"/>
                  </a:lnTo>
                  <a:lnTo>
                    <a:pt x="538695" y="5500687"/>
                  </a:lnTo>
                  <a:lnTo>
                    <a:pt x="3300412" y="5500687"/>
                  </a:lnTo>
                  <a:lnTo>
                    <a:pt x="5461495" y="5500687"/>
                  </a:lnTo>
                  <a:lnTo>
                    <a:pt x="5461495" y="4599216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653" y="2444337"/>
              <a:ext cx="3064907" cy="445580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7879" y="3487561"/>
              <a:ext cx="1532453" cy="222790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846653" y="3093546"/>
              <a:ext cx="3300729" cy="5501005"/>
            </a:xfrm>
            <a:custGeom>
              <a:avLst/>
              <a:gdLst/>
              <a:ahLst/>
              <a:cxnLst/>
              <a:rect l="l" t="t" r="r" b="b"/>
              <a:pathLst>
                <a:path w="3300729" h="5501005">
                  <a:moveTo>
                    <a:pt x="3300413" y="1870234"/>
                  </a:moveTo>
                  <a:lnTo>
                    <a:pt x="3300413" y="5500689"/>
                  </a:lnTo>
                  <a:lnTo>
                    <a:pt x="0" y="5500689"/>
                  </a:lnTo>
                  <a:lnTo>
                    <a:pt x="0" y="1870234"/>
                  </a:lnTo>
                  <a:lnTo>
                    <a:pt x="3300413" y="1870234"/>
                  </a:lnTo>
                  <a:close/>
                </a:path>
                <a:path w="3300729" h="5501005">
                  <a:moveTo>
                    <a:pt x="3300413" y="1705213"/>
                  </a:moveTo>
                  <a:lnTo>
                    <a:pt x="3300413" y="1870234"/>
                  </a:lnTo>
                  <a:lnTo>
                    <a:pt x="0" y="1870234"/>
                  </a:lnTo>
                  <a:lnTo>
                    <a:pt x="0" y="1705213"/>
                  </a:lnTo>
                  <a:lnTo>
                    <a:pt x="3300413" y="1705213"/>
                  </a:lnTo>
                  <a:close/>
                </a:path>
                <a:path w="3300729" h="5501005">
                  <a:moveTo>
                    <a:pt x="3300413" y="1650206"/>
                  </a:moveTo>
                  <a:lnTo>
                    <a:pt x="3300413" y="1705213"/>
                  </a:lnTo>
                  <a:lnTo>
                    <a:pt x="0" y="1705213"/>
                  </a:lnTo>
                  <a:lnTo>
                    <a:pt x="0" y="1650206"/>
                  </a:lnTo>
                  <a:lnTo>
                    <a:pt x="703" y="1601546"/>
                  </a:lnTo>
                  <a:lnTo>
                    <a:pt x="2801" y="1553236"/>
                  </a:lnTo>
                  <a:lnTo>
                    <a:pt x="6273" y="1505295"/>
                  </a:lnTo>
                  <a:lnTo>
                    <a:pt x="11101" y="1457743"/>
                  </a:lnTo>
                  <a:lnTo>
                    <a:pt x="17264" y="1410598"/>
                  </a:lnTo>
                  <a:lnTo>
                    <a:pt x="24745" y="1363880"/>
                  </a:lnTo>
                  <a:lnTo>
                    <a:pt x="33523" y="1317609"/>
                  </a:lnTo>
                  <a:lnTo>
                    <a:pt x="43578" y="1271804"/>
                  </a:lnTo>
                  <a:lnTo>
                    <a:pt x="54893" y="1226484"/>
                  </a:lnTo>
                  <a:lnTo>
                    <a:pt x="67447" y="1181668"/>
                  </a:lnTo>
                  <a:lnTo>
                    <a:pt x="81221" y="1137376"/>
                  </a:lnTo>
                  <a:lnTo>
                    <a:pt x="96196" y="1093628"/>
                  </a:lnTo>
                  <a:lnTo>
                    <a:pt x="112352" y="1050442"/>
                  </a:lnTo>
                  <a:lnTo>
                    <a:pt x="129670" y="1007838"/>
                  </a:lnTo>
                  <a:lnTo>
                    <a:pt x="148130" y="965835"/>
                  </a:lnTo>
                  <a:lnTo>
                    <a:pt x="167714" y="924452"/>
                  </a:lnTo>
                  <a:lnTo>
                    <a:pt x="188402" y="883710"/>
                  </a:lnTo>
                  <a:lnTo>
                    <a:pt x="210175" y="843626"/>
                  </a:lnTo>
                  <a:lnTo>
                    <a:pt x="233013" y="804221"/>
                  </a:lnTo>
                  <a:lnTo>
                    <a:pt x="256897" y="765514"/>
                  </a:lnTo>
                  <a:lnTo>
                    <a:pt x="281808" y="727525"/>
                  </a:lnTo>
                  <a:lnTo>
                    <a:pt x="307726" y="690272"/>
                  </a:lnTo>
                  <a:lnTo>
                    <a:pt x="334632" y="653774"/>
                  </a:lnTo>
                  <a:lnTo>
                    <a:pt x="362506" y="618052"/>
                  </a:lnTo>
                  <a:lnTo>
                    <a:pt x="391330" y="583125"/>
                  </a:lnTo>
                  <a:lnTo>
                    <a:pt x="421084" y="549012"/>
                  </a:lnTo>
                  <a:lnTo>
                    <a:pt x="451748" y="515731"/>
                  </a:lnTo>
                  <a:lnTo>
                    <a:pt x="483304" y="483304"/>
                  </a:lnTo>
                  <a:lnTo>
                    <a:pt x="515731" y="451748"/>
                  </a:lnTo>
                  <a:lnTo>
                    <a:pt x="549012" y="421084"/>
                  </a:lnTo>
                  <a:lnTo>
                    <a:pt x="583125" y="391330"/>
                  </a:lnTo>
                  <a:lnTo>
                    <a:pt x="618052" y="362506"/>
                  </a:lnTo>
                  <a:lnTo>
                    <a:pt x="653774" y="334632"/>
                  </a:lnTo>
                  <a:lnTo>
                    <a:pt x="690272" y="307726"/>
                  </a:lnTo>
                  <a:lnTo>
                    <a:pt x="727525" y="281808"/>
                  </a:lnTo>
                  <a:lnTo>
                    <a:pt x="765514" y="256897"/>
                  </a:lnTo>
                  <a:lnTo>
                    <a:pt x="804221" y="233013"/>
                  </a:lnTo>
                  <a:lnTo>
                    <a:pt x="843626" y="210175"/>
                  </a:lnTo>
                  <a:lnTo>
                    <a:pt x="883710" y="188402"/>
                  </a:lnTo>
                  <a:lnTo>
                    <a:pt x="924452" y="167714"/>
                  </a:lnTo>
                  <a:lnTo>
                    <a:pt x="965835" y="148130"/>
                  </a:lnTo>
                  <a:lnTo>
                    <a:pt x="1007838" y="129670"/>
                  </a:lnTo>
                  <a:lnTo>
                    <a:pt x="1050442" y="112352"/>
                  </a:lnTo>
                  <a:lnTo>
                    <a:pt x="1093628" y="96196"/>
                  </a:lnTo>
                  <a:lnTo>
                    <a:pt x="1137376" y="81221"/>
                  </a:lnTo>
                  <a:lnTo>
                    <a:pt x="1181668" y="67447"/>
                  </a:lnTo>
                  <a:lnTo>
                    <a:pt x="1226484" y="54893"/>
                  </a:lnTo>
                  <a:lnTo>
                    <a:pt x="1271804" y="43578"/>
                  </a:lnTo>
                  <a:lnTo>
                    <a:pt x="1317609" y="33523"/>
                  </a:lnTo>
                  <a:lnTo>
                    <a:pt x="1363880" y="24745"/>
                  </a:lnTo>
                  <a:lnTo>
                    <a:pt x="1410598" y="17264"/>
                  </a:lnTo>
                  <a:lnTo>
                    <a:pt x="1457743" y="11101"/>
                  </a:lnTo>
                  <a:lnTo>
                    <a:pt x="1505295" y="6273"/>
                  </a:lnTo>
                  <a:lnTo>
                    <a:pt x="1553236" y="2801"/>
                  </a:lnTo>
                  <a:lnTo>
                    <a:pt x="1601546" y="703"/>
                  </a:lnTo>
                  <a:lnTo>
                    <a:pt x="1650206" y="0"/>
                  </a:lnTo>
                  <a:lnTo>
                    <a:pt x="1698866" y="703"/>
                  </a:lnTo>
                  <a:lnTo>
                    <a:pt x="1747177" y="2801"/>
                  </a:lnTo>
                  <a:lnTo>
                    <a:pt x="1795118" y="6273"/>
                  </a:lnTo>
                  <a:lnTo>
                    <a:pt x="1842670" y="11101"/>
                  </a:lnTo>
                  <a:lnTo>
                    <a:pt x="1889815" y="17264"/>
                  </a:lnTo>
                  <a:lnTo>
                    <a:pt x="1936533" y="24745"/>
                  </a:lnTo>
                  <a:lnTo>
                    <a:pt x="1982804" y="33523"/>
                  </a:lnTo>
                  <a:lnTo>
                    <a:pt x="2028609" y="43578"/>
                  </a:lnTo>
                  <a:lnTo>
                    <a:pt x="2073929" y="54893"/>
                  </a:lnTo>
                  <a:lnTo>
                    <a:pt x="2118745" y="67447"/>
                  </a:lnTo>
                  <a:lnTo>
                    <a:pt x="2163036" y="81221"/>
                  </a:lnTo>
                  <a:lnTo>
                    <a:pt x="2206785" y="96196"/>
                  </a:lnTo>
                  <a:lnTo>
                    <a:pt x="2249971" y="112352"/>
                  </a:lnTo>
                  <a:lnTo>
                    <a:pt x="2292575" y="129670"/>
                  </a:lnTo>
                  <a:lnTo>
                    <a:pt x="2334578" y="148130"/>
                  </a:lnTo>
                  <a:lnTo>
                    <a:pt x="2375961" y="167714"/>
                  </a:lnTo>
                  <a:lnTo>
                    <a:pt x="2416703" y="188402"/>
                  </a:lnTo>
                  <a:lnTo>
                    <a:pt x="2456787" y="210175"/>
                  </a:lnTo>
                  <a:lnTo>
                    <a:pt x="2496191" y="233013"/>
                  </a:lnTo>
                  <a:lnTo>
                    <a:pt x="2534898" y="256897"/>
                  </a:lnTo>
                  <a:lnTo>
                    <a:pt x="2572888" y="281808"/>
                  </a:lnTo>
                  <a:lnTo>
                    <a:pt x="2610141" y="307726"/>
                  </a:lnTo>
                  <a:lnTo>
                    <a:pt x="2646638" y="334632"/>
                  </a:lnTo>
                  <a:lnTo>
                    <a:pt x="2682360" y="362506"/>
                  </a:lnTo>
                  <a:lnTo>
                    <a:pt x="2717288" y="391330"/>
                  </a:lnTo>
                  <a:lnTo>
                    <a:pt x="2751401" y="421084"/>
                  </a:lnTo>
                  <a:lnTo>
                    <a:pt x="2784681" y="451748"/>
                  </a:lnTo>
                  <a:lnTo>
                    <a:pt x="2817109" y="483304"/>
                  </a:lnTo>
                  <a:lnTo>
                    <a:pt x="2848665" y="515731"/>
                  </a:lnTo>
                  <a:lnTo>
                    <a:pt x="2879329" y="549012"/>
                  </a:lnTo>
                  <a:lnTo>
                    <a:pt x="2909083" y="583125"/>
                  </a:lnTo>
                  <a:lnTo>
                    <a:pt x="2937907" y="618052"/>
                  </a:lnTo>
                  <a:lnTo>
                    <a:pt x="2965781" y="653774"/>
                  </a:lnTo>
                  <a:lnTo>
                    <a:pt x="2992687" y="690272"/>
                  </a:lnTo>
                  <a:lnTo>
                    <a:pt x="3018605" y="727525"/>
                  </a:lnTo>
                  <a:lnTo>
                    <a:pt x="3043516" y="765514"/>
                  </a:lnTo>
                  <a:lnTo>
                    <a:pt x="3067400" y="804221"/>
                  </a:lnTo>
                  <a:lnTo>
                    <a:pt x="3090238" y="843626"/>
                  </a:lnTo>
                  <a:lnTo>
                    <a:pt x="3112010" y="883710"/>
                  </a:lnTo>
                  <a:lnTo>
                    <a:pt x="3132698" y="924452"/>
                  </a:lnTo>
                  <a:lnTo>
                    <a:pt x="3152282" y="965835"/>
                  </a:lnTo>
                  <a:lnTo>
                    <a:pt x="3170743" y="1007838"/>
                  </a:lnTo>
                  <a:lnTo>
                    <a:pt x="3188061" y="1050442"/>
                  </a:lnTo>
                  <a:lnTo>
                    <a:pt x="3204217" y="1093628"/>
                  </a:lnTo>
                  <a:lnTo>
                    <a:pt x="3219192" y="1137376"/>
                  </a:lnTo>
                  <a:lnTo>
                    <a:pt x="3232966" y="1181668"/>
                  </a:lnTo>
                  <a:lnTo>
                    <a:pt x="3245520" y="1226484"/>
                  </a:lnTo>
                  <a:lnTo>
                    <a:pt x="3256834" y="1271804"/>
                  </a:lnTo>
                  <a:lnTo>
                    <a:pt x="3266890" y="1317609"/>
                  </a:lnTo>
                  <a:lnTo>
                    <a:pt x="3275668" y="1363880"/>
                  </a:lnTo>
                  <a:lnTo>
                    <a:pt x="3283149" y="1410598"/>
                  </a:lnTo>
                  <a:lnTo>
                    <a:pt x="3289312" y="1457743"/>
                  </a:lnTo>
                  <a:lnTo>
                    <a:pt x="3294140" y="1505295"/>
                  </a:lnTo>
                  <a:lnTo>
                    <a:pt x="3297612" y="1553236"/>
                  </a:lnTo>
                  <a:lnTo>
                    <a:pt x="3299710" y="1601546"/>
                  </a:lnTo>
                  <a:lnTo>
                    <a:pt x="3300413" y="1650206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0943" y="2548635"/>
              <a:ext cx="3608767" cy="427231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3134" y="3533435"/>
              <a:ext cx="1804383" cy="213615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231030" y="3094590"/>
              <a:ext cx="3300729" cy="5501005"/>
            </a:xfrm>
            <a:custGeom>
              <a:avLst/>
              <a:gdLst/>
              <a:ahLst/>
              <a:cxnLst/>
              <a:rect l="l" t="t" r="r" b="b"/>
              <a:pathLst>
                <a:path w="3300729" h="5501005">
                  <a:moveTo>
                    <a:pt x="3300413" y="1870234"/>
                  </a:moveTo>
                  <a:lnTo>
                    <a:pt x="3300413" y="5500689"/>
                  </a:lnTo>
                  <a:lnTo>
                    <a:pt x="0" y="5500689"/>
                  </a:lnTo>
                  <a:lnTo>
                    <a:pt x="0" y="1870234"/>
                  </a:lnTo>
                  <a:lnTo>
                    <a:pt x="3300413" y="1870234"/>
                  </a:lnTo>
                  <a:close/>
                </a:path>
                <a:path w="3300729" h="5501005">
                  <a:moveTo>
                    <a:pt x="3300413" y="1705213"/>
                  </a:moveTo>
                  <a:lnTo>
                    <a:pt x="3300413" y="1870234"/>
                  </a:lnTo>
                  <a:lnTo>
                    <a:pt x="0" y="1870234"/>
                  </a:lnTo>
                  <a:lnTo>
                    <a:pt x="0" y="1705213"/>
                  </a:lnTo>
                  <a:lnTo>
                    <a:pt x="3300413" y="1705213"/>
                  </a:lnTo>
                  <a:close/>
                </a:path>
                <a:path w="3300729" h="5501005">
                  <a:moveTo>
                    <a:pt x="3300413" y="1650206"/>
                  </a:moveTo>
                  <a:lnTo>
                    <a:pt x="3300413" y="1705213"/>
                  </a:lnTo>
                  <a:lnTo>
                    <a:pt x="0" y="1705213"/>
                  </a:lnTo>
                  <a:lnTo>
                    <a:pt x="0" y="1650206"/>
                  </a:lnTo>
                  <a:lnTo>
                    <a:pt x="703" y="1601546"/>
                  </a:lnTo>
                  <a:lnTo>
                    <a:pt x="2801" y="1553236"/>
                  </a:lnTo>
                  <a:lnTo>
                    <a:pt x="6273" y="1505295"/>
                  </a:lnTo>
                  <a:lnTo>
                    <a:pt x="11101" y="1457743"/>
                  </a:lnTo>
                  <a:lnTo>
                    <a:pt x="17264" y="1410598"/>
                  </a:lnTo>
                  <a:lnTo>
                    <a:pt x="24745" y="1363880"/>
                  </a:lnTo>
                  <a:lnTo>
                    <a:pt x="33523" y="1317609"/>
                  </a:lnTo>
                  <a:lnTo>
                    <a:pt x="43578" y="1271804"/>
                  </a:lnTo>
                  <a:lnTo>
                    <a:pt x="54893" y="1226484"/>
                  </a:lnTo>
                  <a:lnTo>
                    <a:pt x="67447" y="1181668"/>
                  </a:lnTo>
                  <a:lnTo>
                    <a:pt x="81221" y="1137376"/>
                  </a:lnTo>
                  <a:lnTo>
                    <a:pt x="96196" y="1093628"/>
                  </a:lnTo>
                  <a:lnTo>
                    <a:pt x="112352" y="1050442"/>
                  </a:lnTo>
                  <a:lnTo>
                    <a:pt x="129670" y="1007838"/>
                  </a:lnTo>
                  <a:lnTo>
                    <a:pt x="148130" y="965835"/>
                  </a:lnTo>
                  <a:lnTo>
                    <a:pt x="167714" y="924452"/>
                  </a:lnTo>
                  <a:lnTo>
                    <a:pt x="188402" y="883710"/>
                  </a:lnTo>
                  <a:lnTo>
                    <a:pt x="210175" y="843626"/>
                  </a:lnTo>
                  <a:lnTo>
                    <a:pt x="233013" y="804221"/>
                  </a:lnTo>
                  <a:lnTo>
                    <a:pt x="256897" y="765514"/>
                  </a:lnTo>
                  <a:lnTo>
                    <a:pt x="281808" y="727525"/>
                  </a:lnTo>
                  <a:lnTo>
                    <a:pt x="307726" y="690272"/>
                  </a:lnTo>
                  <a:lnTo>
                    <a:pt x="334632" y="653774"/>
                  </a:lnTo>
                  <a:lnTo>
                    <a:pt x="362506" y="618052"/>
                  </a:lnTo>
                  <a:lnTo>
                    <a:pt x="391330" y="583125"/>
                  </a:lnTo>
                  <a:lnTo>
                    <a:pt x="421084" y="549012"/>
                  </a:lnTo>
                  <a:lnTo>
                    <a:pt x="451748" y="515731"/>
                  </a:lnTo>
                  <a:lnTo>
                    <a:pt x="483304" y="483304"/>
                  </a:lnTo>
                  <a:lnTo>
                    <a:pt x="515731" y="451748"/>
                  </a:lnTo>
                  <a:lnTo>
                    <a:pt x="549012" y="421084"/>
                  </a:lnTo>
                  <a:lnTo>
                    <a:pt x="583125" y="391330"/>
                  </a:lnTo>
                  <a:lnTo>
                    <a:pt x="618052" y="362506"/>
                  </a:lnTo>
                  <a:lnTo>
                    <a:pt x="653774" y="334632"/>
                  </a:lnTo>
                  <a:lnTo>
                    <a:pt x="690272" y="307726"/>
                  </a:lnTo>
                  <a:lnTo>
                    <a:pt x="727525" y="281808"/>
                  </a:lnTo>
                  <a:lnTo>
                    <a:pt x="765514" y="256897"/>
                  </a:lnTo>
                  <a:lnTo>
                    <a:pt x="804221" y="233013"/>
                  </a:lnTo>
                  <a:lnTo>
                    <a:pt x="843626" y="210175"/>
                  </a:lnTo>
                  <a:lnTo>
                    <a:pt x="883710" y="188402"/>
                  </a:lnTo>
                  <a:lnTo>
                    <a:pt x="924452" y="167714"/>
                  </a:lnTo>
                  <a:lnTo>
                    <a:pt x="965835" y="148130"/>
                  </a:lnTo>
                  <a:lnTo>
                    <a:pt x="1007838" y="129670"/>
                  </a:lnTo>
                  <a:lnTo>
                    <a:pt x="1050442" y="112352"/>
                  </a:lnTo>
                  <a:lnTo>
                    <a:pt x="1093628" y="96196"/>
                  </a:lnTo>
                  <a:lnTo>
                    <a:pt x="1137376" y="81221"/>
                  </a:lnTo>
                  <a:lnTo>
                    <a:pt x="1181668" y="67447"/>
                  </a:lnTo>
                  <a:lnTo>
                    <a:pt x="1226484" y="54893"/>
                  </a:lnTo>
                  <a:lnTo>
                    <a:pt x="1271804" y="43578"/>
                  </a:lnTo>
                  <a:lnTo>
                    <a:pt x="1317609" y="33523"/>
                  </a:lnTo>
                  <a:lnTo>
                    <a:pt x="1363880" y="24745"/>
                  </a:lnTo>
                  <a:lnTo>
                    <a:pt x="1410598" y="17264"/>
                  </a:lnTo>
                  <a:lnTo>
                    <a:pt x="1457743" y="11101"/>
                  </a:lnTo>
                  <a:lnTo>
                    <a:pt x="1505295" y="6273"/>
                  </a:lnTo>
                  <a:lnTo>
                    <a:pt x="1553236" y="2801"/>
                  </a:lnTo>
                  <a:lnTo>
                    <a:pt x="1601546" y="703"/>
                  </a:lnTo>
                  <a:lnTo>
                    <a:pt x="1650206" y="0"/>
                  </a:lnTo>
                  <a:lnTo>
                    <a:pt x="1698866" y="703"/>
                  </a:lnTo>
                  <a:lnTo>
                    <a:pt x="1747177" y="2801"/>
                  </a:lnTo>
                  <a:lnTo>
                    <a:pt x="1795118" y="6273"/>
                  </a:lnTo>
                  <a:lnTo>
                    <a:pt x="1842670" y="11101"/>
                  </a:lnTo>
                  <a:lnTo>
                    <a:pt x="1889815" y="17264"/>
                  </a:lnTo>
                  <a:lnTo>
                    <a:pt x="1936533" y="24745"/>
                  </a:lnTo>
                  <a:lnTo>
                    <a:pt x="1982804" y="33523"/>
                  </a:lnTo>
                  <a:lnTo>
                    <a:pt x="2028609" y="43578"/>
                  </a:lnTo>
                  <a:lnTo>
                    <a:pt x="2073929" y="54893"/>
                  </a:lnTo>
                  <a:lnTo>
                    <a:pt x="2118745" y="67447"/>
                  </a:lnTo>
                  <a:lnTo>
                    <a:pt x="2163036" y="81221"/>
                  </a:lnTo>
                  <a:lnTo>
                    <a:pt x="2206785" y="96196"/>
                  </a:lnTo>
                  <a:lnTo>
                    <a:pt x="2249971" y="112352"/>
                  </a:lnTo>
                  <a:lnTo>
                    <a:pt x="2292575" y="129670"/>
                  </a:lnTo>
                  <a:lnTo>
                    <a:pt x="2334578" y="148130"/>
                  </a:lnTo>
                  <a:lnTo>
                    <a:pt x="2375961" y="167714"/>
                  </a:lnTo>
                  <a:lnTo>
                    <a:pt x="2416703" y="188402"/>
                  </a:lnTo>
                  <a:lnTo>
                    <a:pt x="2456787" y="210175"/>
                  </a:lnTo>
                  <a:lnTo>
                    <a:pt x="2496191" y="233013"/>
                  </a:lnTo>
                  <a:lnTo>
                    <a:pt x="2534898" y="256897"/>
                  </a:lnTo>
                  <a:lnTo>
                    <a:pt x="2572888" y="281808"/>
                  </a:lnTo>
                  <a:lnTo>
                    <a:pt x="2610141" y="307726"/>
                  </a:lnTo>
                  <a:lnTo>
                    <a:pt x="2646638" y="334632"/>
                  </a:lnTo>
                  <a:lnTo>
                    <a:pt x="2682360" y="362506"/>
                  </a:lnTo>
                  <a:lnTo>
                    <a:pt x="2717288" y="391330"/>
                  </a:lnTo>
                  <a:lnTo>
                    <a:pt x="2751401" y="421084"/>
                  </a:lnTo>
                  <a:lnTo>
                    <a:pt x="2784681" y="451748"/>
                  </a:lnTo>
                  <a:lnTo>
                    <a:pt x="2817109" y="483304"/>
                  </a:lnTo>
                  <a:lnTo>
                    <a:pt x="2848665" y="515731"/>
                  </a:lnTo>
                  <a:lnTo>
                    <a:pt x="2879329" y="549012"/>
                  </a:lnTo>
                  <a:lnTo>
                    <a:pt x="2909083" y="583125"/>
                  </a:lnTo>
                  <a:lnTo>
                    <a:pt x="2937907" y="618052"/>
                  </a:lnTo>
                  <a:lnTo>
                    <a:pt x="2965781" y="653774"/>
                  </a:lnTo>
                  <a:lnTo>
                    <a:pt x="2992687" y="690272"/>
                  </a:lnTo>
                  <a:lnTo>
                    <a:pt x="3018605" y="727525"/>
                  </a:lnTo>
                  <a:lnTo>
                    <a:pt x="3043516" y="765514"/>
                  </a:lnTo>
                  <a:lnTo>
                    <a:pt x="3067400" y="804221"/>
                  </a:lnTo>
                  <a:lnTo>
                    <a:pt x="3090238" y="843626"/>
                  </a:lnTo>
                  <a:lnTo>
                    <a:pt x="3112010" y="883710"/>
                  </a:lnTo>
                  <a:lnTo>
                    <a:pt x="3132698" y="924452"/>
                  </a:lnTo>
                  <a:lnTo>
                    <a:pt x="3152282" y="965835"/>
                  </a:lnTo>
                  <a:lnTo>
                    <a:pt x="3170743" y="1007838"/>
                  </a:lnTo>
                  <a:lnTo>
                    <a:pt x="3188061" y="1050442"/>
                  </a:lnTo>
                  <a:lnTo>
                    <a:pt x="3204217" y="1093628"/>
                  </a:lnTo>
                  <a:lnTo>
                    <a:pt x="3219192" y="1137376"/>
                  </a:lnTo>
                  <a:lnTo>
                    <a:pt x="3232966" y="1181668"/>
                  </a:lnTo>
                  <a:lnTo>
                    <a:pt x="3245520" y="1226484"/>
                  </a:lnTo>
                  <a:lnTo>
                    <a:pt x="3256834" y="1271804"/>
                  </a:lnTo>
                  <a:lnTo>
                    <a:pt x="3266890" y="1317609"/>
                  </a:lnTo>
                  <a:lnTo>
                    <a:pt x="3275668" y="1363880"/>
                  </a:lnTo>
                  <a:lnTo>
                    <a:pt x="3283149" y="1410598"/>
                  </a:lnTo>
                  <a:lnTo>
                    <a:pt x="3289312" y="1457743"/>
                  </a:lnTo>
                  <a:lnTo>
                    <a:pt x="3294140" y="1505295"/>
                  </a:lnTo>
                  <a:lnTo>
                    <a:pt x="3297612" y="1553236"/>
                  </a:lnTo>
                  <a:lnTo>
                    <a:pt x="3299710" y="1601546"/>
                  </a:lnTo>
                  <a:lnTo>
                    <a:pt x="3300413" y="1650206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51206" y="2912560"/>
              <a:ext cx="3656994" cy="358348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65455" y="3725736"/>
              <a:ext cx="1828497" cy="1791743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2614101" y="3094590"/>
              <a:ext cx="3300729" cy="5501005"/>
            </a:xfrm>
            <a:custGeom>
              <a:avLst/>
              <a:gdLst/>
              <a:ahLst/>
              <a:cxnLst/>
              <a:rect l="l" t="t" r="r" b="b"/>
              <a:pathLst>
                <a:path w="3300730" h="5501005">
                  <a:moveTo>
                    <a:pt x="3300413" y="1870234"/>
                  </a:moveTo>
                  <a:lnTo>
                    <a:pt x="3300413" y="5500689"/>
                  </a:lnTo>
                  <a:lnTo>
                    <a:pt x="0" y="5500689"/>
                  </a:lnTo>
                  <a:lnTo>
                    <a:pt x="0" y="1870234"/>
                  </a:lnTo>
                  <a:lnTo>
                    <a:pt x="3300413" y="1870234"/>
                  </a:lnTo>
                  <a:close/>
                </a:path>
                <a:path w="3300730" h="5501005">
                  <a:moveTo>
                    <a:pt x="3300413" y="1705213"/>
                  </a:moveTo>
                  <a:lnTo>
                    <a:pt x="3300413" y="1870234"/>
                  </a:lnTo>
                  <a:lnTo>
                    <a:pt x="0" y="1870234"/>
                  </a:lnTo>
                  <a:lnTo>
                    <a:pt x="0" y="1705213"/>
                  </a:lnTo>
                  <a:lnTo>
                    <a:pt x="3300413" y="1705213"/>
                  </a:lnTo>
                  <a:close/>
                </a:path>
                <a:path w="3300730" h="5501005">
                  <a:moveTo>
                    <a:pt x="3300413" y="1650206"/>
                  </a:moveTo>
                  <a:lnTo>
                    <a:pt x="3300413" y="1705213"/>
                  </a:lnTo>
                  <a:lnTo>
                    <a:pt x="0" y="1705213"/>
                  </a:lnTo>
                  <a:lnTo>
                    <a:pt x="0" y="1650206"/>
                  </a:lnTo>
                  <a:lnTo>
                    <a:pt x="703" y="1601546"/>
                  </a:lnTo>
                  <a:lnTo>
                    <a:pt x="2801" y="1553236"/>
                  </a:lnTo>
                  <a:lnTo>
                    <a:pt x="6273" y="1505295"/>
                  </a:lnTo>
                  <a:lnTo>
                    <a:pt x="11101" y="1457743"/>
                  </a:lnTo>
                  <a:lnTo>
                    <a:pt x="17264" y="1410598"/>
                  </a:lnTo>
                  <a:lnTo>
                    <a:pt x="24745" y="1363880"/>
                  </a:lnTo>
                  <a:lnTo>
                    <a:pt x="33523" y="1317609"/>
                  </a:lnTo>
                  <a:lnTo>
                    <a:pt x="43578" y="1271804"/>
                  </a:lnTo>
                  <a:lnTo>
                    <a:pt x="54893" y="1226484"/>
                  </a:lnTo>
                  <a:lnTo>
                    <a:pt x="67447" y="1181668"/>
                  </a:lnTo>
                  <a:lnTo>
                    <a:pt x="81221" y="1137376"/>
                  </a:lnTo>
                  <a:lnTo>
                    <a:pt x="96196" y="1093628"/>
                  </a:lnTo>
                  <a:lnTo>
                    <a:pt x="112352" y="1050442"/>
                  </a:lnTo>
                  <a:lnTo>
                    <a:pt x="129670" y="1007838"/>
                  </a:lnTo>
                  <a:lnTo>
                    <a:pt x="148130" y="965835"/>
                  </a:lnTo>
                  <a:lnTo>
                    <a:pt x="167714" y="924452"/>
                  </a:lnTo>
                  <a:lnTo>
                    <a:pt x="188402" y="883710"/>
                  </a:lnTo>
                  <a:lnTo>
                    <a:pt x="210175" y="843626"/>
                  </a:lnTo>
                  <a:lnTo>
                    <a:pt x="233013" y="804221"/>
                  </a:lnTo>
                  <a:lnTo>
                    <a:pt x="256897" y="765514"/>
                  </a:lnTo>
                  <a:lnTo>
                    <a:pt x="281808" y="727525"/>
                  </a:lnTo>
                  <a:lnTo>
                    <a:pt x="307726" y="690272"/>
                  </a:lnTo>
                  <a:lnTo>
                    <a:pt x="334632" y="653774"/>
                  </a:lnTo>
                  <a:lnTo>
                    <a:pt x="362506" y="618052"/>
                  </a:lnTo>
                  <a:lnTo>
                    <a:pt x="391330" y="583125"/>
                  </a:lnTo>
                  <a:lnTo>
                    <a:pt x="421084" y="549012"/>
                  </a:lnTo>
                  <a:lnTo>
                    <a:pt x="451748" y="515731"/>
                  </a:lnTo>
                  <a:lnTo>
                    <a:pt x="483304" y="483304"/>
                  </a:lnTo>
                  <a:lnTo>
                    <a:pt x="515731" y="451748"/>
                  </a:lnTo>
                  <a:lnTo>
                    <a:pt x="549012" y="421084"/>
                  </a:lnTo>
                  <a:lnTo>
                    <a:pt x="583125" y="391330"/>
                  </a:lnTo>
                  <a:lnTo>
                    <a:pt x="618052" y="362506"/>
                  </a:lnTo>
                  <a:lnTo>
                    <a:pt x="653774" y="334632"/>
                  </a:lnTo>
                  <a:lnTo>
                    <a:pt x="690272" y="307726"/>
                  </a:lnTo>
                  <a:lnTo>
                    <a:pt x="727525" y="281808"/>
                  </a:lnTo>
                  <a:lnTo>
                    <a:pt x="765514" y="256897"/>
                  </a:lnTo>
                  <a:lnTo>
                    <a:pt x="804221" y="233013"/>
                  </a:lnTo>
                  <a:lnTo>
                    <a:pt x="843626" y="210175"/>
                  </a:lnTo>
                  <a:lnTo>
                    <a:pt x="883710" y="188402"/>
                  </a:lnTo>
                  <a:lnTo>
                    <a:pt x="924452" y="167714"/>
                  </a:lnTo>
                  <a:lnTo>
                    <a:pt x="965835" y="148130"/>
                  </a:lnTo>
                  <a:lnTo>
                    <a:pt x="1007838" y="129670"/>
                  </a:lnTo>
                  <a:lnTo>
                    <a:pt x="1050442" y="112352"/>
                  </a:lnTo>
                  <a:lnTo>
                    <a:pt x="1093628" y="96196"/>
                  </a:lnTo>
                  <a:lnTo>
                    <a:pt x="1137376" y="81221"/>
                  </a:lnTo>
                  <a:lnTo>
                    <a:pt x="1181668" y="67447"/>
                  </a:lnTo>
                  <a:lnTo>
                    <a:pt x="1226484" y="54893"/>
                  </a:lnTo>
                  <a:lnTo>
                    <a:pt x="1271804" y="43578"/>
                  </a:lnTo>
                  <a:lnTo>
                    <a:pt x="1317609" y="33523"/>
                  </a:lnTo>
                  <a:lnTo>
                    <a:pt x="1363880" y="24745"/>
                  </a:lnTo>
                  <a:lnTo>
                    <a:pt x="1410598" y="17264"/>
                  </a:lnTo>
                  <a:lnTo>
                    <a:pt x="1457743" y="11101"/>
                  </a:lnTo>
                  <a:lnTo>
                    <a:pt x="1505295" y="6273"/>
                  </a:lnTo>
                  <a:lnTo>
                    <a:pt x="1553236" y="2801"/>
                  </a:lnTo>
                  <a:lnTo>
                    <a:pt x="1601546" y="703"/>
                  </a:lnTo>
                  <a:lnTo>
                    <a:pt x="1650206" y="0"/>
                  </a:lnTo>
                  <a:lnTo>
                    <a:pt x="1698866" y="703"/>
                  </a:lnTo>
                  <a:lnTo>
                    <a:pt x="1747177" y="2801"/>
                  </a:lnTo>
                  <a:lnTo>
                    <a:pt x="1795118" y="6273"/>
                  </a:lnTo>
                  <a:lnTo>
                    <a:pt x="1842670" y="11101"/>
                  </a:lnTo>
                  <a:lnTo>
                    <a:pt x="1889815" y="17264"/>
                  </a:lnTo>
                  <a:lnTo>
                    <a:pt x="1936533" y="24745"/>
                  </a:lnTo>
                  <a:lnTo>
                    <a:pt x="1982804" y="33523"/>
                  </a:lnTo>
                  <a:lnTo>
                    <a:pt x="2028609" y="43578"/>
                  </a:lnTo>
                  <a:lnTo>
                    <a:pt x="2073929" y="54893"/>
                  </a:lnTo>
                  <a:lnTo>
                    <a:pt x="2118745" y="67447"/>
                  </a:lnTo>
                  <a:lnTo>
                    <a:pt x="2163036" y="81221"/>
                  </a:lnTo>
                  <a:lnTo>
                    <a:pt x="2206785" y="96196"/>
                  </a:lnTo>
                  <a:lnTo>
                    <a:pt x="2249971" y="112352"/>
                  </a:lnTo>
                  <a:lnTo>
                    <a:pt x="2292575" y="129670"/>
                  </a:lnTo>
                  <a:lnTo>
                    <a:pt x="2334578" y="148130"/>
                  </a:lnTo>
                  <a:lnTo>
                    <a:pt x="2375961" y="167714"/>
                  </a:lnTo>
                  <a:lnTo>
                    <a:pt x="2416703" y="188402"/>
                  </a:lnTo>
                  <a:lnTo>
                    <a:pt x="2456787" y="210175"/>
                  </a:lnTo>
                  <a:lnTo>
                    <a:pt x="2496191" y="233013"/>
                  </a:lnTo>
                  <a:lnTo>
                    <a:pt x="2534898" y="256897"/>
                  </a:lnTo>
                  <a:lnTo>
                    <a:pt x="2572888" y="281808"/>
                  </a:lnTo>
                  <a:lnTo>
                    <a:pt x="2610141" y="307726"/>
                  </a:lnTo>
                  <a:lnTo>
                    <a:pt x="2646638" y="334632"/>
                  </a:lnTo>
                  <a:lnTo>
                    <a:pt x="2682360" y="362506"/>
                  </a:lnTo>
                  <a:lnTo>
                    <a:pt x="2717288" y="391330"/>
                  </a:lnTo>
                  <a:lnTo>
                    <a:pt x="2751401" y="421084"/>
                  </a:lnTo>
                  <a:lnTo>
                    <a:pt x="2784681" y="451748"/>
                  </a:lnTo>
                  <a:lnTo>
                    <a:pt x="2817109" y="483304"/>
                  </a:lnTo>
                  <a:lnTo>
                    <a:pt x="2848665" y="515731"/>
                  </a:lnTo>
                  <a:lnTo>
                    <a:pt x="2879329" y="549012"/>
                  </a:lnTo>
                  <a:lnTo>
                    <a:pt x="2909083" y="583125"/>
                  </a:lnTo>
                  <a:lnTo>
                    <a:pt x="2937907" y="618052"/>
                  </a:lnTo>
                  <a:lnTo>
                    <a:pt x="2965781" y="653774"/>
                  </a:lnTo>
                  <a:lnTo>
                    <a:pt x="2992687" y="690272"/>
                  </a:lnTo>
                  <a:lnTo>
                    <a:pt x="3018605" y="727525"/>
                  </a:lnTo>
                  <a:lnTo>
                    <a:pt x="3043516" y="765514"/>
                  </a:lnTo>
                  <a:lnTo>
                    <a:pt x="3067400" y="804221"/>
                  </a:lnTo>
                  <a:lnTo>
                    <a:pt x="3090238" y="843626"/>
                  </a:lnTo>
                  <a:lnTo>
                    <a:pt x="3112010" y="883710"/>
                  </a:lnTo>
                  <a:lnTo>
                    <a:pt x="3132698" y="924452"/>
                  </a:lnTo>
                  <a:lnTo>
                    <a:pt x="3152282" y="965835"/>
                  </a:lnTo>
                  <a:lnTo>
                    <a:pt x="3170743" y="1007838"/>
                  </a:lnTo>
                  <a:lnTo>
                    <a:pt x="3188061" y="1050442"/>
                  </a:lnTo>
                  <a:lnTo>
                    <a:pt x="3204217" y="1093628"/>
                  </a:lnTo>
                  <a:lnTo>
                    <a:pt x="3219192" y="1137376"/>
                  </a:lnTo>
                  <a:lnTo>
                    <a:pt x="3232966" y="1181668"/>
                  </a:lnTo>
                  <a:lnTo>
                    <a:pt x="3245520" y="1226484"/>
                  </a:lnTo>
                  <a:lnTo>
                    <a:pt x="3256834" y="1271804"/>
                  </a:lnTo>
                  <a:lnTo>
                    <a:pt x="3266890" y="1317609"/>
                  </a:lnTo>
                  <a:lnTo>
                    <a:pt x="3275668" y="1363880"/>
                  </a:lnTo>
                  <a:lnTo>
                    <a:pt x="3283149" y="1410598"/>
                  </a:lnTo>
                  <a:lnTo>
                    <a:pt x="3289312" y="1457743"/>
                  </a:lnTo>
                  <a:lnTo>
                    <a:pt x="3294140" y="1505295"/>
                  </a:lnTo>
                  <a:lnTo>
                    <a:pt x="3297612" y="1553236"/>
                  </a:lnTo>
                  <a:lnTo>
                    <a:pt x="3299710" y="1601546"/>
                  </a:lnTo>
                  <a:lnTo>
                    <a:pt x="3300413" y="1650206"/>
                  </a:lnTo>
                  <a:close/>
                </a:path>
              </a:pathLst>
            </a:custGeom>
            <a:solidFill>
              <a:srgbClr val="E1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02031" y="2883971"/>
              <a:ext cx="2940538" cy="370146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37165" y="3696241"/>
              <a:ext cx="1470269" cy="185073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384903" y="6747517"/>
              <a:ext cx="13686155" cy="0"/>
            </a:xfrm>
            <a:custGeom>
              <a:avLst/>
              <a:gdLst/>
              <a:ahLst/>
              <a:cxnLst/>
              <a:rect l="l" t="t" r="r" b="b"/>
              <a:pathLst>
                <a:path w="13686155" h="0">
                  <a:moveTo>
                    <a:pt x="0" y="0"/>
                  </a:moveTo>
                  <a:lnTo>
                    <a:pt x="13685676" y="0"/>
                  </a:lnTo>
                </a:path>
              </a:pathLst>
            </a:custGeom>
            <a:ln w="35718">
              <a:solidFill>
                <a:srgbClr val="FAFAF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470495" y="7698394"/>
              <a:ext cx="6711950" cy="0"/>
            </a:xfrm>
            <a:custGeom>
              <a:avLst/>
              <a:gdLst/>
              <a:ahLst/>
              <a:cxnLst/>
              <a:rect l="l" t="t" r="r" b="b"/>
              <a:pathLst>
                <a:path w="6711950" h="0">
                  <a:moveTo>
                    <a:pt x="0" y="0"/>
                  </a:moveTo>
                  <a:lnTo>
                    <a:pt x="6711775" y="0"/>
                  </a:lnTo>
                </a:path>
              </a:pathLst>
            </a:custGeom>
            <a:ln w="35718">
              <a:solidFill>
                <a:srgbClr val="FAFAF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17914" y="6729488"/>
              <a:ext cx="3464560" cy="1879600"/>
            </a:xfrm>
            <a:custGeom>
              <a:avLst/>
              <a:gdLst/>
              <a:ahLst/>
              <a:cxnLst/>
              <a:rect l="l" t="t" r="r" b="b"/>
              <a:pathLst>
                <a:path w="3464559" h="1879600">
                  <a:moveTo>
                    <a:pt x="53581" y="342"/>
                  </a:moveTo>
                  <a:lnTo>
                    <a:pt x="17856" y="0"/>
                  </a:lnTo>
                  <a:lnTo>
                    <a:pt x="0" y="1852206"/>
                  </a:lnTo>
                  <a:lnTo>
                    <a:pt x="35712" y="1852549"/>
                  </a:lnTo>
                  <a:lnTo>
                    <a:pt x="53581" y="342"/>
                  </a:lnTo>
                  <a:close/>
                </a:path>
                <a:path w="3464559" h="1879600">
                  <a:moveTo>
                    <a:pt x="3464026" y="27076"/>
                  </a:moveTo>
                  <a:lnTo>
                    <a:pt x="3428314" y="26733"/>
                  </a:lnTo>
                  <a:lnTo>
                    <a:pt x="3410458" y="1878926"/>
                  </a:lnTo>
                  <a:lnTo>
                    <a:pt x="3446170" y="1879269"/>
                  </a:lnTo>
                  <a:lnTo>
                    <a:pt x="3464026" y="27076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5268" y="5929982"/>
              <a:ext cx="194559" cy="21411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008933" y="5929985"/>
              <a:ext cx="198755" cy="214629"/>
            </a:xfrm>
            <a:custGeom>
              <a:avLst/>
              <a:gdLst/>
              <a:ahLst/>
              <a:cxnLst/>
              <a:rect l="l" t="t" r="r" b="b"/>
              <a:pathLst>
                <a:path w="198754" h="214629">
                  <a:moveTo>
                    <a:pt x="129032" y="5080"/>
                  </a:moveTo>
                  <a:lnTo>
                    <a:pt x="0" y="5080"/>
                  </a:lnTo>
                  <a:lnTo>
                    <a:pt x="0" y="26670"/>
                  </a:lnTo>
                  <a:lnTo>
                    <a:pt x="0" y="100330"/>
                  </a:lnTo>
                  <a:lnTo>
                    <a:pt x="0" y="121920"/>
                  </a:lnTo>
                  <a:lnTo>
                    <a:pt x="129032" y="121920"/>
                  </a:lnTo>
                  <a:lnTo>
                    <a:pt x="129032" y="100584"/>
                  </a:lnTo>
                  <a:lnTo>
                    <a:pt x="129032" y="100330"/>
                  </a:lnTo>
                  <a:lnTo>
                    <a:pt x="129032" y="27178"/>
                  </a:lnTo>
                  <a:lnTo>
                    <a:pt x="104140" y="27178"/>
                  </a:lnTo>
                  <a:lnTo>
                    <a:pt x="104140" y="100330"/>
                  </a:lnTo>
                  <a:lnTo>
                    <a:pt x="24892" y="100330"/>
                  </a:lnTo>
                  <a:lnTo>
                    <a:pt x="24892" y="26670"/>
                  </a:lnTo>
                  <a:lnTo>
                    <a:pt x="129032" y="26670"/>
                  </a:lnTo>
                  <a:lnTo>
                    <a:pt x="129032" y="5080"/>
                  </a:lnTo>
                  <a:close/>
                </a:path>
                <a:path w="198754" h="214629">
                  <a:moveTo>
                    <a:pt x="192532" y="0"/>
                  </a:moveTo>
                  <a:lnTo>
                    <a:pt x="167386" y="0"/>
                  </a:lnTo>
                  <a:lnTo>
                    <a:pt x="167386" y="161036"/>
                  </a:lnTo>
                  <a:lnTo>
                    <a:pt x="192532" y="161036"/>
                  </a:lnTo>
                  <a:lnTo>
                    <a:pt x="192532" y="0"/>
                  </a:lnTo>
                  <a:close/>
                </a:path>
                <a:path w="198754" h="214629">
                  <a:moveTo>
                    <a:pt x="198374" y="191770"/>
                  </a:moveTo>
                  <a:lnTo>
                    <a:pt x="34036" y="191770"/>
                  </a:lnTo>
                  <a:lnTo>
                    <a:pt x="34036" y="143510"/>
                  </a:lnTo>
                  <a:lnTo>
                    <a:pt x="8636" y="143510"/>
                  </a:lnTo>
                  <a:lnTo>
                    <a:pt x="8636" y="191770"/>
                  </a:lnTo>
                  <a:lnTo>
                    <a:pt x="8636" y="214630"/>
                  </a:lnTo>
                  <a:lnTo>
                    <a:pt x="198374" y="214630"/>
                  </a:lnTo>
                  <a:lnTo>
                    <a:pt x="198374" y="19177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35505" y="5929982"/>
              <a:ext cx="197607" cy="21691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352660" y="6217703"/>
              <a:ext cx="1507490" cy="213360"/>
            </a:xfrm>
            <a:custGeom>
              <a:avLst/>
              <a:gdLst/>
              <a:ahLst/>
              <a:cxnLst/>
              <a:rect l="l" t="t" r="r" b="b"/>
              <a:pathLst>
                <a:path w="1507489" h="213360">
                  <a:moveTo>
                    <a:pt x="143764" y="185166"/>
                  </a:moveTo>
                  <a:lnTo>
                    <a:pt x="40640" y="185166"/>
                  </a:lnTo>
                  <a:lnTo>
                    <a:pt x="93980" y="132842"/>
                  </a:lnTo>
                  <a:lnTo>
                    <a:pt x="113538" y="111544"/>
                  </a:lnTo>
                  <a:lnTo>
                    <a:pt x="126873" y="93510"/>
                  </a:lnTo>
                  <a:lnTo>
                    <a:pt x="134480" y="77228"/>
                  </a:lnTo>
                  <a:lnTo>
                    <a:pt x="136906" y="61214"/>
                  </a:lnTo>
                  <a:lnTo>
                    <a:pt x="132054" y="36220"/>
                  </a:lnTo>
                  <a:lnTo>
                    <a:pt x="118325" y="16891"/>
                  </a:lnTo>
                  <a:lnTo>
                    <a:pt x="96939" y="4419"/>
                  </a:lnTo>
                  <a:lnTo>
                    <a:pt x="69088" y="0"/>
                  </a:lnTo>
                  <a:lnTo>
                    <a:pt x="40398" y="5295"/>
                  </a:lnTo>
                  <a:lnTo>
                    <a:pt x="18630" y="19723"/>
                  </a:lnTo>
                  <a:lnTo>
                    <a:pt x="4826" y="41046"/>
                  </a:lnTo>
                  <a:lnTo>
                    <a:pt x="0" y="67056"/>
                  </a:lnTo>
                  <a:lnTo>
                    <a:pt x="26670" y="67056"/>
                  </a:lnTo>
                  <a:lnTo>
                    <a:pt x="29400" y="50736"/>
                  </a:lnTo>
                  <a:lnTo>
                    <a:pt x="37465" y="36868"/>
                  </a:lnTo>
                  <a:lnTo>
                    <a:pt x="50673" y="27228"/>
                  </a:lnTo>
                  <a:lnTo>
                    <a:pt x="68834" y="23622"/>
                  </a:lnTo>
                  <a:lnTo>
                    <a:pt x="86055" y="26174"/>
                  </a:lnTo>
                  <a:lnTo>
                    <a:pt x="99187" y="33591"/>
                  </a:lnTo>
                  <a:lnTo>
                    <a:pt x="107556" y="45478"/>
                  </a:lnTo>
                  <a:lnTo>
                    <a:pt x="110490" y="61468"/>
                  </a:lnTo>
                  <a:lnTo>
                    <a:pt x="108496" y="72821"/>
                  </a:lnTo>
                  <a:lnTo>
                    <a:pt x="102171" y="85661"/>
                  </a:lnTo>
                  <a:lnTo>
                    <a:pt x="90982" y="100685"/>
                  </a:lnTo>
                  <a:lnTo>
                    <a:pt x="74422" y="118618"/>
                  </a:lnTo>
                  <a:lnTo>
                    <a:pt x="2286" y="191008"/>
                  </a:lnTo>
                  <a:lnTo>
                    <a:pt x="2286" y="208280"/>
                  </a:lnTo>
                  <a:lnTo>
                    <a:pt x="143764" y="208280"/>
                  </a:lnTo>
                  <a:lnTo>
                    <a:pt x="143764" y="185166"/>
                  </a:lnTo>
                  <a:close/>
                </a:path>
                <a:path w="1507489" h="213360">
                  <a:moveTo>
                    <a:pt x="306819" y="106426"/>
                  </a:moveTo>
                  <a:lnTo>
                    <a:pt x="301117" y="59791"/>
                  </a:lnTo>
                  <a:lnTo>
                    <a:pt x="285356" y="26543"/>
                  </a:lnTo>
                  <a:lnTo>
                    <a:pt x="281876" y="23622"/>
                  </a:lnTo>
                  <a:lnTo>
                    <a:pt x="281165" y="23037"/>
                  </a:lnTo>
                  <a:lnTo>
                    <a:pt x="281165" y="106426"/>
                  </a:lnTo>
                  <a:lnTo>
                    <a:pt x="277329" y="142722"/>
                  </a:lnTo>
                  <a:lnTo>
                    <a:pt x="266814" y="168592"/>
                  </a:lnTo>
                  <a:lnTo>
                    <a:pt x="251167" y="184073"/>
                  </a:lnTo>
                  <a:lnTo>
                    <a:pt x="231902" y="189230"/>
                  </a:lnTo>
                  <a:lnTo>
                    <a:pt x="212483" y="184073"/>
                  </a:lnTo>
                  <a:lnTo>
                    <a:pt x="196748" y="168592"/>
                  </a:lnTo>
                  <a:lnTo>
                    <a:pt x="186207" y="142722"/>
                  </a:lnTo>
                  <a:lnTo>
                    <a:pt x="182372" y="106426"/>
                  </a:lnTo>
                  <a:lnTo>
                    <a:pt x="186207" y="70231"/>
                  </a:lnTo>
                  <a:lnTo>
                    <a:pt x="196748" y="44361"/>
                  </a:lnTo>
                  <a:lnTo>
                    <a:pt x="212483" y="28816"/>
                  </a:lnTo>
                  <a:lnTo>
                    <a:pt x="231902" y="23622"/>
                  </a:lnTo>
                  <a:lnTo>
                    <a:pt x="251167" y="28816"/>
                  </a:lnTo>
                  <a:lnTo>
                    <a:pt x="266814" y="44361"/>
                  </a:lnTo>
                  <a:lnTo>
                    <a:pt x="277329" y="70231"/>
                  </a:lnTo>
                  <a:lnTo>
                    <a:pt x="281165" y="106426"/>
                  </a:lnTo>
                  <a:lnTo>
                    <a:pt x="281165" y="23037"/>
                  </a:lnTo>
                  <a:lnTo>
                    <a:pt x="261607" y="6629"/>
                  </a:lnTo>
                  <a:lnTo>
                    <a:pt x="231902" y="0"/>
                  </a:lnTo>
                  <a:lnTo>
                    <a:pt x="202044" y="6629"/>
                  </a:lnTo>
                  <a:lnTo>
                    <a:pt x="178206" y="26543"/>
                  </a:lnTo>
                  <a:lnTo>
                    <a:pt x="162420" y="59791"/>
                  </a:lnTo>
                  <a:lnTo>
                    <a:pt x="156718" y="106426"/>
                  </a:lnTo>
                  <a:lnTo>
                    <a:pt x="162420" y="153060"/>
                  </a:lnTo>
                  <a:lnTo>
                    <a:pt x="178206" y="186309"/>
                  </a:lnTo>
                  <a:lnTo>
                    <a:pt x="202044" y="206222"/>
                  </a:lnTo>
                  <a:lnTo>
                    <a:pt x="231902" y="212852"/>
                  </a:lnTo>
                  <a:lnTo>
                    <a:pt x="261607" y="206222"/>
                  </a:lnTo>
                  <a:lnTo>
                    <a:pt x="281876" y="189230"/>
                  </a:lnTo>
                  <a:lnTo>
                    <a:pt x="285356" y="186309"/>
                  </a:lnTo>
                  <a:lnTo>
                    <a:pt x="301117" y="153060"/>
                  </a:lnTo>
                  <a:lnTo>
                    <a:pt x="306819" y="106426"/>
                  </a:lnTo>
                  <a:close/>
                </a:path>
                <a:path w="1507489" h="213360">
                  <a:moveTo>
                    <a:pt x="460997" y="185166"/>
                  </a:moveTo>
                  <a:lnTo>
                    <a:pt x="357873" y="185166"/>
                  </a:lnTo>
                  <a:lnTo>
                    <a:pt x="411213" y="132842"/>
                  </a:lnTo>
                  <a:lnTo>
                    <a:pt x="430784" y="111544"/>
                  </a:lnTo>
                  <a:lnTo>
                    <a:pt x="444106" y="93510"/>
                  </a:lnTo>
                  <a:lnTo>
                    <a:pt x="451713" y="77228"/>
                  </a:lnTo>
                  <a:lnTo>
                    <a:pt x="454139" y="61214"/>
                  </a:lnTo>
                  <a:lnTo>
                    <a:pt x="449300" y="36220"/>
                  </a:lnTo>
                  <a:lnTo>
                    <a:pt x="435571" y="16891"/>
                  </a:lnTo>
                  <a:lnTo>
                    <a:pt x="414172" y="4419"/>
                  </a:lnTo>
                  <a:lnTo>
                    <a:pt x="386321" y="0"/>
                  </a:lnTo>
                  <a:lnTo>
                    <a:pt x="357632" y="5295"/>
                  </a:lnTo>
                  <a:lnTo>
                    <a:pt x="335876" y="19723"/>
                  </a:lnTo>
                  <a:lnTo>
                    <a:pt x="322072" y="41046"/>
                  </a:lnTo>
                  <a:lnTo>
                    <a:pt x="317233" y="67056"/>
                  </a:lnTo>
                  <a:lnTo>
                    <a:pt x="343903" y="67056"/>
                  </a:lnTo>
                  <a:lnTo>
                    <a:pt x="346633" y="50736"/>
                  </a:lnTo>
                  <a:lnTo>
                    <a:pt x="354698" y="36868"/>
                  </a:lnTo>
                  <a:lnTo>
                    <a:pt x="367906" y="27228"/>
                  </a:lnTo>
                  <a:lnTo>
                    <a:pt x="386067" y="23622"/>
                  </a:lnTo>
                  <a:lnTo>
                    <a:pt x="403288" y="26174"/>
                  </a:lnTo>
                  <a:lnTo>
                    <a:pt x="416420" y="33591"/>
                  </a:lnTo>
                  <a:lnTo>
                    <a:pt x="424789" y="45478"/>
                  </a:lnTo>
                  <a:lnTo>
                    <a:pt x="427723" y="61468"/>
                  </a:lnTo>
                  <a:lnTo>
                    <a:pt x="425729" y="72821"/>
                  </a:lnTo>
                  <a:lnTo>
                    <a:pt x="419404" y="85661"/>
                  </a:lnTo>
                  <a:lnTo>
                    <a:pt x="408228" y="100685"/>
                  </a:lnTo>
                  <a:lnTo>
                    <a:pt x="391655" y="118618"/>
                  </a:lnTo>
                  <a:lnTo>
                    <a:pt x="319519" y="191008"/>
                  </a:lnTo>
                  <a:lnTo>
                    <a:pt x="319519" y="208280"/>
                  </a:lnTo>
                  <a:lnTo>
                    <a:pt x="460997" y="208280"/>
                  </a:lnTo>
                  <a:lnTo>
                    <a:pt x="460997" y="185166"/>
                  </a:lnTo>
                  <a:close/>
                </a:path>
                <a:path w="1507489" h="213360">
                  <a:moveTo>
                    <a:pt x="614921" y="185166"/>
                  </a:moveTo>
                  <a:lnTo>
                    <a:pt x="511797" y="185166"/>
                  </a:lnTo>
                  <a:lnTo>
                    <a:pt x="565137" y="132842"/>
                  </a:lnTo>
                  <a:lnTo>
                    <a:pt x="584695" y="111544"/>
                  </a:lnTo>
                  <a:lnTo>
                    <a:pt x="598030" y="93510"/>
                  </a:lnTo>
                  <a:lnTo>
                    <a:pt x="605637" y="77228"/>
                  </a:lnTo>
                  <a:lnTo>
                    <a:pt x="608063" y="61214"/>
                  </a:lnTo>
                  <a:lnTo>
                    <a:pt x="603211" y="36220"/>
                  </a:lnTo>
                  <a:lnTo>
                    <a:pt x="589483" y="16891"/>
                  </a:lnTo>
                  <a:lnTo>
                    <a:pt x="568096" y="4419"/>
                  </a:lnTo>
                  <a:lnTo>
                    <a:pt x="540245" y="0"/>
                  </a:lnTo>
                  <a:lnTo>
                    <a:pt x="511556" y="5295"/>
                  </a:lnTo>
                  <a:lnTo>
                    <a:pt x="489800" y="19723"/>
                  </a:lnTo>
                  <a:lnTo>
                    <a:pt x="475983" y="41046"/>
                  </a:lnTo>
                  <a:lnTo>
                    <a:pt x="471157" y="67056"/>
                  </a:lnTo>
                  <a:lnTo>
                    <a:pt x="497827" y="67056"/>
                  </a:lnTo>
                  <a:lnTo>
                    <a:pt x="500557" y="50736"/>
                  </a:lnTo>
                  <a:lnTo>
                    <a:pt x="508622" y="36868"/>
                  </a:lnTo>
                  <a:lnTo>
                    <a:pt x="521830" y="27228"/>
                  </a:lnTo>
                  <a:lnTo>
                    <a:pt x="539991" y="23622"/>
                  </a:lnTo>
                  <a:lnTo>
                    <a:pt x="557212" y="26174"/>
                  </a:lnTo>
                  <a:lnTo>
                    <a:pt x="570344" y="33591"/>
                  </a:lnTo>
                  <a:lnTo>
                    <a:pt x="578713" y="45478"/>
                  </a:lnTo>
                  <a:lnTo>
                    <a:pt x="581647" y="61468"/>
                  </a:lnTo>
                  <a:lnTo>
                    <a:pt x="579653" y="72821"/>
                  </a:lnTo>
                  <a:lnTo>
                    <a:pt x="573328" y="85661"/>
                  </a:lnTo>
                  <a:lnTo>
                    <a:pt x="562140" y="100685"/>
                  </a:lnTo>
                  <a:lnTo>
                    <a:pt x="545579" y="118618"/>
                  </a:lnTo>
                  <a:lnTo>
                    <a:pt x="473443" y="191008"/>
                  </a:lnTo>
                  <a:lnTo>
                    <a:pt x="473443" y="208280"/>
                  </a:lnTo>
                  <a:lnTo>
                    <a:pt x="614921" y="208280"/>
                  </a:lnTo>
                  <a:lnTo>
                    <a:pt x="614921" y="185166"/>
                  </a:lnTo>
                  <a:close/>
                </a:path>
                <a:path w="1507489" h="213360">
                  <a:moveTo>
                    <a:pt x="695185" y="4381"/>
                  </a:moveTo>
                  <a:lnTo>
                    <a:pt x="626351" y="4381"/>
                  </a:lnTo>
                  <a:lnTo>
                    <a:pt x="626351" y="28511"/>
                  </a:lnTo>
                  <a:lnTo>
                    <a:pt x="668515" y="28511"/>
                  </a:lnTo>
                  <a:lnTo>
                    <a:pt x="668515" y="208851"/>
                  </a:lnTo>
                  <a:lnTo>
                    <a:pt x="695185" y="208851"/>
                  </a:lnTo>
                  <a:lnTo>
                    <a:pt x="695185" y="28511"/>
                  </a:lnTo>
                  <a:lnTo>
                    <a:pt x="695185" y="4381"/>
                  </a:lnTo>
                  <a:close/>
                </a:path>
                <a:path w="1507489" h="213360">
                  <a:moveTo>
                    <a:pt x="871702" y="143256"/>
                  </a:moveTo>
                  <a:lnTo>
                    <a:pt x="866660" y="115430"/>
                  </a:lnTo>
                  <a:lnTo>
                    <a:pt x="852652" y="93853"/>
                  </a:lnTo>
                  <a:lnTo>
                    <a:pt x="831418" y="79895"/>
                  </a:lnTo>
                  <a:lnTo>
                    <a:pt x="804646" y="74930"/>
                  </a:lnTo>
                  <a:lnTo>
                    <a:pt x="788682" y="76669"/>
                  </a:lnTo>
                  <a:lnTo>
                    <a:pt x="775754" y="81191"/>
                  </a:lnTo>
                  <a:lnTo>
                    <a:pt x="765784" y="87464"/>
                  </a:lnTo>
                  <a:lnTo>
                    <a:pt x="758685" y="94488"/>
                  </a:lnTo>
                  <a:lnTo>
                    <a:pt x="762228" y="27940"/>
                  </a:lnTo>
                  <a:lnTo>
                    <a:pt x="861288" y="27940"/>
                  </a:lnTo>
                  <a:lnTo>
                    <a:pt x="861288" y="4826"/>
                  </a:lnTo>
                  <a:lnTo>
                    <a:pt x="737857" y="4826"/>
                  </a:lnTo>
                  <a:lnTo>
                    <a:pt x="732015" y="121920"/>
                  </a:lnTo>
                  <a:lnTo>
                    <a:pt x="758177" y="121920"/>
                  </a:lnTo>
                  <a:lnTo>
                    <a:pt x="764514" y="112788"/>
                  </a:lnTo>
                  <a:lnTo>
                    <a:pt x="773442" y="105092"/>
                  </a:lnTo>
                  <a:lnTo>
                    <a:pt x="785279" y="99771"/>
                  </a:lnTo>
                  <a:lnTo>
                    <a:pt x="800328" y="97790"/>
                  </a:lnTo>
                  <a:lnTo>
                    <a:pt x="818756" y="101219"/>
                  </a:lnTo>
                  <a:lnTo>
                    <a:pt x="833031" y="110718"/>
                  </a:lnTo>
                  <a:lnTo>
                    <a:pt x="842264" y="125120"/>
                  </a:lnTo>
                  <a:lnTo>
                    <a:pt x="845540" y="143256"/>
                  </a:lnTo>
                  <a:lnTo>
                    <a:pt x="842365" y="161772"/>
                  </a:lnTo>
                  <a:lnTo>
                    <a:pt x="833259" y="176491"/>
                  </a:lnTo>
                  <a:lnTo>
                    <a:pt x="818857" y="186220"/>
                  </a:lnTo>
                  <a:lnTo>
                    <a:pt x="799820" y="189738"/>
                  </a:lnTo>
                  <a:lnTo>
                    <a:pt x="780719" y="186740"/>
                  </a:lnTo>
                  <a:lnTo>
                    <a:pt x="766610" y="178498"/>
                  </a:lnTo>
                  <a:lnTo>
                    <a:pt x="757745" y="166166"/>
                  </a:lnTo>
                  <a:lnTo>
                    <a:pt x="754367" y="150876"/>
                  </a:lnTo>
                  <a:lnTo>
                    <a:pt x="727951" y="150876"/>
                  </a:lnTo>
                  <a:lnTo>
                    <a:pt x="733640" y="175450"/>
                  </a:lnTo>
                  <a:lnTo>
                    <a:pt x="747979" y="195097"/>
                  </a:lnTo>
                  <a:lnTo>
                    <a:pt x="770267" y="208127"/>
                  </a:lnTo>
                  <a:lnTo>
                    <a:pt x="799820" y="212852"/>
                  </a:lnTo>
                  <a:lnTo>
                    <a:pt x="829056" y="207657"/>
                  </a:lnTo>
                  <a:lnTo>
                    <a:pt x="851763" y="193192"/>
                  </a:lnTo>
                  <a:lnTo>
                    <a:pt x="866470" y="171170"/>
                  </a:lnTo>
                  <a:lnTo>
                    <a:pt x="871702" y="143256"/>
                  </a:lnTo>
                  <a:close/>
                </a:path>
                <a:path w="1507489" h="213360">
                  <a:moveTo>
                    <a:pt x="1026896" y="154940"/>
                  </a:moveTo>
                  <a:lnTo>
                    <a:pt x="1022832" y="134442"/>
                  </a:lnTo>
                  <a:lnTo>
                    <a:pt x="1012520" y="118999"/>
                  </a:lnTo>
                  <a:lnTo>
                    <a:pt x="1007999" y="115570"/>
                  </a:lnTo>
                  <a:lnTo>
                    <a:pt x="1000988" y="110248"/>
                  </a:lnTo>
                  <a:lnTo>
                    <a:pt x="1000988" y="153416"/>
                  </a:lnTo>
                  <a:lnTo>
                    <a:pt x="997737" y="168097"/>
                  </a:lnTo>
                  <a:lnTo>
                    <a:pt x="988479" y="179857"/>
                  </a:lnTo>
                  <a:lnTo>
                    <a:pt x="973988" y="187667"/>
                  </a:lnTo>
                  <a:lnTo>
                    <a:pt x="955014" y="190500"/>
                  </a:lnTo>
                  <a:lnTo>
                    <a:pt x="935901" y="187667"/>
                  </a:lnTo>
                  <a:lnTo>
                    <a:pt x="921334" y="179857"/>
                  </a:lnTo>
                  <a:lnTo>
                    <a:pt x="912050" y="168097"/>
                  </a:lnTo>
                  <a:lnTo>
                    <a:pt x="908786" y="153416"/>
                  </a:lnTo>
                  <a:lnTo>
                    <a:pt x="912266" y="138506"/>
                  </a:lnTo>
                  <a:lnTo>
                    <a:pt x="955014" y="115570"/>
                  </a:lnTo>
                  <a:lnTo>
                    <a:pt x="997521" y="138506"/>
                  </a:lnTo>
                  <a:lnTo>
                    <a:pt x="1000988" y="153416"/>
                  </a:lnTo>
                  <a:lnTo>
                    <a:pt x="1000988" y="110248"/>
                  </a:lnTo>
                  <a:lnTo>
                    <a:pt x="998715" y="108508"/>
                  </a:lnTo>
                  <a:lnTo>
                    <a:pt x="984224" y="102870"/>
                  </a:lnTo>
                  <a:lnTo>
                    <a:pt x="996429" y="97091"/>
                  </a:lnTo>
                  <a:lnTo>
                    <a:pt x="1003541" y="90932"/>
                  </a:lnTo>
                  <a:lnTo>
                    <a:pt x="1007910" y="87160"/>
                  </a:lnTo>
                  <a:lnTo>
                    <a:pt x="1016444" y="73266"/>
                  </a:lnTo>
                  <a:lnTo>
                    <a:pt x="1019784" y="55626"/>
                  </a:lnTo>
                  <a:lnTo>
                    <a:pt x="1016965" y="42710"/>
                  </a:lnTo>
                  <a:lnTo>
                    <a:pt x="1015009" y="34074"/>
                  </a:lnTo>
                  <a:lnTo>
                    <a:pt x="1006259" y="22352"/>
                  </a:lnTo>
                  <a:lnTo>
                    <a:pt x="1001712" y="16383"/>
                  </a:lnTo>
                  <a:lnTo>
                    <a:pt x="994384" y="12077"/>
                  </a:lnTo>
                  <a:lnTo>
                    <a:pt x="994384" y="56388"/>
                  </a:lnTo>
                  <a:lnTo>
                    <a:pt x="991489" y="69926"/>
                  </a:lnTo>
                  <a:lnTo>
                    <a:pt x="983373" y="80899"/>
                  </a:lnTo>
                  <a:lnTo>
                    <a:pt x="970991" y="88201"/>
                  </a:lnTo>
                  <a:lnTo>
                    <a:pt x="971181" y="88201"/>
                  </a:lnTo>
                  <a:lnTo>
                    <a:pt x="955014" y="90932"/>
                  </a:lnTo>
                  <a:lnTo>
                    <a:pt x="939114" y="88201"/>
                  </a:lnTo>
                  <a:lnTo>
                    <a:pt x="926668" y="80746"/>
                  </a:lnTo>
                  <a:lnTo>
                    <a:pt x="918552" y="69608"/>
                  </a:lnTo>
                  <a:lnTo>
                    <a:pt x="915758" y="56388"/>
                  </a:lnTo>
                  <a:lnTo>
                    <a:pt x="915695" y="55626"/>
                  </a:lnTo>
                  <a:lnTo>
                    <a:pt x="918438" y="42710"/>
                  </a:lnTo>
                  <a:lnTo>
                    <a:pt x="926376" y="32067"/>
                  </a:lnTo>
                  <a:lnTo>
                    <a:pt x="938796" y="24955"/>
                  </a:lnTo>
                  <a:lnTo>
                    <a:pt x="955014" y="22352"/>
                  </a:lnTo>
                  <a:lnTo>
                    <a:pt x="970762" y="24955"/>
                  </a:lnTo>
                  <a:lnTo>
                    <a:pt x="971105" y="24955"/>
                  </a:lnTo>
                  <a:lnTo>
                    <a:pt x="983653" y="32321"/>
                  </a:lnTo>
                  <a:lnTo>
                    <a:pt x="991590" y="43141"/>
                  </a:lnTo>
                  <a:lnTo>
                    <a:pt x="994384" y="56388"/>
                  </a:lnTo>
                  <a:lnTo>
                    <a:pt x="994384" y="12077"/>
                  </a:lnTo>
                  <a:lnTo>
                    <a:pt x="981367" y="4406"/>
                  </a:lnTo>
                  <a:lnTo>
                    <a:pt x="981214" y="4406"/>
                  </a:lnTo>
                  <a:lnTo>
                    <a:pt x="955014" y="0"/>
                  </a:lnTo>
                  <a:lnTo>
                    <a:pt x="928458" y="4406"/>
                  </a:lnTo>
                  <a:lnTo>
                    <a:pt x="907935" y="16383"/>
                  </a:lnTo>
                  <a:lnTo>
                    <a:pt x="894689" y="34074"/>
                  </a:lnTo>
                  <a:lnTo>
                    <a:pt x="889990" y="55626"/>
                  </a:lnTo>
                  <a:lnTo>
                    <a:pt x="890041" y="55880"/>
                  </a:lnTo>
                  <a:lnTo>
                    <a:pt x="890143" y="56388"/>
                  </a:lnTo>
                  <a:lnTo>
                    <a:pt x="893330" y="73266"/>
                  </a:lnTo>
                  <a:lnTo>
                    <a:pt x="901865" y="87160"/>
                  </a:lnTo>
                  <a:lnTo>
                    <a:pt x="913358" y="97091"/>
                  </a:lnTo>
                  <a:lnTo>
                    <a:pt x="925550" y="102870"/>
                  </a:lnTo>
                  <a:lnTo>
                    <a:pt x="911174" y="108508"/>
                  </a:lnTo>
                  <a:lnTo>
                    <a:pt x="897356" y="118999"/>
                  </a:lnTo>
                  <a:lnTo>
                    <a:pt x="886980" y="134442"/>
                  </a:lnTo>
                  <a:lnTo>
                    <a:pt x="882878" y="154940"/>
                  </a:lnTo>
                  <a:lnTo>
                    <a:pt x="888149" y="178346"/>
                  </a:lnTo>
                  <a:lnTo>
                    <a:pt x="902944" y="196659"/>
                  </a:lnTo>
                  <a:lnTo>
                    <a:pt x="925741" y="208584"/>
                  </a:lnTo>
                  <a:lnTo>
                    <a:pt x="955014" y="212852"/>
                  </a:lnTo>
                  <a:lnTo>
                    <a:pt x="984148" y="208584"/>
                  </a:lnTo>
                  <a:lnTo>
                    <a:pt x="1006868" y="196659"/>
                  </a:lnTo>
                  <a:lnTo>
                    <a:pt x="1011834" y="190500"/>
                  </a:lnTo>
                  <a:lnTo>
                    <a:pt x="1021626" y="178346"/>
                  </a:lnTo>
                  <a:lnTo>
                    <a:pt x="1026896" y="154940"/>
                  </a:lnTo>
                  <a:close/>
                </a:path>
                <a:path w="1507489" h="213360">
                  <a:moveTo>
                    <a:pt x="1188694" y="106426"/>
                  </a:moveTo>
                  <a:lnTo>
                    <a:pt x="1182979" y="59791"/>
                  </a:lnTo>
                  <a:lnTo>
                    <a:pt x="1167231" y="26543"/>
                  </a:lnTo>
                  <a:lnTo>
                    <a:pt x="1163739" y="23622"/>
                  </a:lnTo>
                  <a:lnTo>
                    <a:pt x="1163040" y="23037"/>
                  </a:lnTo>
                  <a:lnTo>
                    <a:pt x="1163040" y="106426"/>
                  </a:lnTo>
                  <a:lnTo>
                    <a:pt x="1159192" y="142722"/>
                  </a:lnTo>
                  <a:lnTo>
                    <a:pt x="1148689" y="168592"/>
                  </a:lnTo>
                  <a:lnTo>
                    <a:pt x="1133030" y="184073"/>
                  </a:lnTo>
                  <a:lnTo>
                    <a:pt x="1113764" y="189230"/>
                  </a:lnTo>
                  <a:lnTo>
                    <a:pt x="1094346" y="184073"/>
                  </a:lnTo>
                  <a:lnTo>
                    <a:pt x="1078611" y="168592"/>
                  </a:lnTo>
                  <a:lnTo>
                    <a:pt x="1068082" y="142722"/>
                  </a:lnTo>
                  <a:lnTo>
                    <a:pt x="1064234" y="106426"/>
                  </a:lnTo>
                  <a:lnTo>
                    <a:pt x="1068082" y="70231"/>
                  </a:lnTo>
                  <a:lnTo>
                    <a:pt x="1094346" y="28816"/>
                  </a:lnTo>
                  <a:lnTo>
                    <a:pt x="1133030" y="28816"/>
                  </a:lnTo>
                  <a:lnTo>
                    <a:pt x="1159192" y="70231"/>
                  </a:lnTo>
                  <a:lnTo>
                    <a:pt x="1163040" y="106426"/>
                  </a:lnTo>
                  <a:lnTo>
                    <a:pt x="1163040" y="23037"/>
                  </a:lnTo>
                  <a:lnTo>
                    <a:pt x="1143469" y="6629"/>
                  </a:lnTo>
                  <a:lnTo>
                    <a:pt x="1113764" y="0"/>
                  </a:lnTo>
                  <a:lnTo>
                    <a:pt x="1083906" y="6629"/>
                  </a:lnTo>
                  <a:lnTo>
                    <a:pt x="1060069" y="26543"/>
                  </a:lnTo>
                  <a:lnTo>
                    <a:pt x="1044295" y="59791"/>
                  </a:lnTo>
                  <a:lnTo>
                    <a:pt x="1038580" y="106426"/>
                  </a:lnTo>
                  <a:lnTo>
                    <a:pt x="1044295" y="153060"/>
                  </a:lnTo>
                  <a:lnTo>
                    <a:pt x="1060069" y="186309"/>
                  </a:lnTo>
                  <a:lnTo>
                    <a:pt x="1083906" y="206222"/>
                  </a:lnTo>
                  <a:lnTo>
                    <a:pt x="1113764" y="212852"/>
                  </a:lnTo>
                  <a:lnTo>
                    <a:pt x="1143469" y="206222"/>
                  </a:lnTo>
                  <a:lnTo>
                    <a:pt x="1163739" y="189230"/>
                  </a:lnTo>
                  <a:lnTo>
                    <a:pt x="1167231" y="186309"/>
                  </a:lnTo>
                  <a:lnTo>
                    <a:pt x="1182979" y="153060"/>
                  </a:lnTo>
                  <a:lnTo>
                    <a:pt x="1188694" y="106426"/>
                  </a:lnTo>
                  <a:close/>
                </a:path>
                <a:path w="1507489" h="213360">
                  <a:moveTo>
                    <a:pt x="1352003" y="106426"/>
                  </a:moveTo>
                  <a:lnTo>
                    <a:pt x="1346301" y="59791"/>
                  </a:lnTo>
                  <a:lnTo>
                    <a:pt x="1330540" y="26543"/>
                  </a:lnTo>
                  <a:lnTo>
                    <a:pt x="1327061" y="23622"/>
                  </a:lnTo>
                  <a:lnTo>
                    <a:pt x="1326349" y="23037"/>
                  </a:lnTo>
                  <a:lnTo>
                    <a:pt x="1326349" y="106426"/>
                  </a:lnTo>
                  <a:lnTo>
                    <a:pt x="1322514" y="142722"/>
                  </a:lnTo>
                  <a:lnTo>
                    <a:pt x="1311998" y="168592"/>
                  </a:lnTo>
                  <a:lnTo>
                    <a:pt x="1296352" y="184073"/>
                  </a:lnTo>
                  <a:lnTo>
                    <a:pt x="1277073" y="189230"/>
                  </a:lnTo>
                  <a:lnTo>
                    <a:pt x="1257655" y="184073"/>
                  </a:lnTo>
                  <a:lnTo>
                    <a:pt x="1241933" y="168592"/>
                  </a:lnTo>
                  <a:lnTo>
                    <a:pt x="1231392" y="142722"/>
                  </a:lnTo>
                  <a:lnTo>
                    <a:pt x="1227556" y="106426"/>
                  </a:lnTo>
                  <a:lnTo>
                    <a:pt x="1231392" y="70231"/>
                  </a:lnTo>
                  <a:lnTo>
                    <a:pt x="1241933" y="44361"/>
                  </a:lnTo>
                  <a:lnTo>
                    <a:pt x="1257655" y="28816"/>
                  </a:lnTo>
                  <a:lnTo>
                    <a:pt x="1277073" y="23622"/>
                  </a:lnTo>
                  <a:lnTo>
                    <a:pt x="1296352" y="28816"/>
                  </a:lnTo>
                  <a:lnTo>
                    <a:pt x="1311998" y="44361"/>
                  </a:lnTo>
                  <a:lnTo>
                    <a:pt x="1322514" y="70231"/>
                  </a:lnTo>
                  <a:lnTo>
                    <a:pt x="1326349" y="106426"/>
                  </a:lnTo>
                  <a:lnTo>
                    <a:pt x="1326349" y="23037"/>
                  </a:lnTo>
                  <a:lnTo>
                    <a:pt x="1306791" y="6629"/>
                  </a:lnTo>
                  <a:lnTo>
                    <a:pt x="1277073" y="0"/>
                  </a:lnTo>
                  <a:lnTo>
                    <a:pt x="1247228" y="6629"/>
                  </a:lnTo>
                  <a:lnTo>
                    <a:pt x="1223391" y="26543"/>
                  </a:lnTo>
                  <a:lnTo>
                    <a:pt x="1207604" y="59791"/>
                  </a:lnTo>
                  <a:lnTo>
                    <a:pt x="1201902" y="106426"/>
                  </a:lnTo>
                  <a:lnTo>
                    <a:pt x="1207604" y="153060"/>
                  </a:lnTo>
                  <a:lnTo>
                    <a:pt x="1223391" y="186309"/>
                  </a:lnTo>
                  <a:lnTo>
                    <a:pt x="1247228" y="206222"/>
                  </a:lnTo>
                  <a:lnTo>
                    <a:pt x="1277073" y="212852"/>
                  </a:lnTo>
                  <a:lnTo>
                    <a:pt x="1306791" y="206222"/>
                  </a:lnTo>
                  <a:lnTo>
                    <a:pt x="1327061" y="189230"/>
                  </a:lnTo>
                  <a:lnTo>
                    <a:pt x="1330540" y="186309"/>
                  </a:lnTo>
                  <a:lnTo>
                    <a:pt x="1346301" y="153060"/>
                  </a:lnTo>
                  <a:lnTo>
                    <a:pt x="1352003" y="106426"/>
                  </a:lnTo>
                  <a:close/>
                </a:path>
                <a:path w="1507489" h="213360">
                  <a:moveTo>
                    <a:pt x="1506943" y="143256"/>
                  </a:moveTo>
                  <a:lnTo>
                    <a:pt x="1501902" y="115430"/>
                  </a:lnTo>
                  <a:lnTo>
                    <a:pt x="1487893" y="93853"/>
                  </a:lnTo>
                  <a:lnTo>
                    <a:pt x="1466659" y="79895"/>
                  </a:lnTo>
                  <a:lnTo>
                    <a:pt x="1439887" y="74930"/>
                  </a:lnTo>
                  <a:lnTo>
                    <a:pt x="1423924" y="76669"/>
                  </a:lnTo>
                  <a:lnTo>
                    <a:pt x="1410995" y="81191"/>
                  </a:lnTo>
                  <a:lnTo>
                    <a:pt x="1401025" y="87464"/>
                  </a:lnTo>
                  <a:lnTo>
                    <a:pt x="1393913" y="94488"/>
                  </a:lnTo>
                  <a:lnTo>
                    <a:pt x="1397469" y="27940"/>
                  </a:lnTo>
                  <a:lnTo>
                    <a:pt x="1496529" y="27940"/>
                  </a:lnTo>
                  <a:lnTo>
                    <a:pt x="1496529" y="4826"/>
                  </a:lnTo>
                  <a:lnTo>
                    <a:pt x="1373085" y="4826"/>
                  </a:lnTo>
                  <a:lnTo>
                    <a:pt x="1367243" y="121920"/>
                  </a:lnTo>
                  <a:lnTo>
                    <a:pt x="1393405" y="121920"/>
                  </a:lnTo>
                  <a:lnTo>
                    <a:pt x="1399743" y="112788"/>
                  </a:lnTo>
                  <a:lnTo>
                    <a:pt x="1408684" y="105092"/>
                  </a:lnTo>
                  <a:lnTo>
                    <a:pt x="1420520" y="99771"/>
                  </a:lnTo>
                  <a:lnTo>
                    <a:pt x="1435569" y="97790"/>
                  </a:lnTo>
                  <a:lnTo>
                    <a:pt x="1453997" y="101219"/>
                  </a:lnTo>
                  <a:lnTo>
                    <a:pt x="1468272" y="110718"/>
                  </a:lnTo>
                  <a:lnTo>
                    <a:pt x="1477505" y="125120"/>
                  </a:lnTo>
                  <a:lnTo>
                    <a:pt x="1480781" y="143256"/>
                  </a:lnTo>
                  <a:lnTo>
                    <a:pt x="1477606" y="161772"/>
                  </a:lnTo>
                  <a:lnTo>
                    <a:pt x="1468501" y="176491"/>
                  </a:lnTo>
                  <a:lnTo>
                    <a:pt x="1454099" y="186220"/>
                  </a:lnTo>
                  <a:lnTo>
                    <a:pt x="1435061" y="189738"/>
                  </a:lnTo>
                  <a:lnTo>
                    <a:pt x="1415961" y="186740"/>
                  </a:lnTo>
                  <a:lnTo>
                    <a:pt x="1401851" y="178498"/>
                  </a:lnTo>
                  <a:lnTo>
                    <a:pt x="1392986" y="166166"/>
                  </a:lnTo>
                  <a:lnTo>
                    <a:pt x="1389595" y="150876"/>
                  </a:lnTo>
                  <a:lnTo>
                    <a:pt x="1363179" y="150876"/>
                  </a:lnTo>
                  <a:lnTo>
                    <a:pt x="1368882" y="175450"/>
                  </a:lnTo>
                  <a:lnTo>
                    <a:pt x="1383220" y="195097"/>
                  </a:lnTo>
                  <a:lnTo>
                    <a:pt x="1405509" y="208127"/>
                  </a:lnTo>
                  <a:lnTo>
                    <a:pt x="1435061" y="212852"/>
                  </a:lnTo>
                  <a:lnTo>
                    <a:pt x="1464297" y="207657"/>
                  </a:lnTo>
                  <a:lnTo>
                    <a:pt x="1487004" y="193192"/>
                  </a:lnTo>
                  <a:lnTo>
                    <a:pt x="1501711" y="171170"/>
                  </a:lnTo>
                  <a:lnTo>
                    <a:pt x="1506943" y="14325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61662" y="5929982"/>
              <a:ext cx="199385" cy="21411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94574" y="5929982"/>
              <a:ext cx="201670" cy="21691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21898" y="5928712"/>
              <a:ext cx="216656" cy="21564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745821" y="5926175"/>
              <a:ext cx="8208009" cy="504825"/>
            </a:xfrm>
            <a:custGeom>
              <a:avLst/>
              <a:gdLst/>
              <a:ahLst/>
              <a:cxnLst/>
              <a:rect l="l" t="t" r="r" b="b"/>
              <a:pathLst>
                <a:path w="8208009" h="504825">
                  <a:moveTo>
                    <a:pt x="143764" y="476694"/>
                  </a:moveTo>
                  <a:lnTo>
                    <a:pt x="40640" y="476694"/>
                  </a:lnTo>
                  <a:lnTo>
                    <a:pt x="93980" y="424370"/>
                  </a:lnTo>
                  <a:lnTo>
                    <a:pt x="113550" y="403072"/>
                  </a:lnTo>
                  <a:lnTo>
                    <a:pt x="126873" y="385038"/>
                  </a:lnTo>
                  <a:lnTo>
                    <a:pt x="134480" y="368757"/>
                  </a:lnTo>
                  <a:lnTo>
                    <a:pt x="136906" y="352742"/>
                  </a:lnTo>
                  <a:lnTo>
                    <a:pt x="132054" y="327748"/>
                  </a:lnTo>
                  <a:lnTo>
                    <a:pt x="118325" y="308419"/>
                  </a:lnTo>
                  <a:lnTo>
                    <a:pt x="96939" y="295948"/>
                  </a:lnTo>
                  <a:lnTo>
                    <a:pt x="69088" y="291528"/>
                  </a:lnTo>
                  <a:lnTo>
                    <a:pt x="40398" y="296824"/>
                  </a:lnTo>
                  <a:lnTo>
                    <a:pt x="18643" y="311251"/>
                  </a:lnTo>
                  <a:lnTo>
                    <a:pt x="4826" y="332574"/>
                  </a:lnTo>
                  <a:lnTo>
                    <a:pt x="0" y="358584"/>
                  </a:lnTo>
                  <a:lnTo>
                    <a:pt x="26670" y="358584"/>
                  </a:lnTo>
                  <a:lnTo>
                    <a:pt x="29400" y="342265"/>
                  </a:lnTo>
                  <a:lnTo>
                    <a:pt x="37465" y="328396"/>
                  </a:lnTo>
                  <a:lnTo>
                    <a:pt x="50673" y="318757"/>
                  </a:lnTo>
                  <a:lnTo>
                    <a:pt x="68834" y="315150"/>
                  </a:lnTo>
                  <a:lnTo>
                    <a:pt x="86055" y="317703"/>
                  </a:lnTo>
                  <a:lnTo>
                    <a:pt x="99187" y="325120"/>
                  </a:lnTo>
                  <a:lnTo>
                    <a:pt x="107556" y="337007"/>
                  </a:lnTo>
                  <a:lnTo>
                    <a:pt x="110490" y="352996"/>
                  </a:lnTo>
                  <a:lnTo>
                    <a:pt x="108496" y="364350"/>
                  </a:lnTo>
                  <a:lnTo>
                    <a:pt x="102171" y="377190"/>
                  </a:lnTo>
                  <a:lnTo>
                    <a:pt x="90982" y="392214"/>
                  </a:lnTo>
                  <a:lnTo>
                    <a:pt x="74422" y="410146"/>
                  </a:lnTo>
                  <a:lnTo>
                    <a:pt x="2286" y="482536"/>
                  </a:lnTo>
                  <a:lnTo>
                    <a:pt x="2286" y="499808"/>
                  </a:lnTo>
                  <a:lnTo>
                    <a:pt x="143764" y="499808"/>
                  </a:lnTo>
                  <a:lnTo>
                    <a:pt x="143764" y="476694"/>
                  </a:lnTo>
                  <a:close/>
                </a:path>
                <a:path w="8208009" h="504825">
                  <a:moveTo>
                    <a:pt x="306832" y="397954"/>
                  </a:moveTo>
                  <a:lnTo>
                    <a:pt x="301117" y="351320"/>
                  </a:lnTo>
                  <a:lnTo>
                    <a:pt x="285369" y="318071"/>
                  </a:lnTo>
                  <a:lnTo>
                    <a:pt x="281876" y="315150"/>
                  </a:lnTo>
                  <a:lnTo>
                    <a:pt x="281178" y="314566"/>
                  </a:lnTo>
                  <a:lnTo>
                    <a:pt x="281178" y="397954"/>
                  </a:lnTo>
                  <a:lnTo>
                    <a:pt x="277329" y="434251"/>
                  </a:lnTo>
                  <a:lnTo>
                    <a:pt x="266827" y="460121"/>
                  </a:lnTo>
                  <a:lnTo>
                    <a:pt x="251167" y="475602"/>
                  </a:lnTo>
                  <a:lnTo>
                    <a:pt x="231902" y="480758"/>
                  </a:lnTo>
                  <a:lnTo>
                    <a:pt x="212483" y="475602"/>
                  </a:lnTo>
                  <a:lnTo>
                    <a:pt x="196748" y="460121"/>
                  </a:lnTo>
                  <a:lnTo>
                    <a:pt x="186220" y="434251"/>
                  </a:lnTo>
                  <a:lnTo>
                    <a:pt x="182372" y="397954"/>
                  </a:lnTo>
                  <a:lnTo>
                    <a:pt x="186220" y="361759"/>
                  </a:lnTo>
                  <a:lnTo>
                    <a:pt x="212483" y="320344"/>
                  </a:lnTo>
                  <a:lnTo>
                    <a:pt x="251167" y="320344"/>
                  </a:lnTo>
                  <a:lnTo>
                    <a:pt x="277329" y="361759"/>
                  </a:lnTo>
                  <a:lnTo>
                    <a:pt x="281178" y="397954"/>
                  </a:lnTo>
                  <a:lnTo>
                    <a:pt x="281178" y="314566"/>
                  </a:lnTo>
                  <a:lnTo>
                    <a:pt x="261607" y="298157"/>
                  </a:lnTo>
                  <a:lnTo>
                    <a:pt x="231902" y="291528"/>
                  </a:lnTo>
                  <a:lnTo>
                    <a:pt x="202044" y="298157"/>
                  </a:lnTo>
                  <a:lnTo>
                    <a:pt x="178206" y="318071"/>
                  </a:lnTo>
                  <a:lnTo>
                    <a:pt x="162433" y="351320"/>
                  </a:lnTo>
                  <a:lnTo>
                    <a:pt x="156718" y="397954"/>
                  </a:lnTo>
                  <a:lnTo>
                    <a:pt x="162433" y="444588"/>
                  </a:lnTo>
                  <a:lnTo>
                    <a:pt x="178206" y="477837"/>
                  </a:lnTo>
                  <a:lnTo>
                    <a:pt x="202044" y="497751"/>
                  </a:lnTo>
                  <a:lnTo>
                    <a:pt x="231902" y="504380"/>
                  </a:lnTo>
                  <a:lnTo>
                    <a:pt x="261607" y="497751"/>
                  </a:lnTo>
                  <a:lnTo>
                    <a:pt x="281876" y="480758"/>
                  </a:lnTo>
                  <a:lnTo>
                    <a:pt x="285369" y="477837"/>
                  </a:lnTo>
                  <a:lnTo>
                    <a:pt x="301117" y="444588"/>
                  </a:lnTo>
                  <a:lnTo>
                    <a:pt x="306832" y="397954"/>
                  </a:lnTo>
                  <a:close/>
                </a:path>
                <a:path w="8208009" h="504825">
                  <a:moveTo>
                    <a:pt x="460997" y="476694"/>
                  </a:moveTo>
                  <a:lnTo>
                    <a:pt x="357873" y="476694"/>
                  </a:lnTo>
                  <a:lnTo>
                    <a:pt x="411213" y="424370"/>
                  </a:lnTo>
                  <a:lnTo>
                    <a:pt x="430784" y="403072"/>
                  </a:lnTo>
                  <a:lnTo>
                    <a:pt x="444106" y="385038"/>
                  </a:lnTo>
                  <a:lnTo>
                    <a:pt x="451726" y="368757"/>
                  </a:lnTo>
                  <a:lnTo>
                    <a:pt x="454139" y="352742"/>
                  </a:lnTo>
                  <a:lnTo>
                    <a:pt x="449300" y="327748"/>
                  </a:lnTo>
                  <a:lnTo>
                    <a:pt x="435571" y="308419"/>
                  </a:lnTo>
                  <a:lnTo>
                    <a:pt x="414172" y="295948"/>
                  </a:lnTo>
                  <a:lnTo>
                    <a:pt x="386321" y="291528"/>
                  </a:lnTo>
                  <a:lnTo>
                    <a:pt x="357632" y="296824"/>
                  </a:lnTo>
                  <a:lnTo>
                    <a:pt x="335876" y="311251"/>
                  </a:lnTo>
                  <a:lnTo>
                    <a:pt x="322072" y="332574"/>
                  </a:lnTo>
                  <a:lnTo>
                    <a:pt x="317246" y="358584"/>
                  </a:lnTo>
                  <a:lnTo>
                    <a:pt x="343903" y="358584"/>
                  </a:lnTo>
                  <a:lnTo>
                    <a:pt x="346633" y="342265"/>
                  </a:lnTo>
                  <a:lnTo>
                    <a:pt x="354698" y="328396"/>
                  </a:lnTo>
                  <a:lnTo>
                    <a:pt x="367906" y="318757"/>
                  </a:lnTo>
                  <a:lnTo>
                    <a:pt x="386067" y="315150"/>
                  </a:lnTo>
                  <a:lnTo>
                    <a:pt x="403301" y="317703"/>
                  </a:lnTo>
                  <a:lnTo>
                    <a:pt x="416420" y="325120"/>
                  </a:lnTo>
                  <a:lnTo>
                    <a:pt x="424789" y="337007"/>
                  </a:lnTo>
                  <a:lnTo>
                    <a:pt x="427723" y="352996"/>
                  </a:lnTo>
                  <a:lnTo>
                    <a:pt x="425729" y="364350"/>
                  </a:lnTo>
                  <a:lnTo>
                    <a:pt x="419404" y="377190"/>
                  </a:lnTo>
                  <a:lnTo>
                    <a:pt x="408228" y="392214"/>
                  </a:lnTo>
                  <a:lnTo>
                    <a:pt x="391655" y="410146"/>
                  </a:lnTo>
                  <a:lnTo>
                    <a:pt x="319532" y="482536"/>
                  </a:lnTo>
                  <a:lnTo>
                    <a:pt x="319532" y="499808"/>
                  </a:lnTo>
                  <a:lnTo>
                    <a:pt x="460997" y="499808"/>
                  </a:lnTo>
                  <a:lnTo>
                    <a:pt x="460997" y="476694"/>
                  </a:lnTo>
                  <a:close/>
                </a:path>
                <a:path w="8208009" h="504825">
                  <a:moveTo>
                    <a:pt x="614921" y="476694"/>
                  </a:moveTo>
                  <a:lnTo>
                    <a:pt x="511797" y="476694"/>
                  </a:lnTo>
                  <a:lnTo>
                    <a:pt x="565137" y="424370"/>
                  </a:lnTo>
                  <a:lnTo>
                    <a:pt x="584708" y="403072"/>
                  </a:lnTo>
                  <a:lnTo>
                    <a:pt x="598030" y="385038"/>
                  </a:lnTo>
                  <a:lnTo>
                    <a:pt x="605637" y="368757"/>
                  </a:lnTo>
                  <a:lnTo>
                    <a:pt x="608063" y="352742"/>
                  </a:lnTo>
                  <a:lnTo>
                    <a:pt x="603211" y="327748"/>
                  </a:lnTo>
                  <a:lnTo>
                    <a:pt x="589495" y="308419"/>
                  </a:lnTo>
                  <a:lnTo>
                    <a:pt x="568096" y="295948"/>
                  </a:lnTo>
                  <a:lnTo>
                    <a:pt x="540245" y="291528"/>
                  </a:lnTo>
                  <a:lnTo>
                    <a:pt x="511556" y="296824"/>
                  </a:lnTo>
                  <a:lnTo>
                    <a:pt x="489800" y="311251"/>
                  </a:lnTo>
                  <a:lnTo>
                    <a:pt x="475996" y="332574"/>
                  </a:lnTo>
                  <a:lnTo>
                    <a:pt x="471157" y="358584"/>
                  </a:lnTo>
                  <a:lnTo>
                    <a:pt x="497827" y="358584"/>
                  </a:lnTo>
                  <a:lnTo>
                    <a:pt x="500557" y="342265"/>
                  </a:lnTo>
                  <a:lnTo>
                    <a:pt x="508622" y="328396"/>
                  </a:lnTo>
                  <a:lnTo>
                    <a:pt x="521830" y="318757"/>
                  </a:lnTo>
                  <a:lnTo>
                    <a:pt x="539991" y="315150"/>
                  </a:lnTo>
                  <a:lnTo>
                    <a:pt x="557212" y="317703"/>
                  </a:lnTo>
                  <a:lnTo>
                    <a:pt x="570344" y="325120"/>
                  </a:lnTo>
                  <a:lnTo>
                    <a:pt x="578713" y="337007"/>
                  </a:lnTo>
                  <a:lnTo>
                    <a:pt x="581647" y="352996"/>
                  </a:lnTo>
                  <a:lnTo>
                    <a:pt x="579653" y="364350"/>
                  </a:lnTo>
                  <a:lnTo>
                    <a:pt x="573328" y="377190"/>
                  </a:lnTo>
                  <a:lnTo>
                    <a:pt x="562140" y="392214"/>
                  </a:lnTo>
                  <a:lnTo>
                    <a:pt x="545579" y="410146"/>
                  </a:lnTo>
                  <a:lnTo>
                    <a:pt x="473443" y="482536"/>
                  </a:lnTo>
                  <a:lnTo>
                    <a:pt x="473443" y="499808"/>
                  </a:lnTo>
                  <a:lnTo>
                    <a:pt x="614921" y="499808"/>
                  </a:lnTo>
                  <a:lnTo>
                    <a:pt x="614921" y="476694"/>
                  </a:lnTo>
                  <a:close/>
                </a:path>
                <a:path w="8208009" h="504825">
                  <a:moveTo>
                    <a:pt x="695185" y="295910"/>
                  </a:moveTo>
                  <a:lnTo>
                    <a:pt x="626351" y="295910"/>
                  </a:lnTo>
                  <a:lnTo>
                    <a:pt x="626351" y="320040"/>
                  </a:lnTo>
                  <a:lnTo>
                    <a:pt x="668515" y="320040"/>
                  </a:lnTo>
                  <a:lnTo>
                    <a:pt x="668515" y="500380"/>
                  </a:lnTo>
                  <a:lnTo>
                    <a:pt x="695185" y="500380"/>
                  </a:lnTo>
                  <a:lnTo>
                    <a:pt x="695185" y="320040"/>
                  </a:lnTo>
                  <a:lnTo>
                    <a:pt x="695185" y="295910"/>
                  </a:lnTo>
                  <a:close/>
                </a:path>
                <a:path w="8208009" h="504825">
                  <a:moveTo>
                    <a:pt x="871702" y="434784"/>
                  </a:moveTo>
                  <a:lnTo>
                    <a:pt x="866660" y="406958"/>
                  </a:lnTo>
                  <a:lnTo>
                    <a:pt x="852652" y="385381"/>
                  </a:lnTo>
                  <a:lnTo>
                    <a:pt x="831418" y="371424"/>
                  </a:lnTo>
                  <a:lnTo>
                    <a:pt x="804659" y="366458"/>
                  </a:lnTo>
                  <a:lnTo>
                    <a:pt x="788682" y="368198"/>
                  </a:lnTo>
                  <a:lnTo>
                    <a:pt x="775766" y="372719"/>
                  </a:lnTo>
                  <a:lnTo>
                    <a:pt x="765797" y="378993"/>
                  </a:lnTo>
                  <a:lnTo>
                    <a:pt x="758685" y="386016"/>
                  </a:lnTo>
                  <a:lnTo>
                    <a:pt x="762241" y="319468"/>
                  </a:lnTo>
                  <a:lnTo>
                    <a:pt x="861288" y="319468"/>
                  </a:lnTo>
                  <a:lnTo>
                    <a:pt x="861288" y="296354"/>
                  </a:lnTo>
                  <a:lnTo>
                    <a:pt x="737857" y="296354"/>
                  </a:lnTo>
                  <a:lnTo>
                    <a:pt x="732015" y="413448"/>
                  </a:lnTo>
                  <a:lnTo>
                    <a:pt x="758177" y="413448"/>
                  </a:lnTo>
                  <a:lnTo>
                    <a:pt x="764514" y="404317"/>
                  </a:lnTo>
                  <a:lnTo>
                    <a:pt x="773442" y="396621"/>
                  </a:lnTo>
                  <a:lnTo>
                    <a:pt x="785279" y="391299"/>
                  </a:lnTo>
                  <a:lnTo>
                    <a:pt x="800341" y="389318"/>
                  </a:lnTo>
                  <a:lnTo>
                    <a:pt x="818756" y="392747"/>
                  </a:lnTo>
                  <a:lnTo>
                    <a:pt x="833043" y="402247"/>
                  </a:lnTo>
                  <a:lnTo>
                    <a:pt x="842264" y="416648"/>
                  </a:lnTo>
                  <a:lnTo>
                    <a:pt x="845553" y="434784"/>
                  </a:lnTo>
                  <a:lnTo>
                    <a:pt x="842365" y="453301"/>
                  </a:lnTo>
                  <a:lnTo>
                    <a:pt x="833259" y="468020"/>
                  </a:lnTo>
                  <a:lnTo>
                    <a:pt x="818870" y="477748"/>
                  </a:lnTo>
                  <a:lnTo>
                    <a:pt x="799833" y="481266"/>
                  </a:lnTo>
                  <a:lnTo>
                    <a:pt x="780719" y="478269"/>
                  </a:lnTo>
                  <a:lnTo>
                    <a:pt x="766622" y="470027"/>
                  </a:lnTo>
                  <a:lnTo>
                    <a:pt x="757758" y="457695"/>
                  </a:lnTo>
                  <a:lnTo>
                    <a:pt x="754367" y="442404"/>
                  </a:lnTo>
                  <a:lnTo>
                    <a:pt x="727951" y="442404"/>
                  </a:lnTo>
                  <a:lnTo>
                    <a:pt x="733640" y="466979"/>
                  </a:lnTo>
                  <a:lnTo>
                    <a:pt x="747979" y="486625"/>
                  </a:lnTo>
                  <a:lnTo>
                    <a:pt x="770267" y="499656"/>
                  </a:lnTo>
                  <a:lnTo>
                    <a:pt x="799833" y="504380"/>
                  </a:lnTo>
                  <a:lnTo>
                    <a:pt x="829056" y="499186"/>
                  </a:lnTo>
                  <a:lnTo>
                    <a:pt x="851763" y="484720"/>
                  </a:lnTo>
                  <a:lnTo>
                    <a:pt x="866482" y="462699"/>
                  </a:lnTo>
                  <a:lnTo>
                    <a:pt x="871702" y="434784"/>
                  </a:lnTo>
                  <a:close/>
                </a:path>
                <a:path w="8208009" h="504825">
                  <a:moveTo>
                    <a:pt x="1029944" y="434784"/>
                  </a:moveTo>
                  <a:lnTo>
                    <a:pt x="1024331" y="406603"/>
                  </a:lnTo>
                  <a:lnTo>
                    <a:pt x="1011529" y="388556"/>
                  </a:lnTo>
                  <a:lnTo>
                    <a:pt x="1008989" y="384975"/>
                  </a:lnTo>
                  <a:lnTo>
                    <a:pt x="1003782" y="381812"/>
                  </a:lnTo>
                  <a:lnTo>
                    <a:pt x="1003782" y="435038"/>
                  </a:lnTo>
                  <a:lnTo>
                    <a:pt x="1000467" y="453186"/>
                  </a:lnTo>
                  <a:lnTo>
                    <a:pt x="990993" y="467868"/>
                  </a:lnTo>
                  <a:lnTo>
                    <a:pt x="976033" y="477685"/>
                  </a:lnTo>
                  <a:lnTo>
                    <a:pt x="956284" y="481266"/>
                  </a:lnTo>
                  <a:lnTo>
                    <a:pt x="936396" y="477685"/>
                  </a:lnTo>
                  <a:lnTo>
                    <a:pt x="921359" y="467868"/>
                  </a:lnTo>
                  <a:lnTo>
                    <a:pt x="911860" y="453186"/>
                  </a:lnTo>
                  <a:lnTo>
                    <a:pt x="908532" y="435038"/>
                  </a:lnTo>
                  <a:lnTo>
                    <a:pt x="908583" y="434784"/>
                  </a:lnTo>
                  <a:lnTo>
                    <a:pt x="911301" y="419912"/>
                  </a:lnTo>
                  <a:lnTo>
                    <a:pt x="911923" y="416737"/>
                  </a:lnTo>
                  <a:lnTo>
                    <a:pt x="918781" y="406082"/>
                  </a:lnTo>
                  <a:lnTo>
                    <a:pt x="921512" y="401993"/>
                  </a:lnTo>
                  <a:lnTo>
                    <a:pt x="936447" y="392137"/>
                  </a:lnTo>
                  <a:lnTo>
                    <a:pt x="936599" y="392137"/>
                  </a:lnTo>
                  <a:lnTo>
                    <a:pt x="956284" y="388556"/>
                  </a:lnTo>
                  <a:lnTo>
                    <a:pt x="976033" y="392137"/>
                  </a:lnTo>
                  <a:lnTo>
                    <a:pt x="990993" y="401993"/>
                  </a:lnTo>
                  <a:lnTo>
                    <a:pt x="1000467" y="416737"/>
                  </a:lnTo>
                  <a:lnTo>
                    <a:pt x="1003782" y="435038"/>
                  </a:lnTo>
                  <a:lnTo>
                    <a:pt x="1003782" y="381812"/>
                  </a:lnTo>
                  <a:lnTo>
                    <a:pt x="986116" y="371030"/>
                  </a:lnTo>
                  <a:lnTo>
                    <a:pt x="985837" y="371030"/>
                  </a:lnTo>
                  <a:lnTo>
                    <a:pt x="958316" y="366204"/>
                  </a:lnTo>
                  <a:lnTo>
                    <a:pt x="949426" y="366204"/>
                  </a:lnTo>
                  <a:lnTo>
                    <a:pt x="941298" y="368744"/>
                  </a:lnTo>
                  <a:lnTo>
                    <a:pt x="936472" y="371030"/>
                  </a:lnTo>
                  <a:lnTo>
                    <a:pt x="987780" y="296354"/>
                  </a:lnTo>
                  <a:lnTo>
                    <a:pt x="957300" y="296354"/>
                  </a:lnTo>
                  <a:lnTo>
                    <a:pt x="902182" y="378904"/>
                  </a:lnTo>
                  <a:lnTo>
                    <a:pt x="893737" y="392633"/>
                  </a:lnTo>
                  <a:lnTo>
                    <a:pt x="887514" y="406082"/>
                  </a:lnTo>
                  <a:lnTo>
                    <a:pt x="883691" y="419912"/>
                  </a:lnTo>
                  <a:lnTo>
                    <a:pt x="882370" y="434784"/>
                  </a:lnTo>
                  <a:lnTo>
                    <a:pt x="882421" y="435038"/>
                  </a:lnTo>
                  <a:lnTo>
                    <a:pt x="888136" y="463550"/>
                  </a:lnTo>
                  <a:lnTo>
                    <a:pt x="903897" y="485482"/>
                  </a:lnTo>
                  <a:lnTo>
                    <a:pt x="927379" y="499465"/>
                  </a:lnTo>
                  <a:lnTo>
                    <a:pt x="956284" y="504380"/>
                  </a:lnTo>
                  <a:lnTo>
                    <a:pt x="985050" y="499465"/>
                  </a:lnTo>
                  <a:lnTo>
                    <a:pt x="1008456" y="485482"/>
                  </a:lnTo>
                  <a:lnTo>
                    <a:pt x="1011478" y="481266"/>
                  </a:lnTo>
                  <a:lnTo>
                    <a:pt x="1024191" y="463550"/>
                  </a:lnTo>
                  <a:lnTo>
                    <a:pt x="1029944" y="434784"/>
                  </a:lnTo>
                  <a:close/>
                </a:path>
                <a:path w="8208009" h="504825">
                  <a:moveTo>
                    <a:pt x="1187932" y="397954"/>
                  </a:moveTo>
                  <a:lnTo>
                    <a:pt x="1182217" y="351320"/>
                  </a:lnTo>
                  <a:lnTo>
                    <a:pt x="1166469" y="318071"/>
                  </a:lnTo>
                  <a:lnTo>
                    <a:pt x="1162989" y="315150"/>
                  </a:lnTo>
                  <a:lnTo>
                    <a:pt x="1162278" y="314566"/>
                  </a:lnTo>
                  <a:lnTo>
                    <a:pt x="1162278" y="397954"/>
                  </a:lnTo>
                  <a:lnTo>
                    <a:pt x="1158430" y="434251"/>
                  </a:lnTo>
                  <a:lnTo>
                    <a:pt x="1147927" y="460121"/>
                  </a:lnTo>
                  <a:lnTo>
                    <a:pt x="1132268" y="475602"/>
                  </a:lnTo>
                  <a:lnTo>
                    <a:pt x="1113002" y="480758"/>
                  </a:lnTo>
                  <a:lnTo>
                    <a:pt x="1093584" y="475602"/>
                  </a:lnTo>
                  <a:lnTo>
                    <a:pt x="1077861" y="460121"/>
                  </a:lnTo>
                  <a:lnTo>
                    <a:pt x="1067320" y="434251"/>
                  </a:lnTo>
                  <a:lnTo>
                    <a:pt x="1063472" y="397954"/>
                  </a:lnTo>
                  <a:lnTo>
                    <a:pt x="1067320" y="361759"/>
                  </a:lnTo>
                  <a:lnTo>
                    <a:pt x="1077861" y="335889"/>
                  </a:lnTo>
                  <a:lnTo>
                    <a:pt x="1093584" y="320344"/>
                  </a:lnTo>
                  <a:lnTo>
                    <a:pt x="1113002" y="315150"/>
                  </a:lnTo>
                  <a:lnTo>
                    <a:pt x="1132268" y="320344"/>
                  </a:lnTo>
                  <a:lnTo>
                    <a:pt x="1147927" y="335889"/>
                  </a:lnTo>
                  <a:lnTo>
                    <a:pt x="1158430" y="361759"/>
                  </a:lnTo>
                  <a:lnTo>
                    <a:pt x="1162278" y="397954"/>
                  </a:lnTo>
                  <a:lnTo>
                    <a:pt x="1162278" y="314566"/>
                  </a:lnTo>
                  <a:lnTo>
                    <a:pt x="1142707" y="298157"/>
                  </a:lnTo>
                  <a:lnTo>
                    <a:pt x="1113002" y="291528"/>
                  </a:lnTo>
                  <a:lnTo>
                    <a:pt x="1083144" y="298157"/>
                  </a:lnTo>
                  <a:lnTo>
                    <a:pt x="1059319" y="318071"/>
                  </a:lnTo>
                  <a:lnTo>
                    <a:pt x="1043533" y="351320"/>
                  </a:lnTo>
                  <a:lnTo>
                    <a:pt x="1037818" y="397954"/>
                  </a:lnTo>
                  <a:lnTo>
                    <a:pt x="1043533" y="444588"/>
                  </a:lnTo>
                  <a:lnTo>
                    <a:pt x="1059319" y="477837"/>
                  </a:lnTo>
                  <a:lnTo>
                    <a:pt x="1083144" y="497751"/>
                  </a:lnTo>
                  <a:lnTo>
                    <a:pt x="1113002" y="504380"/>
                  </a:lnTo>
                  <a:lnTo>
                    <a:pt x="1142707" y="497751"/>
                  </a:lnTo>
                  <a:lnTo>
                    <a:pt x="1162989" y="480758"/>
                  </a:lnTo>
                  <a:lnTo>
                    <a:pt x="1166469" y="477837"/>
                  </a:lnTo>
                  <a:lnTo>
                    <a:pt x="1182217" y="444588"/>
                  </a:lnTo>
                  <a:lnTo>
                    <a:pt x="1187932" y="397954"/>
                  </a:lnTo>
                  <a:close/>
                </a:path>
                <a:path w="8208009" h="504825">
                  <a:moveTo>
                    <a:pt x="1342872" y="444436"/>
                  </a:moveTo>
                  <a:lnTo>
                    <a:pt x="1339253" y="425577"/>
                  </a:lnTo>
                  <a:lnTo>
                    <a:pt x="1329753" y="411289"/>
                  </a:lnTo>
                  <a:lnTo>
                    <a:pt x="1316405" y="401574"/>
                  </a:lnTo>
                  <a:lnTo>
                    <a:pt x="1301216" y="396430"/>
                  </a:lnTo>
                  <a:lnTo>
                    <a:pt x="1314818" y="390702"/>
                  </a:lnTo>
                  <a:lnTo>
                    <a:pt x="1326426" y="380682"/>
                  </a:lnTo>
                  <a:lnTo>
                    <a:pt x="1334503" y="366852"/>
                  </a:lnTo>
                  <a:lnTo>
                    <a:pt x="1337538" y="349694"/>
                  </a:lnTo>
                  <a:lnTo>
                    <a:pt x="1332636" y="327101"/>
                  </a:lnTo>
                  <a:lnTo>
                    <a:pt x="1318704" y="308610"/>
                  </a:lnTo>
                  <a:lnTo>
                    <a:pt x="1296924" y="296113"/>
                  </a:lnTo>
                  <a:lnTo>
                    <a:pt x="1268450" y="291528"/>
                  </a:lnTo>
                  <a:lnTo>
                    <a:pt x="1240078" y="296456"/>
                  </a:lnTo>
                  <a:lnTo>
                    <a:pt x="1218285" y="309981"/>
                  </a:lnTo>
                  <a:lnTo>
                    <a:pt x="1204302" y="330212"/>
                  </a:lnTo>
                  <a:lnTo>
                    <a:pt x="1199362" y="355282"/>
                  </a:lnTo>
                  <a:lnTo>
                    <a:pt x="1226032" y="355282"/>
                  </a:lnTo>
                  <a:lnTo>
                    <a:pt x="1228801" y="339788"/>
                  </a:lnTo>
                  <a:lnTo>
                    <a:pt x="1236954" y="326745"/>
                  </a:lnTo>
                  <a:lnTo>
                    <a:pt x="1250251" y="317741"/>
                  </a:lnTo>
                  <a:lnTo>
                    <a:pt x="1268450" y="314388"/>
                  </a:lnTo>
                  <a:lnTo>
                    <a:pt x="1286471" y="317246"/>
                  </a:lnTo>
                  <a:lnTo>
                    <a:pt x="1299883" y="324993"/>
                  </a:lnTo>
                  <a:lnTo>
                    <a:pt x="1308239" y="336461"/>
                  </a:lnTo>
                  <a:lnTo>
                    <a:pt x="1311122" y="350456"/>
                  </a:lnTo>
                  <a:lnTo>
                    <a:pt x="1307973" y="364947"/>
                  </a:lnTo>
                  <a:lnTo>
                    <a:pt x="1299121" y="376275"/>
                  </a:lnTo>
                  <a:lnTo>
                    <a:pt x="1285405" y="383641"/>
                  </a:lnTo>
                  <a:lnTo>
                    <a:pt x="1267688" y="386270"/>
                  </a:lnTo>
                  <a:lnTo>
                    <a:pt x="1245336" y="386270"/>
                  </a:lnTo>
                  <a:lnTo>
                    <a:pt x="1245336" y="408368"/>
                  </a:lnTo>
                  <a:lnTo>
                    <a:pt x="1267688" y="408368"/>
                  </a:lnTo>
                  <a:lnTo>
                    <a:pt x="1288313" y="410832"/>
                  </a:lnTo>
                  <a:lnTo>
                    <a:pt x="1303718" y="417957"/>
                  </a:lnTo>
                  <a:lnTo>
                    <a:pt x="1313370" y="429374"/>
                  </a:lnTo>
                  <a:lnTo>
                    <a:pt x="1316710" y="444690"/>
                  </a:lnTo>
                  <a:lnTo>
                    <a:pt x="1313599" y="458978"/>
                  </a:lnTo>
                  <a:lnTo>
                    <a:pt x="1304645" y="470598"/>
                  </a:lnTo>
                  <a:lnTo>
                    <a:pt x="1290345" y="478409"/>
                  </a:lnTo>
                  <a:lnTo>
                    <a:pt x="1271244" y="481266"/>
                  </a:lnTo>
                  <a:lnTo>
                    <a:pt x="1252093" y="478269"/>
                  </a:lnTo>
                  <a:lnTo>
                    <a:pt x="1237907" y="470027"/>
                  </a:lnTo>
                  <a:lnTo>
                    <a:pt x="1228953" y="457695"/>
                  </a:lnTo>
                  <a:lnTo>
                    <a:pt x="1225524" y="442404"/>
                  </a:lnTo>
                  <a:lnTo>
                    <a:pt x="1199108" y="442404"/>
                  </a:lnTo>
                  <a:lnTo>
                    <a:pt x="1204874" y="467093"/>
                  </a:lnTo>
                  <a:lnTo>
                    <a:pt x="1219365" y="486727"/>
                  </a:lnTo>
                  <a:lnTo>
                    <a:pt x="1241755" y="499694"/>
                  </a:lnTo>
                  <a:lnTo>
                    <a:pt x="1271244" y="504380"/>
                  </a:lnTo>
                  <a:lnTo>
                    <a:pt x="1300429" y="499795"/>
                  </a:lnTo>
                  <a:lnTo>
                    <a:pt x="1323060" y="487172"/>
                  </a:lnTo>
                  <a:lnTo>
                    <a:pt x="1337678" y="468160"/>
                  </a:lnTo>
                  <a:lnTo>
                    <a:pt x="1342872" y="444436"/>
                  </a:lnTo>
                  <a:close/>
                </a:path>
                <a:path w="8208009" h="504825">
                  <a:moveTo>
                    <a:pt x="1510499" y="431228"/>
                  </a:moveTo>
                  <a:lnTo>
                    <a:pt x="1477225" y="431228"/>
                  </a:lnTo>
                  <a:lnTo>
                    <a:pt x="1477225" y="325564"/>
                  </a:lnTo>
                  <a:lnTo>
                    <a:pt x="1477225" y="296354"/>
                  </a:lnTo>
                  <a:lnTo>
                    <a:pt x="1451825" y="296354"/>
                  </a:lnTo>
                  <a:lnTo>
                    <a:pt x="1451825" y="325564"/>
                  </a:lnTo>
                  <a:lnTo>
                    <a:pt x="1451825" y="431228"/>
                  </a:lnTo>
                  <a:lnTo>
                    <a:pt x="1376641" y="431228"/>
                  </a:lnTo>
                  <a:lnTo>
                    <a:pt x="1451825" y="325564"/>
                  </a:lnTo>
                  <a:lnTo>
                    <a:pt x="1451825" y="296354"/>
                  </a:lnTo>
                  <a:lnTo>
                    <a:pt x="1445729" y="296354"/>
                  </a:lnTo>
                  <a:lnTo>
                    <a:pt x="1349222" y="431228"/>
                  </a:lnTo>
                  <a:lnTo>
                    <a:pt x="1349222" y="453834"/>
                  </a:lnTo>
                  <a:lnTo>
                    <a:pt x="1451825" y="453834"/>
                  </a:lnTo>
                  <a:lnTo>
                    <a:pt x="1451825" y="499808"/>
                  </a:lnTo>
                  <a:lnTo>
                    <a:pt x="1477225" y="499808"/>
                  </a:lnTo>
                  <a:lnTo>
                    <a:pt x="1477225" y="453834"/>
                  </a:lnTo>
                  <a:lnTo>
                    <a:pt x="1510499" y="453834"/>
                  </a:lnTo>
                  <a:lnTo>
                    <a:pt x="1510499" y="431228"/>
                  </a:lnTo>
                  <a:close/>
                </a:path>
                <a:path w="8208009" h="504825">
                  <a:moveTo>
                    <a:pt x="3523678" y="476694"/>
                  </a:moveTo>
                  <a:lnTo>
                    <a:pt x="3420554" y="476694"/>
                  </a:lnTo>
                  <a:lnTo>
                    <a:pt x="3473894" y="424370"/>
                  </a:lnTo>
                  <a:lnTo>
                    <a:pt x="3493452" y="403072"/>
                  </a:lnTo>
                  <a:lnTo>
                    <a:pt x="3506787" y="385038"/>
                  </a:lnTo>
                  <a:lnTo>
                    <a:pt x="3514394" y="368757"/>
                  </a:lnTo>
                  <a:lnTo>
                    <a:pt x="3516820" y="352742"/>
                  </a:lnTo>
                  <a:lnTo>
                    <a:pt x="3511969" y="327748"/>
                  </a:lnTo>
                  <a:lnTo>
                    <a:pt x="3498240" y="308419"/>
                  </a:lnTo>
                  <a:lnTo>
                    <a:pt x="3476841" y="295948"/>
                  </a:lnTo>
                  <a:lnTo>
                    <a:pt x="3449002" y="291528"/>
                  </a:lnTo>
                  <a:lnTo>
                    <a:pt x="3420313" y="296824"/>
                  </a:lnTo>
                  <a:lnTo>
                    <a:pt x="3398545" y="311251"/>
                  </a:lnTo>
                  <a:lnTo>
                    <a:pt x="3384740" y="332574"/>
                  </a:lnTo>
                  <a:lnTo>
                    <a:pt x="3379914" y="358584"/>
                  </a:lnTo>
                  <a:lnTo>
                    <a:pt x="3406584" y="358584"/>
                  </a:lnTo>
                  <a:lnTo>
                    <a:pt x="3409315" y="342265"/>
                  </a:lnTo>
                  <a:lnTo>
                    <a:pt x="3417379" y="328396"/>
                  </a:lnTo>
                  <a:lnTo>
                    <a:pt x="3430587" y="318757"/>
                  </a:lnTo>
                  <a:lnTo>
                    <a:pt x="3448748" y="315150"/>
                  </a:lnTo>
                  <a:lnTo>
                    <a:pt x="3465969" y="317703"/>
                  </a:lnTo>
                  <a:lnTo>
                    <a:pt x="3479101" y="325120"/>
                  </a:lnTo>
                  <a:lnTo>
                    <a:pt x="3487458" y="337007"/>
                  </a:lnTo>
                  <a:lnTo>
                    <a:pt x="3490404" y="352996"/>
                  </a:lnTo>
                  <a:lnTo>
                    <a:pt x="3488410" y="364350"/>
                  </a:lnTo>
                  <a:lnTo>
                    <a:pt x="3482086" y="377190"/>
                  </a:lnTo>
                  <a:lnTo>
                    <a:pt x="3470897" y="392214"/>
                  </a:lnTo>
                  <a:lnTo>
                    <a:pt x="3454336" y="410146"/>
                  </a:lnTo>
                  <a:lnTo>
                    <a:pt x="3382200" y="482536"/>
                  </a:lnTo>
                  <a:lnTo>
                    <a:pt x="3382200" y="499808"/>
                  </a:lnTo>
                  <a:lnTo>
                    <a:pt x="3523678" y="499808"/>
                  </a:lnTo>
                  <a:lnTo>
                    <a:pt x="3523678" y="476694"/>
                  </a:lnTo>
                  <a:close/>
                </a:path>
                <a:path w="8208009" h="504825">
                  <a:moveTo>
                    <a:pt x="3686733" y="397954"/>
                  </a:moveTo>
                  <a:lnTo>
                    <a:pt x="3681031" y="351320"/>
                  </a:lnTo>
                  <a:lnTo>
                    <a:pt x="3665270" y="318071"/>
                  </a:lnTo>
                  <a:lnTo>
                    <a:pt x="3661791" y="315150"/>
                  </a:lnTo>
                  <a:lnTo>
                    <a:pt x="3661079" y="314566"/>
                  </a:lnTo>
                  <a:lnTo>
                    <a:pt x="3661079" y="397954"/>
                  </a:lnTo>
                  <a:lnTo>
                    <a:pt x="3657244" y="434251"/>
                  </a:lnTo>
                  <a:lnTo>
                    <a:pt x="3646728" y="460121"/>
                  </a:lnTo>
                  <a:lnTo>
                    <a:pt x="3631082" y="475602"/>
                  </a:lnTo>
                  <a:lnTo>
                    <a:pt x="3611803" y="480758"/>
                  </a:lnTo>
                  <a:lnTo>
                    <a:pt x="3592385" y="475602"/>
                  </a:lnTo>
                  <a:lnTo>
                    <a:pt x="3576663" y="460121"/>
                  </a:lnTo>
                  <a:lnTo>
                    <a:pt x="3566122" y="434251"/>
                  </a:lnTo>
                  <a:lnTo>
                    <a:pt x="3562273" y="397954"/>
                  </a:lnTo>
                  <a:lnTo>
                    <a:pt x="3566122" y="361759"/>
                  </a:lnTo>
                  <a:lnTo>
                    <a:pt x="3576663" y="335889"/>
                  </a:lnTo>
                  <a:lnTo>
                    <a:pt x="3592385" y="320344"/>
                  </a:lnTo>
                  <a:lnTo>
                    <a:pt x="3611803" y="315150"/>
                  </a:lnTo>
                  <a:lnTo>
                    <a:pt x="3631082" y="320344"/>
                  </a:lnTo>
                  <a:lnTo>
                    <a:pt x="3646728" y="335889"/>
                  </a:lnTo>
                  <a:lnTo>
                    <a:pt x="3657244" y="361759"/>
                  </a:lnTo>
                  <a:lnTo>
                    <a:pt x="3661079" y="397954"/>
                  </a:lnTo>
                  <a:lnTo>
                    <a:pt x="3661079" y="314566"/>
                  </a:lnTo>
                  <a:lnTo>
                    <a:pt x="3641521" y="298157"/>
                  </a:lnTo>
                  <a:lnTo>
                    <a:pt x="3611803" y="291528"/>
                  </a:lnTo>
                  <a:lnTo>
                    <a:pt x="3581946" y="298157"/>
                  </a:lnTo>
                  <a:lnTo>
                    <a:pt x="3558121" y="318071"/>
                  </a:lnTo>
                  <a:lnTo>
                    <a:pt x="3542334" y="351320"/>
                  </a:lnTo>
                  <a:lnTo>
                    <a:pt x="3536632" y="397954"/>
                  </a:lnTo>
                  <a:lnTo>
                    <a:pt x="3542334" y="444588"/>
                  </a:lnTo>
                  <a:lnTo>
                    <a:pt x="3558121" y="477837"/>
                  </a:lnTo>
                  <a:lnTo>
                    <a:pt x="3581946" y="497751"/>
                  </a:lnTo>
                  <a:lnTo>
                    <a:pt x="3611803" y="504380"/>
                  </a:lnTo>
                  <a:lnTo>
                    <a:pt x="3641521" y="497751"/>
                  </a:lnTo>
                  <a:lnTo>
                    <a:pt x="3661791" y="480758"/>
                  </a:lnTo>
                  <a:lnTo>
                    <a:pt x="3665270" y="477837"/>
                  </a:lnTo>
                  <a:lnTo>
                    <a:pt x="3681031" y="444588"/>
                  </a:lnTo>
                  <a:lnTo>
                    <a:pt x="3686733" y="397954"/>
                  </a:lnTo>
                  <a:close/>
                </a:path>
                <a:path w="8208009" h="504825">
                  <a:moveTo>
                    <a:pt x="3840911" y="476694"/>
                  </a:moveTo>
                  <a:lnTo>
                    <a:pt x="3737787" y="476694"/>
                  </a:lnTo>
                  <a:lnTo>
                    <a:pt x="3791127" y="424370"/>
                  </a:lnTo>
                  <a:lnTo>
                    <a:pt x="3810698" y="403072"/>
                  </a:lnTo>
                  <a:lnTo>
                    <a:pt x="3824020" y="385038"/>
                  </a:lnTo>
                  <a:lnTo>
                    <a:pt x="3831628" y="368757"/>
                  </a:lnTo>
                  <a:lnTo>
                    <a:pt x="3834053" y="352742"/>
                  </a:lnTo>
                  <a:lnTo>
                    <a:pt x="3829202" y="327748"/>
                  </a:lnTo>
                  <a:lnTo>
                    <a:pt x="3815473" y="308419"/>
                  </a:lnTo>
                  <a:lnTo>
                    <a:pt x="3794087" y="295948"/>
                  </a:lnTo>
                  <a:lnTo>
                    <a:pt x="3766235" y="291528"/>
                  </a:lnTo>
                  <a:lnTo>
                    <a:pt x="3737546" y="296824"/>
                  </a:lnTo>
                  <a:lnTo>
                    <a:pt x="3715791" y="311251"/>
                  </a:lnTo>
                  <a:lnTo>
                    <a:pt x="3701973" y="332574"/>
                  </a:lnTo>
                  <a:lnTo>
                    <a:pt x="3697147" y="358584"/>
                  </a:lnTo>
                  <a:lnTo>
                    <a:pt x="3723817" y="358584"/>
                  </a:lnTo>
                  <a:lnTo>
                    <a:pt x="3726548" y="342265"/>
                  </a:lnTo>
                  <a:lnTo>
                    <a:pt x="3734612" y="328396"/>
                  </a:lnTo>
                  <a:lnTo>
                    <a:pt x="3747820" y="318757"/>
                  </a:lnTo>
                  <a:lnTo>
                    <a:pt x="3765981" y="315150"/>
                  </a:lnTo>
                  <a:lnTo>
                    <a:pt x="3783203" y="317703"/>
                  </a:lnTo>
                  <a:lnTo>
                    <a:pt x="3796334" y="325120"/>
                  </a:lnTo>
                  <a:lnTo>
                    <a:pt x="3804704" y="337007"/>
                  </a:lnTo>
                  <a:lnTo>
                    <a:pt x="3807637" y="352996"/>
                  </a:lnTo>
                  <a:lnTo>
                    <a:pt x="3805644" y="364350"/>
                  </a:lnTo>
                  <a:lnTo>
                    <a:pt x="3799319" y="377190"/>
                  </a:lnTo>
                  <a:lnTo>
                    <a:pt x="3788130" y="392214"/>
                  </a:lnTo>
                  <a:lnTo>
                    <a:pt x="3771569" y="410146"/>
                  </a:lnTo>
                  <a:lnTo>
                    <a:pt x="3699433" y="482536"/>
                  </a:lnTo>
                  <a:lnTo>
                    <a:pt x="3699433" y="499808"/>
                  </a:lnTo>
                  <a:lnTo>
                    <a:pt x="3840911" y="499808"/>
                  </a:lnTo>
                  <a:lnTo>
                    <a:pt x="3840911" y="476694"/>
                  </a:lnTo>
                  <a:close/>
                </a:path>
                <a:path w="8208009" h="504825">
                  <a:moveTo>
                    <a:pt x="4001884" y="62992"/>
                  </a:moveTo>
                  <a:lnTo>
                    <a:pt x="3994975" y="38735"/>
                  </a:lnTo>
                  <a:lnTo>
                    <a:pt x="3983494" y="28194"/>
                  </a:lnTo>
                  <a:lnTo>
                    <a:pt x="3975722" y="21082"/>
                  </a:lnTo>
                  <a:lnTo>
                    <a:pt x="3975722" y="62992"/>
                  </a:lnTo>
                  <a:lnTo>
                    <a:pt x="3970515" y="77825"/>
                  </a:lnTo>
                  <a:lnTo>
                    <a:pt x="3955973" y="88646"/>
                  </a:lnTo>
                  <a:lnTo>
                    <a:pt x="3933723" y="95288"/>
                  </a:lnTo>
                  <a:lnTo>
                    <a:pt x="3905364" y="97536"/>
                  </a:lnTo>
                  <a:lnTo>
                    <a:pt x="3877018" y="95288"/>
                  </a:lnTo>
                  <a:lnTo>
                    <a:pt x="3854754" y="88646"/>
                  </a:lnTo>
                  <a:lnTo>
                    <a:pt x="3840213" y="77825"/>
                  </a:lnTo>
                  <a:lnTo>
                    <a:pt x="3835006" y="62992"/>
                  </a:lnTo>
                  <a:lnTo>
                    <a:pt x="3840213" y="48018"/>
                  </a:lnTo>
                  <a:lnTo>
                    <a:pt x="3854754" y="37122"/>
                  </a:lnTo>
                  <a:lnTo>
                    <a:pt x="3877018" y="30454"/>
                  </a:lnTo>
                  <a:lnTo>
                    <a:pt x="3905364" y="28194"/>
                  </a:lnTo>
                  <a:lnTo>
                    <a:pt x="3933723" y="30454"/>
                  </a:lnTo>
                  <a:lnTo>
                    <a:pt x="3955973" y="37122"/>
                  </a:lnTo>
                  <a:lnTo>
                    <a:pt x="3970515" y="48018"/>
                  </a:lnTo>
                  <a:lnTo>
                    <a:pt x="3975722" y="62992"/>
                  </a:lnTo>
                  <a:lnTo>
                    <a:pt x="3975722" y="21082"/>
                  </a:lnTo>
                  <a:lnTo>
                    <a:pt x="3975430" y="20802"/>
                  </a:lnTo>
                  <a:lnTo>
                    <a:pt x="3944988" y="9664"/>
                  </a:lnTo>
                  <a:lnTo>
                    <a:pt x="3905364" y="5842"/>
                  </a:lnTo>
                  <a:lnTo>
                    <a:pt x="3865740" y="9664"/>
                  </a:lnTo>
                  <a:lnTo>
                    <a:pt x="3835298" y="20802"/>
                  </a:lnTo>
                  <a:lnTo>
                    <a:pt x="3815753" y="38735"/>
                  </a:lnTo>
                  <a:lnTo>
                    <a:pt x="3808844" y="62992"/>
                  </a:lnTo>
                  <a:lnTo>
                    <a:pt x="3815753" y="87249"/>
                  </a:lnTo>
                  <a:lnTo>
                    <a:pt x="3835298" y="105194"/>
                  </a:lnTo>
                  <a:lnTo>
                    <a:pt x="3865740" y="116319"/>
                  </a:lnTo>
                  <a:lnTo>
                    <a:pt x="3905364" y="120142"/>
                  </a:lnTo>
                  <a:lnTo>
                    <a:pt x="3944988" y="116319"/>
                  </a:lnTo>
                  <a:lnTo>
                    <a:pt x="3975430" y="105194"/>
                  </a:lnTo>
                  <a:lnTo>
                    <a:pt x="3983774" y="97536"/>
                  </a:lnTo>
                  <a:lnTo>
                    <a:pt x="3994975" y="87249"/>
                  </a:lnTo>
                  <a:lnTo>
                    <a:pt x="4001884" y="62992"/>
                  </a:lnTo>
                  <a:close/>
                </a:path>
                <a:path w="8208009" h="504825">
                  <a:moveTo>
                    <a:pt x="4003979" y="397954"/>
                  </a:moveTo>
                  <a:lnTo>
                    <a:pt x="3998264" y="351320"/>
                  </a:lnTo>
                  <a:lnTo>
                    <a:pt x="3982516" y="318071"/>
                  </a:lnTo>
                  <a:lnTo>
                    <a:pt x="3979024" y="315150"/>
                  </a:lnTo>
                  <a:lnTo>
                    <a:pt x="3978325" y="314566"/>
                  </a:lnTo>
                  <a:lnTo>
                    <a:pt x="3978325" y="397954"/>
                  </a:lnTo>
                  <a:lnTo>
                    <a:pt x="3974477" y="434251"/>
                  </a:lnTo>
                  <a:lnTo>
                    <a:pt x="3963974" y="460121"/>
                  </a:lnTo>
                  <a:lnTo>
                    <a:pt x="3948315" y="475602"/>
                  </a:lnTo>
                  <a:lnTo>
                    <a:pt x="3929049" y="480758"/>
                  </a:lnTo>
                  <a:lnTo>
                    <a:pt x="3909631" y="475602"/>
                  </a:lnTo>
                  <a:lnTo>
                    <a:pt x="3893896" y="460121"/>
                  </a:lnTo>
                  <a:lnTo>
                    <a:pt x="3883368" y="434251"/>
                  </a:lnTo>
                  <a:lnTo>
                    <a:pt x="3879519" y="397954"/>
                  </a:lnTo>
                  <a:lnTo>
                    <a:pt x="3883368" y="361759"/>
                  </a:lnTo>
                  <a:lnTo>
                    <a:pt x="3909631" y="320344"/>
                  </a:lnTo>
                  <a:lnTo>
                    <a:pt x="3948315" y="320344"/>
                  </a:lnTo>
                  <a:lnTo>
                    <a:pt x="3974477" y="361759"/>
                  </a:lnTo>
                  <a:lnTo>
                    <a:pt x="3978325" y="397954"/>
                  </a:lnTo>
                  <a:lnTo>
                    <a:pt x="3978325" y="314566"/>
                  </a:lnTo>
                  <a:lnTo>
                    <a:pt x="3958755" y="298157"/>
                  </a:lnTo>
                  <a:lnTo>
                    <a:pt x="3929049" y="291528"/>
                  </a:lnTo>
                  <a:lnTo>
                    <a:pt x="3899192" y="298157"/>
                  </a:lnTo>
                  <a:lnTo>
                    <a:pt x="3875354" y="318071"/>
                  </a:lnTo>
                  <a:lnTo>
                    <a:pt x="3859580" y="351320"/>
                  </a:lnTo>
                  <a:lnTo>
                    <a:pt x="3853865" y="397954"/>
                  </a:lnTo>
                  <a:lnTo>
                    <a:pt x="3859580" y="444588"/>
                  </a:lnTo>
                  <a:lnTo>
                    <a:pt x="3875354" y="477837"/>
                  </a:lnTo>
                  <a:lnTo>
                    <a:pt x="3899192" y="497751"/>
                  </a:lnTo>
                  <a:lnTo>
                    <a:pt x="3929049" y="504380"/>
                  </a:lnTo>
                  <a:lnTo>
                    <a:pt x="3958755" y="497751"/>
                  </a:lnTo>
                  <a:lnTo>
                    <a:pt x="3979024" y="480758"/>
                  </a:lnTo>
                  <a:lnTo>
                    <a:pt x="3982516" y="477837"/>
                  </a:lnTo>
                  <a:lnTo>
                    <a:pt x="3998264" y="444588"/>
                  </a:lnTo>
                  <a:lnTo>
                    <a:pt x="4003979" y="397954"/>
                  </a:lnTo>
                  <a:close/>
                </a:path>
                <a:path w="8208009" h="504825">
                  <a:moveTo>
                    <a:pt x="4013822" y="140716"/>
                  </a:moveTo>
                  <a:lnTo>
                    <a:pt x="3797160" y="140716"/>
                  </a:lnTo>
                  <a:lnTo>
                    <a:pt x="3797160" y="164338"/>
                  </a:lnTo>
                  <a:lnTo>
                    <a:pt x="3850500" y="164338"/>
                  </a:lnTo>
                  <a:lnTo>
                    <a:pt x="3850500" y="225806"/>
                  </a:lnTo>
                  <a:lnTo>
                    <a:pt x="3875392" y="225806"/>
                  </a:lnTo>
                  <a:lnTo>
                    <a:pt x="3875392" y="164338"/>
                  </a:lnTo>
                  <a:lnTo>
                    <a:pt x="3935336" y="164338"/>
                  </a:lnTo>
                  <a:lnTo>
                    <a:pt x="3935336" y="225806"/>
                  </a:lnTo>
                  <a:lnTo>
                    <a:pt x="3960228" y="225806"/>
                  </a:lnTo>
                  <a:lnTo>
                    <a:pt x="3960228" y="164338"/>
                  </a:lnTo>
                  <a:lnTo>
                    <a:pt x="4013822" y="164338"/>
                  </a:lnTo>
                  <a:lnTo>
                    <a:pt x="4013822" y="140716"/>
                  </a:lnTo>
                  <a:close/>
                </a:path>
                <a:path w="8208009" h="504825">
                  <a:moveTo>
                    <a:pt x="4084485" y="295910"/>
                  </a:moveTo>
                  <a:lnTo>
                    <a:pt x="4015663" y="295910"/>
                  </a:lnTo>
                  <a:lnTo>
                    <a:pt x="4015663" y="320040"/>
                  </a:lnTo>
                  <a:lnTo>
                    <a:pt x="4057815" y="320040"/>
                  </a:lnTo>
                  <a:lnTo>
                    <a:pt x="4057815" y="500380"/>
                  </a:lnTo>
                  <a:lnTo>
                    <a:pt x="4084485" y="500380"/>
                  </a:lnTo>
                  <a:lnTo>
                    <a:pt x="4084485" y="320040"/>
                  </a:lnTo>
                  <a:lnTo>
                    <a:pt x="4084485" y="295910"/>
                  </a:lnTo>
                  <a:close/>
                </a:path>
                <a:path w="8208009" h="504825">
                  <a:moveTo>
                    <a:pt x="4239869" y="97536"/>
                  </a:moveTo>
                  <a:lnTo>
                    <a:pt x="4181716" y="65278"/>
                  </a:lnTo>
                  <a:lnTo>
                    <a:pt x="4146918" y="45974"/>
                  </a:lnTo>
                  <a:lnTo>
                    <a:pt x="4151185" y="36601"/>
                  </a:lnTo>
                  <a:lnTo>
                    <a:pt x="4154855" y="26835"/>
                  </a:lnTo>
                  <a:lnTo>
                    <a:pt x="4157840" y="16725"/>
                  </a:lnTo>
                  <a:lnTo>
                    <a:pt x="4160126" y="6350"/>
                  </a:lnTo>
                  <a:lnTo>
                    <a:pt x="4134218" y="2286"/>
                  </a:lnTo>
                  <a:lnTo>
                    <a:pt x="4121150" y="38455"/>
                  </a:lnTo>
                  <a:lnTo>
                    <a:pt x="4098048" y="67983"/>
                  </a:lnTo>
                  <a:lnTo>
                    <a:pt x="4067962" y="87833"/>
                  </a:lnTo>
                  <a:lnTo>
                    <a:pt x="4033888" y="94996"/>
                  </a:lnTo>
                  <a:lnTo>
                    <a:pt x="4033888" y="118872"/>
                  </a:lnTo>
                  <a:lnTo>
                    <a:pt x="4062958" y="114998"/>
                  </a:lnTo>
                  <a:lnTo>
                    <a:pt x="4090111" y="104267"/>
                  </a:lnTo>
                  <a:lnTo>
                    <a:pt x="4114355" y="87439"/>
                  </a:lnTo>
                  <a:lnTo>
                    <a:pt x="4134726" y="65278"/>
                  </a:lnTo>
                  <a:lnTo>
                    <a:pt x="4228185" y="118618"/>
                  </a:lnTo>
                  <a:lnTo>
                    <a:pt x="4239869" y="97536"/>
                  </a:lnTo>
                  <a:close/>
                </a:path>
                <a:path w="8208009" h="504825">
                  <a:moveTo>
                    <a:pt x="4245457" y="141732"/>
                  </a:moveTo>
                  <a:lnTo>
                    <a:pt x="4028808" y="141732"/>
                  </a:lnTo>
                  <a:lnTo>
                    <a:pt x="4028808" y="165100"/>
                  </a:lnTo>
                  <a:lnTo>
                    <a:pt x="4124058" y="165100"/>
                  </a:lnTo>
                  <a:lnTo>
                    <a:pt x="4124058" y="225806"/>
                  </a:lnTo>
                  <a:lnTo>
                    <a:pt x="4149712" y="225806"/>
                  </a:lnTo>
                  <a:lnTo>
                    <a:pt x="4149712" y="165100"/>
                  </a:lnTo>
                  <a:lnTo>
                    <a:pt x="4245457" y="165100"/>
                  </a:lnTo>
                  <a:lnTo>
                    <a:pt x="4245457" y="141732"/>
                  </a:lnTo>
                  <a:close/>
                </a:path>
                <a:path w="8208009" h="504825">
                  <a:moveTo>
                    <a:pt x="4261015" y="434784"/>
                  </a:moveTo>
                  <a:lnTo>
                    <a:pt x="4255973" y="406958"/>
                  </a:lnTo>
                  <a:lnTo>
                    <a:pt x="4241965" y="385381"/>
                  </a:lnTo>
                  <a:lnTo>
                    <a:pt x="4220730" y="371424"/>
                  </a:lnTo>
                  <a:lnTo>
                    <a:pt x="4193959" y="366458"/>
                  </a:lnTo>
                  <a:lnTo>
                    <a:pt x="4177995" y="368198"/>
                  </a:lnTo>
                  <a:lnTo>
                    <a:pt x="4165066" y="372719"/>
                  </a:lnTo>
                  <a:lnTo>
                    <a:pt x="4155097" y="378993"/>
                  </a:lnTo>
                  <a:lnTo>
                    <a:pt x="4147985" y="386016"/>
                  </a:lnTo>
                  <a:lnTo>
                    <a:pt x="4151541" y="319468"/>
                  </a:lnTo>
                  <a:lnTo>
                    <a:pt x="4250601" y="319468"/>
                  </a:lnTo>
                  <a:lnTo>
                    <a:pt x="4250601" y="296354"/>
                  </a:lnTo>
                  <a:lnTo>
                    <a:pt x="4127157" y="296354"/>
                  </a:lnTo>
                  <a:lnTo>
                    <a:pt x="4121315" y="413448"/>
                  </a:lnTo>
                  <a:lnTo>
                    <a:pt x="4147477" y="413448"/>
                  </a:lnTo>
                  <a:lnTo>
                    <a:pt x="4153814" y="404317"/>
                  </a:lnTo>
                  <a:lnTo>
                    <a:pt x="4162755" y="396621"/>
                  </a:lnTo>
                  <a:lnTo>
                    <a:pt x="4174591" y="391299"/>
                  </a:lnTo>
                  <a:lnTo>
                    <a:pt x="4189641" y="389318"/>
                  </a:lnTo>
                  <a:lnTo>
                    <a:pt x="4208068" y="392747"/>
                  </a:lnTo>
                  <a:lnTo>
                    <a:pt x="4222343" y="402247"/>
                  </a:lnTo>
                  <a:lnTo>
                    <a:pt x="4231576" y="416648"/>
                  </a:lnTo>
                  <a:lnTo>
                    <a:pt x="4234853" y="434784"/>
                  </a:lnTo>
                  <a:lnTo>
                    <a:pt x="4231678" y="453301"/>
                  </a:lnTo>
                  <a:lnTo>
                    <a:pt x="4222572" y="468020"/>
                  </a:lnTo>
                  <a:lnTo>
                    <a:pt x="4208170" y="477748"/>
                  </a:lnTo>
                  <a:lnTo>
                    <a:pt x="4189133" y="481266"/>
                  </a:lnTo>
                  <a:lnTo>
                    <a:pt x="4170032" y="478269"/>
                  </a:lnTo>
                  <a:lnTo>
                    <a:pt x="4155922" y="470027"/>
                  </a:lnTo>
                  <a:lnTo>
                    <a:pt x="4147058" y="457695"/>
                  </a:lnTo>
                  <a:lnTo>
                    <a:pt x="4143667" y="442404"/>
                  </a:lnTo>
                  <a:lnTo>
                    <a:pt x="4117251" y="442404"/>
                  </a:lnTo>
                  <a:lnTo>
                    <a:pt x="4122953" y="466979"/>
                  </a:lnTo>
                  <a:lnTo>
                    <a:pt x="4137291" y="486625"/>
                  </a:lnTo>
                  <a:lnTo>
                    <a:pt x="4159580" y="499656"/>
                  </a:lnTo>
                  <a:lnTo>
                    <a:pt x="4189133" y="504380"/>
                  </a:lnTo>
                  <a:lnTo>
                    <a:pt x="4218368" y="499186"/>
                  </a:lnTo>
                  <a:lnTo>
                    <a:pt x="4241076" y="484720"/>
                  </a:lnTo>
                  <a:lnTo>
                    <a:pt x="4255782" y="462699"/>
                  </a:lnTo>
                  <a:lnTo>
                    <a:pt x="4261015" y="434784"/>
                  </a:lnTo>
                  <a:close/>
                </a:path>
                <a:path w="8208009" h="504825">
                  <a:moveTo>
                    <a:pt x="4396587" y="102108"/>
                  </a:moveTo>
                  <a:lnTo>
                    <a:pt x="4391787" y="83350"/>
                  </a:lnTo>
                  <a:lnTo>
                    <a:pt x="4386148" y="77470"/>
                  </a:lnTo>
                  <a:lnTo>
                    <a:pt x="4378553" y="69570"/>
                  </a:lnTo>
                  <a:lnTo>
                    <a:pt x="4372457" y="66979"/>
                  </a:lnTo>
                  <a:lnTo>
                    <a:pt x="4372457" y="102108"/>
                  </a:lnTo>
                  <a:lnTo>
                    <a:pt x="4369816" y="112001"/>
                  </a:lnTo>
                  <a:lnTo>
                    <a:pt x="4362208" y="119888"/>
                  </a:lnTo>
                  <a:lnTo>
                    <a:pt x="4350067" y="125107"/>
                  </a:lnTo>
                  <a:lnTo>
                    <a:pt x="4333849" y="127000"/>
                  </a:lnTo>
                  <a:lnTo>
                    <a:pt x="4317492" y="125107"/>
                  </a:lnTo>
                  <a:lnTo>
                    <a:pt x="4305274" y="119888"/>
                  </a:lnTo>
                  <a:lnTo>
                    <a:pt x="4297629" y="112001"/>
                  </a:lnTo>
                  <a:lnTo>
                    <a:pt x="4294987" y="102108"/>
                  </a:lnTo>
                  <a:lnTo>
                    <a:pt x="4297629" y="92367"/>
                  </a:lnTo>
                  <a:lnTo>
                    <a:pt x="4305274" y="84556"/>
                  </a:lnTo>
                  <a:lnTo>
                    <a:pt x="4317492" y="79362"/>
                  </a:lnTo>
                  <a:lnTo>
                    <a:pt x="4333849" y="77470"/>
                  </a:lnTo>
                  <a:lnTo>
                    <a:pt x="4350067" y="79362"/>
                  </a:lnTo>
                  <a:lnTo>
                    <a:pt x="4362208" y="84556"/>
                  </a:lnTo>
                  <a:lnTo>
                    <a:pt x="4369816" y="92367"/>
                  </a:lnTo>
                  <a:lnTo>
                    <a:pt x="4372457" y="102108"/>
                  </a:lnTo>
                  <a:lnTo>
                    <a:pt x="4372457" y="66979"/>
                  </a:lnTo>
                  <a:lnTo>
                    <a:pt x="4358652" y="61074"/>
                  </a:lnTo>
                  <a:lnTo>
                    <a:pt x="4333849" y="58166"/>
                  </a:lnTo>
                  <a:lnTo>
                    <a:pt x="4309008" y="61074"/>
                  </a:lnTo>
                  <a:lnTo>
                    <a:pt x="4289018" y="69570"/>
                  </a:lnTo>
                  <a:lnTo>
                    <a:pt x="4275709" y="83350"/>
                  </a:lnTo>
                  <a:lnTo>
                    <a:pt x="4270857" y="102108"/>
                  </a:lnTo>
                  <a:lnTo>
                    <a:pt x="4275709" y="120980"/>
                  </a:lnTo>
                  <a:lnTo>
                    <a:pt x="4289018" y="134747"/>
                  </a:lnTo>
                  <a:lnTo>
                    <a:pt x="4309008" y="143179"/>
                  </a:lnTo>
                  <a:lnTo>
                    <a:pt x="4333849" y="146050"/>
                  </a:lnTo>
                  <a:lnTo>
                    <a:pt x="4358652" y="143179"/>
                  </a:lnTo>
                  <a:lnTo>
                    <a:pt x="4378553" y="134747"/>
                  </a:lnTo>
                  <a:lnTo>
                    <a:pt x="4385996" y="127000"/>
                  </a:lnTo>
                  <a:lnTo>
                    <a:pt x="4391787" y="120980"/>
                  </a:lnTo>
                  <a:lnTo>
                    <a:pt x="4396587" y="102108"/>
                  </a:lnTo>
                  <a:close/>
                </a:path>
                <a:path w="8208009" h="504825">
                  <a:moveTo>
                    <a:pt x="4400905" y="25146"/>
                  </a:moveTo>
                  <a:lnTo>
                    <a:pt x="4346549" y="25146"/>
                  </a:lnTo>
                  <a:lnTo>
                    <a:pt x="4346549" y="0"/>
                  </a:lnTo>
                  <a:lnTo>
                    <a:pt x="4321149" y="0"/>
                  </a:lnTo>
                  <a:lnTo>
                    <a:pt x="4321149" y="25146"/>
                  </a:lnTo>
                  <a:lnTo>
                    <a:pt x="4260951" y="25146"/>
                  </a:lnTo>
                  <a:lnTo>
                    <a:pt x="4260951" y="45212"/>
                  </a:lnTo>
                  <a:lnTo>
                    <a:pt x="4400905" y="45212"/>
                  </a:lnTo>
                  <a:lnTo>
                    <a:pt x="4400905" y="25146"/>
                  </a:lnTo>
                  <a:close/>
                </a:path>
                <a:path w="8208009" h="504825">
                  <a:moveTo>
                    <a:pt x="4419257" y="434784"/>
                  </a:moveTo>
                  <a:lnTo>
                    <a:pt x="4413631" y="406603"/>
                  </a:lnTo>
                  <a:lnTo>
                    <a:pt x="4400842" y="388556"/>
                  </a:lnTo>
                  <a:lnTo>
                    <a:pt x="4398302" y="384975"/>
                  </a:lnTo>
                  <a:lnTo>
                    <a:pt x="4393095" y="381812"/>
                  </a:lnTo>
                  <a:lnTo>
                    <a:pt x="4393095" y="435038"/>
                  </a:lnTo>
                  <a:lnTo>
                    <a:pt x="4389780" y="453186"/>
                  </a:lnTo>
                  <a:lnTo>
                    <a:pt x="4380293" y="467868"/>
                  </a:lnTo>
                  <a:lnTo>
                    <a:pt x="4365345" y="477685"/>
                  </a:lnTo>
                  <a:lnTo>
                    <a:pt x="4345597" y="481266"/>
                  </a:lnTo>
                  <a:lnTo>
                    <a:pt x="4325709" y="477685"/>
                  </a:lnTo>
                  <a:lnTo>
                    <a:pt x="4310672" y="467868"/>
                  </a:lnTo>
                  <a:lnTo>
                    <a:pt x="4301160" y="453186"/>
                  </a:lnTo>
                  <a:lnTo>
                    <a:pt x="4297845" y="435038"/>
                  </a:lnTo>
                  <a:lnTo>
                    <a:pt x="4297896" y="434784"/>
                  </a:lnTo>
                  <a:lnTo>
                    <a:pt x="4300601" y="419912"/>
                  </a:lnTo>
                  <a:lnTo>
                    <a:pt x="4301236" y="416737"/>
                  </a:lnTo>
                  <a:lnTo>
                    <a:pt x="4308094" y="406082"/>
                  </a:lnTo>
                  <a:lnTo>
                    <a:pt x="4310812" y="401993"/>
                  </a:lnTo>
                  <a:lnTo>
                    <a:pt x="4325759" y="392137"/>
                  </a:lnTo>
                  <a:lnTo>
                    <a:pt x="4325899" y="392137"/>
                  </a:lnTo>
                  <a:lnTo>
                    <a:pt x="4345597" y="388556"/>
                  </a:lnTo>
                  <a:lnTo>
                    <a:pt x="4365345" y="392137"/>
                  </a:lnTo>
                  <a:lnTo>
                    <a:pt x="4380293" y="401993"/>
                  </a:lnTo>
                  <a:lnTo>
                    <a:pt x="4389780" y="416737"/>
                  </a:lnTo>
                  <a:lnTo>
                    <a:pt x="4393095" y="435038"/>
                  </a:lnTo>
                  <a:lnTo>
                    <a:pt x="4393095" y="381812"/>
                  </a:lnTo>
                  <a:lnTo>
                    <a:pt x="4375429" y="371030"/>
                  </a:lnTo>
                  <a:lnTo>
                    <a:pt x="4375150" y="371030"/>
                  </a:lnTo>
                  <a:lnTo>
                    <a:pt x="4347629" y="366204"/>
                  </a:lnTo>
                  <a:lnTo>
                    <a:pt x="4338739" y="366204"/>
                  </a:lnTo>
                  <a:lnTo>
                    <a:pt x="4330611" y="368744"/>
                  </a:lnTo>
                  <a:lnTo>
                    <a:pt x="4325785" y="371030"/>
                  </a:lnTo>
                  <a:lnTo>
                    <a:pt x="4377093" y="296354"/>
                  </a:lnTo>
                  <a:lnTo>
                    <a:pt x="4346613" y="296354"/>
                  </a:lnTo>
                  <a:lnTo>
                    <a:pt x="4291495" y="378904"/>
                  </a:lnTo>
                  <a:lnTo>
                    <a:pt x="4283037" y="392633"/>
                  </a:lnTo>
                  <a:lnTo>
                    <a:pt x="4276826" y="406082"/>
                  </a:lnTo>
                  <a:lnTo>
                    <a:pt x="4272991" y="419912"/>
                  </a:lnTo>
                  <a:lnTo>
                    <a:pt x="4271683" y="434784"/>
                  </a:lnTo>
                  <a:lnTo>
                    <a:pt x="4271734" y="435038"/>
                  </a:lnTo>
                  <a:lnTo>
                    <a:pt x="4277449" y="463550"/>
                  </a:lnTo>
                  <a:lnTo>
                    <a:pt x="4293209" y="485482"/>
                  </a:lnTo>
                  <a:lnTo>
                    <a:pt x="4316692" y="499465"/>
                  </a:lnTo>
                  <a:lnTo>
                    <a:pt x="4345597" y="504380"/>
                  </a:lnTo>
                  <a:lnTo>
                    <a:pt x="4374362" y="499465"/>
                  </a:lnTo>
                  <a:lnTo>
                    <a:pt x="4397756" y="485482"/>
                  </a:lnTo>
                  <a:lnTo>
                    <a:pt x="4400791" y="481266"/>
                  </a:lnTo>
                  <a:lnTo>
                    <a:pt x="4413491" y="463550"/>
                  </a:lnTo>
                  <a:lnTo>
                    <a:pt x="4419257" y="434784"/>
                  </a:lnTo>
                  <a:close/>
                </a:path>
                <a:path w="8208009" h="504825">
                  <a:moveTo>
                    <a:pt x="4464659" y="3810"/>
                  </a:moveTo>
                  <a:lnTo>
                    <a:pt x="4439767" y="3810"/>
                  </a:lnTo>
                  <a:lnTo>
                    <a:pt x="4439767" y="52832"/>
                  </a:lnTo>
                  <a:lnTo>
                    <a:pt x="4407001" y="52832"/>
                  </a:lnTo>
                  <a:lnTo>
                    <a:pt x="4407001" y="74168"/>
                  </a:lnTo>
                  <a:lnTo>
                    <a:pt x="4439767" y="74168"/>
                  </a:lnTo>
                  <a:lnTo>
                    <a:pt x="4439767" y="103632"/>
                  </a:lnTo>
                  <a:lnTo>
                    <a:pt x="4407001" y="103632"/>
                  </a:lnTo>
                  <a:lnTo>
                    <a:pt x="4407001" y="124968"/>
                  </a:lnTo>
                  <a:lnTo>
                    <a:pt x="4439767" y="124968"/>
                  </a:lnTo>
                  <a:lnTo>
                    <a:pt x="4439767" y="166116"/>
                  </a:lnTo>
                  <a:lnTo>
                    <a:pt x="4464659" y="166116"/>
                  </a:lnTo>
                  <a:lnTo>
                    <a:pt x="4464659" y="3810"/>
                  </a:lnTo>
                  <a:close/>
                </a:path>
                <a:path w="8208009" h="504825">
                  <a:moveTo>
                    <a:pt x="4469739" y="195580"/>
                  </a:moveTo>
                  <a:lnTo>
                    <a:pt x="4305401" y="195580"/>
                  </a:lnTo>
                  <a:lnTo>
                    <a:pt x="4305401" y="156210"/>
                  </a:lnTo>
                  <a:lnTo>
                    <a:pt x="4280001" y="156210"/>
                  </a:lnTo>
                  <a:lnTo>
                    <a:pt x="4280001" y="217932"/>
                  </a:lnTo>
                  <a:lnTo>
                    <a:pt x="4469739" y="217932"/>
                  </a:lnTo>
                  <a:lnTo>
                    <a:pt x="4469739" y="195580"/>
                  </a:lnTo>
                  <a:close/>
                </a:path>
                <a:path w="8208009" h="504825">
                  <a:moveTo>
                    <a:pt x="4577232" y="397954"/>
                  </a:moveTo>
                  <a:lnTo>
                    <a:pt x="4571530" y="351320"/>
                  </a:lnTo>
                  <a:lnTo>
                    <a:pt x="4555769" y="318071"/>
                  </a:lnTo>
                  <a:lnTo>
                    <a:pt x="4552289" y="315150"/>
                  </a:lnTo>
                  <a:lnTo>
                    <a:pt x="4551591" y="314566"/>
                  </a:lnTo>
                  <a:lnTo>
                    <a:pt x="4551591" y="397954"/>
                  </a:lnTo>
                  <a:lnTo>
                    <a:pt x="4547743" y="434251"/>
                  </a:lnTo>
                  <a:lnTo>
                    <a:pt x="4537240" y="460121"/>
                  </a:lnTo>
                  <a:lnTo>
                    <a:pt x="4521581" y="475602"/>
                  </a:lnTo>
                  <a:lnTo>
                    <a:pt x="4502315" y="480758"/>
                  </a:lnTo>
                  <a:lnTo>
                    <a:pt x="4482897" y="475602"/>
                  </a:lnTo>
                  <a:lnTo>
                    <a:pt x="4467161" y="460121"/>
                  </a:lnTo>
                  <a:lnTo>
                    <a:pt x="4456633" y="434251"/>
                  </a:lnTo>
                  <a:lnTo>
                    <a:pt x="4452785" y="397954"/>
                  </a:lnTo>
                  <a:lnTo>
                    <a:pt x="4456633" y="361759"/>
                  </a:lnTo>
                  <a:lnTo>
                    <a:pt x="4467161" y="335889"/>
                  </a:lnTo>
                  <a:lnTo>
                    <a:pt x="4482897" y="320344"/>
                  </a:lnTo>
                  <a:lnTo>
                    <a:pt x="4502315" y="315150"/>
                  </a:lnTo>
                  <a:lnTo>
                    <a:pt x="4521581" y="320344"/>
                  </a:lnTo>
                  <a:lnTo>
                    <a:pt x="4537240" y="335889"/>
                  </a:lnTo>
                  <a:lnTo>
                    <a:pt x="4547743" y="361759"/>
                  </a:lnTo>
                  <a:lnTo>
                    <a:pt x="4551591" y="397954"/>
                  </a:lnTo>
                  <a:lnTo>
                    <a:pt x="4551591" y="314566"/>
                  </a:lnTo>
                  <a:lnTo>
                    <a:pt x="4532020" y="298157"/>
                  </a:lnTo>
                  <a:lnTo>
                    <a:pt x="4502315" y="291528"/>
                  </a:lnTo>
                  <a:lnTo>
                    <a:pt x="4472457" y="298157"/>
                  </a:lnTo>
                  <a:lnTo>
                    <a:pt x="4448619" y="318071"/>
                  </a:lnTo>
                  <a:lnTo>
                    <a:pt x="4432833" y="351320"/>
                  </a:lnTo>
                  <a:lnTo>
                    <a:pt x="4427131" y="397954"/>
                  </a:lnTo>
                  <a:lnTo>
                    <a:pt x="4432833" y="444588"/>
                  </a:lnTo>
                  <a:lnTo>
                    <a:pt x="4448619" y="477837"/>
                  </a:lnTo>
                  <a:lnTo>
                    <a:pt x="4472457" y="497751"/>
                  </a:lnTo>
                  <a:lnTo>
                    <a:pt x="4502315" y="504380"/>
                  </a:lnTo>
                  <a:lnTo>
                    <a:pt x="4532020" y="497751"/>
                  </a:lnTo>
                  <a:lnTo>
                    <a:pt x="4552289" y="480758"/>
                  </a:lnTo>
                  <a:lnTo>
                    <a:pt x="4555769" y="477837"/>
                  </a:lnTo>
                  <a:lnTo>
                    <a:pt x="4571530" y="444588"/>
                  </a:lnTo>
                  <a:lnTo>
                    <a:pt x="4577232" y="397954"/>
                  </a:lnTo>
                  <a:close/>
                </a:path>
                <a:path w="8208009" h="504825">
                  <a:moveTo>
                    <a:pt x="4731410" y="476694"/>
                  </a:moveTo>
                  <a:lnTo>
                    <a:pt x="4628286" y="476694"/>
                  </a:lnTo>
                  <a:lnTo>
                    <a:pt x="4681626" y="424370"/>
                  </a:lnTo>
                  <a:lnTo>
                    <a:pt x="4701197" y="403072"/>
                  </a:lnTo>
                  <a:lnTo>
                    <a:pt x="4714519" y="385038"/>
                  </a:lnTo>
                  <a:lnTo>
                    <a:pt x="4722139" y="368757"/>
                  </a:lnTo>
                  <a:lnTo>
                    <a:pt x="4724552" y="352742"/>
                  </a:lnTo>
                  <a:lnTo>
                    <a:pt x="4719713" y="327748"/>
                  </a:lnTo>
                  <a:lnTo>
                    <a:pt x="4705985" y="308419"/>
                  </a:lnTo>
                  <a:lnTo>
                    <a:pt x="4684585" y="295948"/>
                  </a:lnTo>
                  <a:lnTo>
                    <a:pt x="4656734" y="291528"/>
                  </a:lnTo>
                  <a:lnTo>
                    <a:pt x="4628045" y="296824"/>
                  </a:lnTo>
                  <a:lnTo>
                    <a:pt x="4606290" y="311251"/>
                  </a:lnTo>
                  <a:lnTo>
                    <a:pt x="4592485" y="332574"/>
                  </a:lnTo>
                  <a:lnTo>
                    <a:pt x="4587646" y="358584"/>
                  </a:lnTo>
                  <a:lnTo>
                    <a:pt x="4614316" y="358584"/>
                  </a:lnTo>
                  <a:lnTo>
                    <a:pt x="4617047" y="342265"/>
                  </a:lnTo>
                  <a:lnTo>
                    <a:pt x="4625111" y="328396"/>
                  </a:lnTo>
                  <a:lnTo>
                    <a:pt x="4638319" y="318757"/>
                  </a:lnTo>
                  <a:lnTo>
                    <a:pt x="4656480" y="315150"/>
                  </a:lnTo>
                  <a:lnTo>
                    <a:pt x="4673714" y="317703"/>
                  </a:lnTo>
                  <a:lnTo>
                    <a:pt x="4686833" y="325120"/>
                  </a:lnTo>
                  <a:lnTo>
                    <a:pt x="4695202" y="337007"/>
                  </a:lnTo>
                  <a:lnTo>
                    <a:pt x="4698136" y="352996"/>
                  </a:lnTo>
                  <a:lnTo>
                    <a:pt x="4696142" y="364350"/>
                  </a:lnTo>
                  <a:lnTo>
                    <a:pt x="4689818" y="377190"/>
                  </a:lnTo>
                  <a:lnTo>
                    <a:pt x="4678642" y="392214"/>
                  </a:lnTo>
                  <a:lnTo>
                    <a:pt x="4662068" y="410146"/>
                  </a:lnTo>
                  <a:lnTo>
                    <a:pt x="4589932" y="482536"/>
                  </a:lnTo>
                  <a:lnTo>
                    <a:pt x="4589932" y="499808"/>
                  </a:lnTo>
                  <a:lnTo>
                    <a:pt x="4731410" y="499808"/>
                  </a:lnTo>
                  <a:lnTo>
                    <a:pt x="4731410" y="476694"/>
                  </a:lnTo>
                  <a:close/>
                </a:path>
                <a:path w="8208009" h="504825">
                  <a:moveTo>
                    <a:pt x="4899304" y="431228"/>
                  </a:moveTo>
                  <a:lnTo>
                    <a:pt x="4866030" y="431228"/>
                  </a:lnTo>
                  <a:lnTo>
                    <a:pt x="4866030" y="325564"/>
                  </a:lnTo>
                  <a:lnTo>
                    <a:pt x="4866030" y="296354"/>
                  </a:lnTo>
                  <a:lnTo>
                    <a:pt x="4840630" y="296354"/>
                  </a:lnTo>
                  <a:lnTo>
                    <a:pt x="4840630" y="325564"/>
                  </a:lnTo>
                  <a:lnTo>
                    <a:pt x="4840630" y="431228"/>
                  </a:lnTo>
                  <a:lnTo>
                    <a:pt x="4765446" y="431228"/>
                  </a:lnTo>
                  <a:lnTo>
                    <a:pt x="4840630" y="325564"/>
                  </a:lnTo>
                  <a:lnTo>
                    <a:pt x="4840630" y="296354"/>
                  </a:lnTo>
                  <a:lnTo>
                    <a:pt x="4834534" y="296354"/>
                  </a:lnTo>
                  <a:lnTo>
                    <a:pt x="4738014" y="431228"/>
                  </a:lnTo>
                  <a:lnTo>
                    <a:pt x="4738014" y="453834"/>
                  </a:lnTo>
                  <a:lnTo>
                    <a:pt x="4840630" y="453834"/>
                  </a:lnTo>
                  <a:lnTo>
                    <a:pt x="4840630" y="499808"/>
                  </a:lnTo>
                  <a:lnTo>
                    <a:pt x="4866030" y="499808"/>
                  </a:lnTo>
                  <a:lnTo>
                    <a:pt x="4866030" y="453834"/>
                  </a:lnTo>
                  <a:lnTo>
                    <a:pt x="4899304" y="453834"/>
                  </a:lnTo>
                  <a:lnTo>
                    <a:pt x="4899304" y="431228"/>
                  </a:lnTo>
                  <a:close/>
                </a:path>
                <a:path w="8208009" h="504825">
                  <a:moveTo>
                    <a:pt x="6970890" y="476694"/>
                  </a:moveTo>
                  <a:lnTo>
                    <a:pt x="6867766" y="476694"/>
                  </a:lnTo>
                  <a:lnTo>
                    <a:pt x="6921106" y="424370"/>
                  </a:lnTo>
                  <a:lnTo>
                    <a:pt x="6940664" y="403072"/>
                  </a:lnTo>
                  <a:lnTo>
                    <a:pt x="6953999" y="385038"/>
                  </a:lnTo>
                  <a:lnTo>
                    <a:pt x="6961606" y="368757"/>
                  </a:lnTo>
                  <a:lnTo>
                    <a:pt x="6964032" y="352742"/>
                  </a:lnTo>
                  <a:lnTo>
                    <a:pt x="6959181" y="327748"/>
                  </a:lnTo>
                  <a:lnTo>
                    <a:pt x="6945452" y="308419"/>
                  </a:lnTo>
                  <a:lnTo>
                    <a:pt x="6924065" y="295948"/>
                  </a:lnTo>
                  <a:lnTo>
                    <a:pt x="6896214" y="291528"/>
                  </a:lnTo>
                  <a:lnTo>
                    <a:pt x="6867525" y="296824"/>
                  </a:lnTo>
                  <a:lnTo>
                    <a:pt x="6845757" y="311251"/>
                  </a:lnTo>
                  <a:lnTo>
                    <a:pt x="6831952" y="332574"/>
                  </a:lnTo>
                  <a:lnTo>
                    <a:pt x="6827126" y="358584"/>
                  </a:lnTo>
                  <a:lnTo>
                    <a:pt x="6853796" y="358584"/>
                  </a:lnTo>
                  <a:lnTo>
                    <a:pt x="6856527" y="342265"/>
                  </a:lnTo>
                  <a:lnTo>
                    <a:pt x="6864591" y="328396"/>
                  </a:lnTo>
                  <a:lnTo>
                    <a:pt x="6877799" y="318757"/>
                  </a:lnTo>
                  <a:lnTo>
                    <a:pt x="6895960" y="315150"/>
                  </a:lnTo>
                  <a:lnTo>
                    <a:pt x="6913181" y="317703"/>
                  </a:lnTo>
                  <a:lnTo>
                    <a:pt x="6926313" y="325120"/>
                  </a:lnTo>
                  <a:lnTo>
                    <a:pt x="6934670" y="337007"/>
                  </a:lnTo>
                  <a:lnTo>
                    <a:pt x="6937616" y="352996"/>
                  </a:lnTo>
                  <a:lnTo>
                    <a:pt x="6935622" y="364350"/>
                  </a:lnTo>
                  <a:lnTo>
                    <a:pt x="6929298" y="377190"/>
                  </a:lnTo>
                  <a:lnTo>
                    <a:pt x="6918109" y="392214"/>
                  </a:lnTo>
                  <a:lnTo>
                    <a:pt x="6901548" y="410146"/>
                  </a:lnTo>
                  <a:lnTo>
                    <a:pt x="6829412" y="482536"/>
                  </a:lnTo>
                  <a:lnTo>
                    <a:pt x="6829412" y="499808"/>
                  </a:lnTo>
                  <a:lnTo>
                    <a:pt x="6970890" y="499808"/>
                  </a:lnTo>
                  <a:lnTo>
                    <a:pt x="6970890" y="476694"/>
                  </a:lnTo>
                  <a:close/>
                </a:path>
                <a:path w="8208009" h="504825">
                  <a:moveTo>
                    <a:pt x="7133945" y="397954"/>
                  </a:moveTo>
                  <a:lnTo>
                    <a:pt x="7128243" y="351320"/>
                  </a:lnTo>
                  <a:lnTo>
                    <a:pt x="7112482" y="318071"/>
                  </a:lnTo>
                  <a:lnTo>
                    <a:pt x="7109003" y="315150"/>
                  </a:lnTo>
                  <a:lnTo>
                    <a:pt x="7108291" y="314566"/>
                  </a:lnTo>
                  <a:lnTo>
                    <a:pt x="7108291" y="397954"/>
                  </a:lnTo>
                  <a:lnTo>
                    <a:pt x="7104456" y="434251"/>
                  </a:lnTo>
                  <a:lnTo>
                    <a:pt x="7093940" y="460121"/>
                  </a:lnTo>
                  <a:lnTo>
                    <a:pt x="7078294" y="475602"/>
                  </a:lnTo>
                  <a:lnTo>
                    <a:pt x="7059015" y="480758"/>
                  </a:lnTo>
                  <a:lnTo>
                    <a:pt x="7039597" y="475602"/>
                  </a:lnTo>
                  <a:lnTo>
                    <a:pt x="7023875" y="460121"/>
                  </a:lnTo>
                  <a:lnTo>
                    <a:pt x="7013334" y="434251"/>
                  </a:lnTo>
                  <a:lnTo>
                    <a:pt x="7009498" y="397954"/>
                  </a:lnTo>
                  <a:lnTo>
                    <a:pt x="7013334" y="361759"/>
                  </a:lnTo>
                  <a:lnTo>
                    <a:pt x="7023875" y="335889"/>
                  </a:lnTo>
                  <a:lnTo>
                    <a:pt x="7039597" y="320344"/>
                  </a:lnTo>
                  <a:lnTo>
                    <a:pt x="7059015" y="315150"/>
                  </a:lnTo>
                  <a:lnTo>
                    <a:pt x="7078294" y="320344"/>
                  </a:lnTo>
                  <a:lnTo>
                    <a:pt x="7093940" y="335889"/>
                  </a:lnTo>
                  <a:lnTo>
                    <a:pt x="7104456" y="361759"/>
                  </a:lnTo>
                  <a:lnTo>
                    <a:pt x="7108291" y="397954"/>
                  </a:lnTo>
                  <a:lnTo>
                    <a:pt x="7108291" y="314566"/>
                  </a:lnTo>
                  <a:lnTo>
                    <a:pt x="7088733" y="298157"/>
                  </a:lnTo>
                  <a:lnTo>
                    <a:pt x="7059015" y="291528"/>
                  </a:lnTo>
                  <a:lnTo>
                    <a:pt x="7029170" y="298157"/>
                  </a:lnTo>
                  <a:lnTo>
                    <a:pt x="7005333" y="318071"/>
                  </a:lnTo>
                  <a:lnTo>
                    <a:pt x="6989546" y="351320"/>
                  </a:lnTo>
                  <a:lnTo>
                    <a:pt x="6983844" y="397954"/>
                  </a:lnTo>
                  <a:lnTo>
                    <a:pt x="6989546" y="444588"/>
                  </a:lnTo>
                  <a:lnTo>
                    <a:pt x="7005333" y="477837"/>
                  </a:lnTo>
                  <a:lnTo>
                    <a:pt x="7029170" y="497751"/>
                  </a:lnTo>
                  <a:lnTo>
                    <a:pt x="7059015" y="504380"/>
                  </a:lnTo>
                  <a:lnTo>
                    <a:pt x="7088733" y="497751"/>
                  </a:lnTo>
                  <a:lnTo>
                    <a:pt x="7109003" y="480758"/>
                  </a:lnTo>
                  <a:lnTo>
                    <a:pt x="7112482" y="477837"/>
                  </a:lnTo>
                  <a:lnTo>
                    <a:pt x="7128243" y="444588"/>
                  </a:lnTo>
                  <a:lnTo>
                    <a:pt x="7133945" y="397954"/>
                  </a:lnTo>
                  <a:close/>
                </a:path>
                <a:path w="8208009" h="504825">
                  <a:moveTo>
                    <a:pt x="7288123" y="476694"/>
                  </a:moveTo>
                  <a:lnTo>
                    <a:pt x="7184999" y="476694"/>
                  </a:lnTo>
                  <a:lnTo>
                    <a:pt x="7238339" y="424370"/>
                  </a:lnTo>
                  <a:lnTo>
                    <a:pt x="7257910" y="403072"/>
                  </a:lnTo>
                  <a:lnTo>
                    <a:pt x="7271232" y="385038"/>
                  </a:lnTo>
                  <a:lnTo>
                    <a:pt x="7278840" y="368757"/>
                  </a:lnTo>
                  <a:lnTo>
                    <a:pt x="7281265" y="352742"/>
                  </a:lnTo>
                  <a:lnTo>
                    <a:pt x="7276414" y="327748"/>
                  </a:lnTo>
                  <a:lnTo>
                    <a:pt x="7262698" y="308419"/>
                  </a:lnTo>
                  <a:lnTo>
                    <a:pt x="7241299" y="295948"/>
                  </a:lnTo>
                  <a:lnTo>
                    <a:pt x="7213447" y="291528"/>
                  </a:lnTo>
                  <a:lnTo>
                    <a:pt x="7184758" y="296824"/>
                  </a:lnTo>
                  <a:lnTo>
                    <a:pt x="7163003" y="311251"/>
                  </a:lnTo>
                  <a:lnTo>
                    <a:pt x="7149198" y="332574"/>
                  </a:lnTo>
                  <a:lnTo>
                    <a:pt x="7144359" y="358584"/>
                  </a:lnTo>
                  <a:lnTo>
                    <a:pt x="7171029" y="358584"/>
                  </a:lnTo>
                  <a:lnTo>
                    <a:pt x="7173760" y="342265"/>
                  </a:lnTo>
                  <a:lnTo>
                    <a:pt x="7181824" y="328396"/>
                  </a:lnTo>
                  <a:lnTo>
                    <a:pt x="7195032" y="318757"/>
                  </a:lnTo>
                  <a:lnTo>
                    <a:pt x="7213193" y="315150"/>
                  </a:lnTo>
                  <a:lnTo>
                    <a:pt x="7230415" y="317703"/>
                  </a:lnTo>
                  <a:lnTo>
                    <a:pt x="7243546" y="325120"/>
                  </a:lnTo>
                  <a:lnTo>
                    <a:pt x="7251916" y="337007"/>
                  </a:lnTo>
                  <a:lnTo>
                    <a:pt x="7254849" y="352996"/>
                  </a:lnTo>
                  <a:lnTo>
                    <a:pt x="7252856" y="364350"/>
                  </a:lnTo>
                  <a:lnTo>
                    <a:pt x="7246531" y="377190"/>
                  </a:lnTo>
                  <a:lnTo>
                    <a:pt x="7235355" y="392214"/>
                  </a:lnTo>
                  <a:lnTo>
                    <a:pt x="7218781" y="410146"/>
                  </a:lnTo>
                  <a:lnTo>
                    <a:pt x="7146645" y="482536"/>
                  </a:lnTo>
                  <a:lnTo>
                    <a:pt x="7146645" y="499808"/>
                  </a:lnTo>
                  <a:lnTo>
                    <a:pt x="7288123" y="499808"/>
                  </a:lnTo>
                  <a:lnTo>
                    <a:pt x="7288123" y="476694"/>
                  </a:lnTo>
                  <a:close/>
                </a:path>
                <a:path w="8208009" h="504825">
                  <a:moveTo>
                    <a:pt x="7390676" y="6350"/>
                  </a:moveTo>
                  <a:lnTo>
                    <a:pt x="7205256" y="6350"/>
                  </a:lnTo>
                  <a:lnTo>
                    <a:pt x="7205256" y="26670"/>
                  </a:lnTo>
                  <a:lnTo>
                    <a:pt x="7205256" y="72390"/>
                  </a:lnTo>
                  <a:lnTo>
                    <a:pt x="7205256" y="92710"/>
                  </a:lnTo>
                  <a:lnTo>
                    <a:pt x="7390676" y="92710"/>
                  </a:lnTo>
                  <a:lnTo>
                    <a:pt x="7390676" y="72390"/>
                  </a:lnTo>
                  <a:lnTo>
                    <a:pt x="7390676" y="27178"/>
                  </a:lnTo>
                  <a:lnTo>
                    <a:pt x="7365530" y="27178"/>
                  </a:lnTo>
                  <a:lnTo>
                    <a:pt x="7365530" y="72390"/>
                  </a:lnTo>
                  <a:lnTo>
                    <a:pt x="7230402" y="72390"/>
                  </a:lnTo>
                  <a:lnTo>
                    <a:pt x="7230402" y="26670"/>
                  </a:lnTo>
                  <a:lnTo>
                    <a:pt x="7390676" y="26670"/>
                  </a:lnTo>
                  <a:lnTo>
                    <a:pt x="7390676" y="6350"/>
                  </a:lnTo>
                  <a:close/>
                </a:path>
                <a:path w="8208009" h="504825">
                  <a:moveTo>
                    <a:pt x="7395502" y="196850"/>
                  </a:moveTo>
                  <a:lnTo>
                    <a:pt x="7230402" y="196850"/>
                  </a:lnTo>
                  <a:lnTo>
                    <a:pt x="7230402" y="154940"/>
                  </a:lnTo>
                  <a:lnTo>
                    <a:pt x="7205002" y="154940"/>
                  </a:lnTo>
                  <a:lnTo>
                    <a:pt x="7205002" y="196850"/>
                  </a:lnTo>
                  <a:lnTo>
                    <a:pt x="7205002" y="218440"/>
                  </a:lnTo>
                  <a:lnTo>
                    <a:pt x="7395502" y="218440"/>
                  </a:lnTo>
                  <a:lnTo>
                    <a:pt x="7395502" y="196850"/>
                  </a:lnTo>
                  <a:close/>
                </a:path>
                <a:path w="8208009" h="504825">
                  <a:moveTo>
                    <a:pt x="7406424" y="115062"/>
                  </a:moveTo>
                  <a:lnTo>
                    <a:pt x="7189762" y="115062"/>
                  </a:lnTo>
                  <a:lnTo>
                    <a:pt x="7189762" y="136398"/>
                  </a:lnTo>
                  <a:lnTo>
                    <a:pt x="7285266" y="136398"/>
                  </a:lnTo>
                  <a:lnTo>
                    <a:pt x="7285266" y="173736"/>
                  </a:lnTo>
                  <a:lnTo>
                    <a:pt x="7310666" y="173736"/>
                  </a:lnTo>
                  <a:lnTo>
                    <a:pt x="7310666" y="136398"/>
                  </a:lnTo>
                  <a:lnTo>
                    <a:pt x="7406424" y="136398"/>
                  </a:lnTo>
                  <a:lnTo>
                    <a:pt x="7406424" y="115062"/>
                  </a:lnTo>
                  <a:close/>
                </a:path>
                <a:path w="8208009" h="504825">
                  <a:moveTo>
                    <a:pt x="7451191" y="397954"/>
                  </a:moveTo>
                  <a:lnTo>
                    <a:pt x="7445476" y="351320"/>
                  </a:lnTo>
                  <a:lnTo>
                    <a:pt x="7429728" y="318071"/>
                  </a:lnTo>
                  <a:lnTo>
                    <a:pt x="7426236" y="315150"/>
                  </a:lnTo>
                  <a:lnTo>
                    <a:pt x="7425537" y="314566"/>
                  </a:lnTo>
                  <a:lnTo>
                    <a:pt x="7425537" y="397954"/>
                  </a:lnTo>
                  <a:lnTo>
                    <a:pt x="7421689" y="434251"/>
                  </a:lnTo>
                  <a:lnTo>
                    <a:pt x="7411186" y="460121"/>
                  </a:lnTo>
                  <a:lnTo>
                    <a:pt x="7395527" y="475602"/>
                  </a:lnTo>
                  <a:lnTo>
                    <a:pt x="7376261" y="480758"/>
                  </a:lnTo>
                  <a:lnTo>
                    <a:pt x="7356843" y="475602"/>
                  </a:lnTo>
                  <a:lnTo>
                    <a:pt x="7341108" y="460121"/>
                  </a:lnTo>
                  <a:lnTo>
                    <a:pt x="7330580" y="434251"/>
                  </a:lnTo>
                  <a:lnTo>
                    <a:pt x="7326731" y="397954"/>
                  </a:lnTo>
                  <a:lnTo>
                    <a:pt x="7330580" y="361759"/>
                  </a:lnTo>
                  <a:lnTo>
                    <a:pt x="7356843" y="320344"/>
                  </a:lnTo>
                  <a:lnTo>
                    <a:pt x="7395527" y="320344"/>
                  </a:lnTo>
                  <a:lnTo>
                    <a:pt x="7421689" y="361759"/>
                  </a:lnTo>
                  <a:lnTo>
                    <a:pt x="7425537" y="397954"/>
                  </a:lnTo>
                  <a:lnTo>
                    <a:pt x="7425537" y="314566"/>
                  </a:lnTo>
                  <a:lnTo>
                    <a:pt x="7405967" y="298157"/>
                  </a:lnTo>
                  <a:lnTo>
                    <a:pt x="7376261" y="291528"/>
                  </a:lnTo>
                  <a:lnTo>
                    <a:pt x="7346404" y="298157"/>
                  </a:lnTo>
                  <a:lnTo>
                    <a:pt x="7322566" y="318071"/>
                  </a:lnTo>
                  <a:lnTo>
                    <a:pt x="7306792" y="351320"/>
                  </a:lnTo>
                  <a:lnTo>
                    <a:pt x="7301077" y="397954"/>
                  </a:lnTo>
                  <a:lnTo>
                    <a:pt x="7306792" y="444588"/>
                  </a:lnTo>
                  <a:lnTo>
                    <a:pt x="7322566" y="477837"/>
                  </a:lnTo>
                  <a:lnTo>
                    <a:pt x="7346404" y="497751"/>
                  </a:lnTo>
                  <a:lnTo>
                    <a:pt x="7376261" y="504380"/>
                  </a:lnTo>
                  <a:lnTo>
                    <a:pt x="7405967" y="497751"/>
                  </a:lnTo>
                  <a:lnTo>
                    <a:pt x="7426236" y="480758"/>
                  </a:lnTo>
                  <a:lnTo>
                    <a:pt x="7429728" y="477837"/>
                  </a:lnTo>
                  <a:lnTo>
                    <a:pt x="7445476" y="444588"/>
                  </a:lnTo>
                  <a:lnTo>
                    <a:pt x="7451191" y="397954"/>
                  </a:lnTo>
                  <a:close/>
                </a:path>
                <a:path w="8208009" h="504825">
                  <a:moveTo>
                    <a:pt x="7531709" y="295910"/>
                  </a:moveTo>
                  <a:lnTo>
                    <a:pt x="7462875" y="295910"/>
                  </a:lnTo>
                  <a:lnTo>
                    <a:pt x="7462875" y="320040"/>
                  </a:lnTo>
                  <a:lnTo>
                    <a:pt x="7505039" y="320040"/>
                  </a:lnTo>
                  <a:lnTo>
                    <a:pt x="7505039" y="500380"/>
                  </a:lnTo>
                  <a:lnTo>
                    <a:pt x="7531709" y="500380"/>
                  </a:lnTo>
                  <a:lnTo>
                    <a:pt x="7531709" y="320040"/>
                  </a:lnTo>
                  <a:lnTo>
                    <a:pt x="7531709" y="295910"/>
                  </a:lnTo>
                  <a:close/>
                </a:path>
                <a:path w="8208009" h="504825">
                  <a:moveTo>
                    <a:pt x="7569987" y="104394"/>
                  </a:moveTo>
                  <a:lnTo>
                    <a:pt x="7537183" y="85344"/>
                  </a:lnTo>
                  <a:lnTo>
                    <a:pt x="7503947" y="66040"/>
                  </a:lnTo>
                  <a:lnTo>
                    <a:pt x="7506487" y="59436"/>
                  </a:lnTo>
                  <a:lnTo>
                    <a:pt x="7508265" y="52324"/>
                  </a:lnTo>
                  <a:lnTo>
                    <a:pt x="7509281" y="45212"/>
                  </a:lnTo>
                  <a:lnTo>
                    <a:pt x="7566177" y="45212"/>
                  </a:lnTo>
                  <a:lnTo>
                    <a:pt x="7566177" y="24130"/>
                  </a:lnTo>
                  <a:lnTo>
                    <a:pt x="7509535" y="24130"/>
                  </a:lnTo>
                  <a:lnTo>
                    <a:pt x="7509535" y="0"/>
                  </a:lnTo>
                  <a:lnTo>
                    <a:pt x="7484135" y="0"/>
                  </a:lnTo>
                  <a:lnTo>
                    <a:pt x="7484135" y="24130"/>
                  </a:lnTo>
                  <a:lnTo>
                    <a:pt x="7426731" y="24130"/>
                  </a:lnTo>
                  <a:lnTo>
                    <a:pt x="7426731" y="45212"/>
                  </a:lnTo>
                  <a:lnTo>
                    <a:pt x="7483627" y="45212"/>
                  </a:lnTo>
                  <a:lnTo>
                    <a:pt x="7476884" y="66852"/>
                  </a:lnTo>
                  <a:lnTo>
                    <a:pt x="7464514" y="84620"/>
                  </a:lnTo>
                  <a:lnTo>
                    <a:pt x="7446912" y="97472"/>
                  </a:lnTo>
                  <a:lnTo>
                    <a:pt x="7424445" y="104394"/>
                  </a:lnTo>
                  <a:lnTo>
                    <a:pt x="7424445" y="126238"/>
                  </a:lnTo>
                  <a:lnTo>
                    <a:pt x="7445972" y="121564"/>
                  </a:lnTo>
                  <a:lnTo>
                    <a:pt x="7464958" y="112839"/>
                  </a:lnTo>
                  <a:lnTo>
                    <a:pt x="7481100" y="100596"/>
                  </a:lnTo>
                  <a:lnTo>
                    <a:pt x="7494041" y="85344"/>
                  </a:lnTo>
                  <a:lnTo>
                    <a:pt x="7558049" y="123444"/>
                  </a:lnTo>
                  <a:lnTo>
                    <a:pt x="7569987" y="104394"/>
                  </a:lnTo>
                  <a:close/>
                </a:path>
                <a:path w="8208009" h="504825">
                  <a:moveTo>
                    <a:pt x="7621041" y="179832"/>
                  </a:moveTo>
                  <a:lnTo>
                    <a:pt x="7613840" y="160693"/>
                  </a:lnTo>
                  <a:lnTo>
                    <a:pt x="7611199" y="159004"/>
                  </a:lnTo>
                  <a:lnTo>
                    <a:pt x="7594371" y="148234"/>
                  </a:lnTo>
                  <a:lnTo>
                    <a:pt x="7594371" y="179832"/>
                  </a:lnTo>
                  <a:lnTo>
                    <a:pt x="7589228" y="189407"/>
                  </a:lnTo>
                  <a:lnTo>
                    <a:pt x="7575131" y="195859"/>
                  </a:lnTo>
                  <a:lnTo>
                    <a:pt x="7554087" y="199517"/>
                  </a:lnTo>
                  <a:lnTo>
                    <a:pt x="7528077" y="200660"/>
                  </a:lnTo>
                  <a:lnTo>
                    <a:pt x="7502080" y="199517"/>
                  </a:lnTo>
                  <a:lnTo>
                    <a:pt x="7481024" y="195859"/>
                  </a:lnTo>
                  <a:lnTo>
                    <a:pt x="7466927" y="189407"/>
                  </a:lnTo>
                  <a:lnTo>
                    <a:pt x="7461783" y="179832"/>
                  </a:lnTo>
                  <a:lnTo>
                    <a:pt x="7466927" y="170256"/>
                  </a:lnTo>
                  <a:lnTo>
                    <a:pt x="7528077" y="159004"/>
                  </a:lnTo>
                  <a:lnTo>
                    <a:pt x="7575131" y="163791"/>
                  </a:lnTo>
                  <a:lnTo>
                    <a:pt x="7594371" y="179832"/>
                  </a:lnTo>
                  <a:lnTo>
                    <a:pt x="7594371" y="148234"/>
                  </a:lnTo>
                  <a:lnTo>
                    <a:pt x="7594092" y="148043"/>
                  </a:lnTo>
                  <a:lnTo>
                    <a:pt x="7564577" y="141071"/>
                  </a:lnTo>
                  <a:lnTo>
                    <a:pt x="7528077" y="138938"/>
                  </a:lnTo>
                  <a:lnTo>
                    <a:pt x="7491692" y="141071"/>
                  </a:lnTo>
                  <a:lnTo>
                    <a:pt x="7462164" y="148043"/>
                  </a:lnTo>
                  <a:lnTo>
                    <a:pt x="7442352" y="160693"/>
                  </a:lnTo>
                  <a:lnTo>
                    <a:pt x="7435113" y="179832"/>
                  </a:lnTo>
                  <a:lnTo>
                    <a:pt x="7442352" y="198970"/>
                  </a:lnTo>
                  <a:lnTo>
                    <a:pt x="7462164" y="211607"/>
                  </a:lnTo>
                  <a:lnTo>
                    <a:pt x="7491692" y="218579"/>
                  </a:lnTo>
                  <a:lnTo>
                    <a:pt x="7528077" y="220726"/>
                  </a:lnTo>
                  <a:lnTo>
                    <a:pt x="7564577" y="218579"/>
                  </a:lnTo>
                  <a:lnTo>
                    <a:pt x="7594092" y="211607"/>
                  </a:lnTo>
                  <a:lnTo>
                    <a:pt x="7611199" y="200660"/>
                  </a:lnTo>
                  <a:lnTo>
                    <a:pt x="7613840" y="198970"/>
                  </a:lnTo>
                  <a:lnTo>
                    <a:pt x="7621041" y="179832"/>
                  </a:lnTo>
                  <a:close/>
                </a:path>
                <a:path w="8208009" h="504825">
                  <a:moveTo>
                    <a:pt x="7648219" y="51816"/>
                  </a:moveTo>
                  <a:lnTo>
                    <a:pt x="7617739" y="51816"/>
                  </a:lnTo>
                  <a:lnTo>
                    <a:pt x="7617739" y="3810"/>
                  </a:lnTo>
                  <a:lnTo>
                    <a:pt x="7592593" y="3810"/>
                  </a:lnTo>
                  <a:lnTo>
                    <a:pt x="7592593" y="132588"/>
                  </a:lnTo>
                  <a:lnTo>
                    <a:pt x="7617739" y="132588"/>
                  </a:lnTo>
                  <a:lnTo>
                    <a:pt x="7617739" y="75946"/>
                  </a:lnTo>
                  <a:lnTo>
                    <a:pt x="7648219" y="75946"/>
                  </a:lnTo>
                  <a:lnTo>
                    <a:pt x="7648219" y="51816"/>
                  </a:lnTo>
                  <a:close/>
                </a:path>
                <a:path w="8208009" h="504825">
                  <a:moveTo>
                    <a:pt x="7708227" y="434784"/>
                  </a:moveTo>
                  <a:lnTo>
                    <a:pt x="7703185" y="406958"/>
                  </a:lnTo>
                  <a:lnTo>
                    <a:pt x="7689177" y="385381"/>
                  </a:lnTo>
                  <a:lnTo>
                    <a:pt x="7667942" y="371424"/>
                  </a:lnTo>
                  <a:lnTo>
                    <a:pt x="7641171" y="366458"/>
                  </a:lnTo>
                  <a:lnTo>
                    <a:pt x="7625207" y="368198"/>
                  </a:lnTo>
                  <a:lnTo>
                    <a:pt x="7612278" y="372719"/>
                  </a:lnTo>
                  <a:lnTo>
                    <a:pt x="7602309" y="378993"/>
                  </a:lnTo>
                  <a:lnTo>
                    <a:pt x="7595197" y="386016"/>
                  </a:lnTo>
                  <a:lnTo>
                    <a:pt x="7598753" y="319468"/>
                  </a:lnTo>
                  <a:lnTo>
                    <a:pt x="7697813" y="319468"/>
                  </a:lnTo>
                  <a:lnTo>
                    <a:pt x="7697813" y="296354"/>
                  </a:lnTo>
                  <a:lnTo>
                    <a:pt x="7574369" y="296354"/>
                  </a:lnTo>
                  <a:lnTo>
                    <a:pt x="7568527" y="413448"/>
                  </a:lnTo>
                  <a:lnTo>
                    <a:pt x="7594689" y="413448"/>
                  </a:lnTo>
                  <a:lnTo>
                    <a:pt x="7601026" y="404317"/>
                  </a:lnTo>
                  <a:lnTo>
                    <a:pt x="7609967" y="396621"/>
                  </a:lnTo>
                  <a:lnTo>
                    <a:pt x="7621803" y="391299"/>
                  </a:lnTo>
                  <a:lnTo>
                    <a:pt x="7636853" y="389318"/>
                  </a:lnTo>
                  <a:lnTo>
                    <a:pt x="7655280" y="392747"/>
                  </a:lnTo>
                  <a:lnTo>
                    <a:pt x="7669555" y="402247"/>
                  </a:lnTo>
                  <a:lnTo>
                    <a:pt x="7678788" y="416648"/>
                  </a:lnTo>
                  <a:lnTo>
                    <a:pt x="7682065" y="434784"/>
                  </a:lnTo>
                  <a:lnTo>
                    <a:pt x="7678890" y="453301"/>
                  </a:lnTo>
                  <a:lnTo>
                    <a:pt x="7669784" y="468020"/>
                  </a:lnTo>
                  <a:lnTo>
                    <a:pt x="7655382" y="477748"/>
                  </a:lnTo>
                  <a:lnTo>
                    <a:pt x="7636345" y="481266"/>
                  </a:lnTo>
                  <a:lnTo>
                    <a:pt x="7617244" y="478269"/>
                  </a:lnTo>
                  <a:lnTo>
                    <a:pt x="7603134" y="470027"/>
                  </a:lnTo>
                  <a:lnTo>
                    <a:pt x="7594270" y="457695"/>
                  </a:lnTo>
                  <a:lnTo>
                    <a:pt x="7590879" y="442404"/>
                  </a:lnTo>
                  <a:lnTo>
                    <a:pt x="7564463" y="442404"/>
                  </a:lnTo>
                  <a:lnTo>
                    <a:pt x="7570165" y="466979"/>
                  </a:lnTo>
                  <a:lnTo>
                    <a:pt x="7584503" y="486625"/>
                  </a:lnTo>
                  <a:lnTo>
                    <a:pt x="7606792" y="499656"/>
                  </a:lnTo>
                  <a:lnTo>
                    <a:pt x="7636345" y="504380"/>
                  </a:lnTo>
                  <a:lnTo>
                    <a:pt x="7665580" y="499186"/>
                  </a:lnTo>
                  <a:lnTo>
                    <a:pt x="7688288" y="484720"/>
                  </a:lnTo>
                  <a:lnTo>
                    <a:pt x="7702994" y="462699"/>
                  </a:lnTo>
                  <a:lnTo>
                    <a:pt x="7708227" y="434784"/>
                  </a:lnTo>
                  <a:close/>
                </a:path>
                <a:path w="8208009" h="504825">
                  <a:moveTo>
                    <a:pt x="7789189" y="102108"/>
                  </a:moveTo>
                  <a:lnTo>
                    <a:pt x="7784389" y="83350"/>
                  </a:lnTo>
                  <a:lnTo>
                    <a:pt x="7778737" y="77470"/>
                  </a:lnTo>
                  <a:lnTo>
                    <a:pt x="7771155" y="69570"/>
                  </a:lnTo>
                  <a:lnTo>
                    <a:pt x="7765059" y="66979"/>
                  </a:lnTo>
                  <a:lnTo>
                    <a:pt x="7765059" y="102108"/>
                  </a:lnTo>
                  <a:lnTo>
                    <a:pt x="7762418" y="112001"/>
                  </a:lnTo>
                  <a:lnTo>
                    <a:pt x="7754798" y="119888"/>
                  </a:lnTo>
                  <a:lnTo>
                    <a:pt x="7742656" y="125107"/>
                  </a:lnTo>
                  <a:lnTo>
                    <a:pt x="7726451" y="127000"/>
                  </a:lnTo>
                  <a:lnTo>
                    <a:pt x="7710094" y="125107"/>
                  </a:lnTo>
                  <a:lnTo>
                    <a:pt x="7697876" y="119888"/>
                  </a:lnTo>
                  <a:lnTo>
                    <a:pt x="7690231" y="112001"/>
                  </a:lnTo>
                  <a:lnTo>
                    <a:pt x="7687589" y="102108"/>
                  </a:lnTo>
                  <a:lnTo>
                    <a:pt x="7690231" y="92367"/>
                  </a:lnTo>
                  <a:lnTo>
                    <a:pt x="7697876" y="84556"/>
                  </a:lnTo>
                  <a:lnTo>
                    <a:pt x="7710094" y="79362"/>
                  </a:lnTo>
                  <a:lnTo>
                    <a:pt x="7726451" y="77470"/>
                  </a:lnTo>
                  <a:lnTo>
                    <a:pt x="7742656" y="79362"/>
                  </a:lnTo>
                  <a:lnTo>
                    <a:pt x="7754798" y="84556"/>
                  </a:lnTo>
                  <a:lnTo>
                    <a:pt x="7762418" y="92367"/>
                  </a:lnTo>
                  <a:lnTo>
                    <a:pt x="7765059" y="102108"/>
                  </a:lnTo>
                  <a:lnTo>
                    <a:pt x="7765059" y="66979"/>
                  </a:lnTo>
                  <a:lnTo>
                    <a:pt x="7751254" y="61074"/>
                  </a:lnTo>
                  <a:lnTo>
                    <a:pt x="7726451" y="58166"/>
                  </a:lnTo>
                  <a:lnTo>
                    <a:pt x="7701610" y="61074"/>
                  </a:lnTo>
                  <a:lnTo>
                    <a:pt x="7681620" y="69570"/>
                  </a:lnTo>
                  <a:lnTo>
                    <a:pt x="7668298" y="83350"/>
                  </a:lnTo>
                  <a:lnTo>
                    <a:pt x="7663459" y="102108"/>
                  </a:lnTo>
                  <a:lnTo>
                    <a:pt x="7668298" y="120980"/>
                  </a:lnTo>
                  <a:lnTo>
                    <a:pt x="7681620" y="134747"/>
                  </a:lnTo>
                  <a:lnTo>
                    <a:pt x="7701610" y="143179"/>
                  </a:lnTo>
                  <a:lnTo>
                    <a:pt x="7726451" y="146050"/>
                  </a:lnTo>
                  <a:lnTo>
                    <a:pt x="7751254" y="143179"/>
                  </a:lnTo>
                  <a:lnTo>
                    <a:pt x="7771155" y="134747"/>
                  </a:lnTo>
                  <a:lnTo>
                    <a:pt x="7778597" y="127000"/>
                  </a:lnTo>
                  <a:lnTo>
                    <a:pt x="7784389" y="120980"/>
                  </a:lnTo>
                  <a:lnTo>
                    <a:pt x="7789189" y="102108"/>
                  </a:lnTo>
                  <a:close/>
                </a:path>
                <a:path w="8208009" h="504825">
                  <a:moveTo>
                    <a:pt x="7793507" y="25146"/>
                  </a:moveTo>
                  <a:lnTo>
                    <a:pt x="7739151" y="25146"/>
                  </a:lnTo>
                  <a:lnTo>
                    <a:pt x="7739151" y="0"/>
                  </a:lnTo>
                  <a:lnTo>
                    <a:pt x="7713751" y="0"/>
                  </a:lnTo>
                  <a:lnTo>
                    <a:pt x="7713751" y="25146"/>
                  </a:lnTo>
                  <a:lnTo>
                    <a:pt x="7653553" y="25146"/>
                  </a:lnTo>
                  <a:lnTo>
                    <a:pt x="7653553" y="45212"/>
                  </a:lnTo>
                  <a:lnTo>
                    <a:pt x="7793507" y="45212"/>
                  </a:lnTo>
                  <a:lnTo>
                    <a:pt x="7793507" y="25146"/>
                  </a:lnTo>
                  <a:close/>
                </a:path>
                <a:path w="8208009" h="504825">
                  <a:moveTo>
                    <a:pt x="7857261" y="3810"/>
                  </a:moveTo>
                  <a:lnTo>
                    <a:pt x="7832369" y="3810"/>
                  </a:lnTo>
                  <a:lnTo>
                    <a:pt x="7832369" y="52832"/>
                  </a:lnTo>
                  <a:lnTo>
                    <a:pt x="7799603" y="52832"/>
                  </a:lnTo>
                  <a:lnTo>
                    <a:pt x="7799603" y="74168"/>
                  </a:lnTo>
                  <a:lnTo>
                    <a:pt x="7832369" y="74168"/>
                  </a:lnTo>
                  <a:lnTo>
                    <a:pt x="7832369" y="103632"/>
                  </a:lnTo>
                  <a:lnTo>
                    <a:pt x="7799603" y="103632"/>
                  </a:lnTo>
                  <a:lnTo>
                    <a:pt x="7799603" y="124968"/>
                  </a:lnTo>
                  <a:lnTo>
                    <a:pt x="7832369" y="124968"/>
                  </a:lnTo>
                  <a:lnTo>
                    <a:pt x="7832369" y="166116"/>
                  </a:lnTo>
                  <a:lnTo>
                    <a:pt x="7857261" y="166116"/>
                  </a:lnTo>
                  <a:lnTo>
                    <a:pt x="7857261" y="3810"/>
                  </a:lnTo>
                  <a:close/>
                </a:path>
                <a:path w="8208009" h="504825">
                  <a:moveTo>
                    <a:pt x="7862341" y="195580"/>
                  </a:moveTo>
                  <a:lnTo>
                    <a:pt x="7698003" y="195580"/>
                  </a:lnTo>
                  <a:lnTo>
                    <a:pt x="7698003" y="156210"/>
                  </a:lnTo>
                  <a:lnTo>
                    <a:pt x="7672603" y="156210"/>
                  </a:lnTo>
                  <a:lnTo>
                    <a:pt x="7672603" y="217932"/>
                  </a:lnTo>
                  <a:lnTo>
                    <a:pt x="7862341" y="217932"/>
                  </a:lnTo>
                  <a:lnTo>
                    <a:pt x="7862341" y="195580"/>
                  </a:lnTo>
                  <a:close/>
                </a:path>
                <a:path w="8208009" h="504825">
                  <a:moveTo>
                    <a:pt x="7863421" y="446468"/>
                  </a:moveTo>
                  <a:lnTo>
                    <a:pt x="7859357" y="425970"/>
                  </a:lnTo>
                  <a:lnTo>
                    <a:pt x="7849032" y="410527"/>
                  </a:lnTo>
                  <a:lnTo>
                    <a:pt x="7844523" y="407098"/>
                  </a:lnTo>
                  <a:lnTo>
                    <a:pt x="7837513" y="401777"/>
                  </a:lnTo>
                  <a:lnTo>
                    <a:pt x="7837513" y="444944"/>
                  </a:lnTo>
                  <a:lnTo>
                    <a:pt x="7834262" y="459625"/>
                  </a:lnTo>
                  <a:lnTo>
                    <a:pt x="7825003" y="471385"/>
                  </a:lnTo>
                  <a:lnTo>
                    <a:pt x="7810513" y="479196"/>
                  </a:lnTo>
                  <a:lnTo>
                    <a:pt x="7791539" y="482028"/>
                  </a:lnTo>
                  <a:lnTo>
                    <a:pt x="7772425" y="479196"/>
                  </a:lnTo>
                  <a:lnTo>
                    <a:pt x="7757858" y="471385"/>
                  </a:lnTo>
                  <a:lnTo>
                    <a:pt x="7748575" y="459625"/>
                  </a:lnTo>
                  <a:lnTo>
                    <a:pt x="7745311" y="444944"/>
                  </a:lnTo>
                  <a:lnTo>
                    <a:pt x="7748791" y="430034"/>
                  </a:lnTo>
                  <a:lnTo>
                    <a:pt x="7758430" y="418020"/>
                  </a:lnTo>
                  <a:lnTo>
                    <a:pt x="7773060" y="410006"/>
                  </a:lnTo>
                  <a:lnTo>
                    <a:pt x="7791539" y="407098"/>
                  </a:lnTo>
                  <a:lnTo>
                    <a:pt x="7809865" y="410006"/>
                  </a:lnTo>
                  <a:lnTo>
                    <a:pt x="7824432" y="418020"/>
                  </a:lnTo>
                  <a:lnTo>
                    <a:pt x="7834046" y="430034"/>
                  </a:lnTo>
                  <a:lnTo>
                    <a:pt x="7837513" y="444944"/>
                  </a:lnTo>
                  <a:lnTo>
                    <a:pt x="7837513" y="401777"/>
                  </a:lnTo>
                  <a:lnTo>
                    <a:pt x="7835239" y="400037"/>
                  </a:lnTo>
                  <a:lnTo>
                    <a:pt x="7820749" y="394398"/>
                  </a:lnTo>
                  <a:lnTo>
                    <a:pt x="7832953" y="388620"/>
                  </a:lnTo>
                  <a:lnTo>
                    <a:pt x="7840065" y="382460"/>
                  </a:lnTo>
                  <a:lnTo>
                    <a:pt x="7844434" y="378688"/>
                  </a:lnTo>
                  <a:lnTo>
                    <a:pt x="7852969" y="364794"/>
                  </a:lnTo>
                  <a:lnTo>
                    <a:pt x="7856309" y="347154"/>
                  </a:lnTo>
                  <a:lnTo>
                    <a:pt x="7853477" y="334238"/>
                  </a:lnTo>
                  <a:lnTo>
                    <a:pt x="7851534" y="325602"/>
                  </a:lnTo>
                  <a:lnTo>
                    <a:pt x="7842783" y="313880"/>
                  </a:lnTo>
                  <a:lnTo>
                    <a:pt x="7838237" y="307911"/>
                  </a:lnTo>
                  <a:lnTo>
                    <a:pt x="7830909" y="303606"/>
                  </a:lnTo>
                  <a:lnTo>
                    <a:pt x="7830909" y="347916"/>
                  </a:lnTo>
                  <a:lnTo>
                    <a:pt x="7828013" y="361454"/>
                  </a:lnTo>
                  <a:lnTo>
                    <a:pt x="7819885" y="372427"/>
                  </a:lnTo>
                  <a:lnTo>
                    <a:pt x="7807515" y="379730"/>
                  </a:lnTo>
                  <a:lnTo>
                    <a:pt x="7807706" y="379730"/>
                  </a:lnTo>
                  <a:lnTo>
                    <a:pt x="7791539" y="382460"/>
                  </a:lnTo>
                  <a:lnTo>
                    <a:pt x="7775638" y="379730"/>
                  </a:lnTo>
                  <a:lnTo>
                    <a:pt x="7763192" y="372275"/>
                  </a:lnTo>
                  <a:lnTo>
                    <a:pt x="7755077" y="361137"/>
                  </a:lnTo>
                  <a:lnTo>
                    <a:pt x="7752283" y="347916"/>
                  </a:lnTo>
                  <a:lnTo>
                    <a:pt x="7752220" y="347154"/>
                  </a:lnTo>
                  <a:lnTo>
                    <a:pt x="7754963" y="334238"/>
                  </a:lnTo>
                  <a:lnTo>
                    <a:pt x="7762900" y="323596"/>
                  </a:lnTo>
                  <a:lnTo>
                    <a:pt x="7775321" y="316484"/>
                  </a:lnTo>
                  <a:lnTo>
                    <a:pt x="7791539" y="313880"/>
                  </a:lnTo>
                  <a:lnTo>
                    <a:pt x="7807287" y="316484"/>
                  </a:lnTo>
                  <a:lnTo>
                    <a:pt x="7807630" y="316484"/>
                  </a:lnTo>
                  <a:lnTo>
                    <a:pt x="7820177" y="323850"/>
                  </a:lnTo>
                  <a:lnTo>
                    <a:pt x="7828115" y="334670"/>
                  </a:lnTo>
                  <a:lnTo>
                    <a:pt x="7830909" y="347916"/>
                  </a:lnTo>
                  <a:lnTo>
                    <a:pt x="7830909" y="303606"/>
                  </a:lnTo>
                  <a:lnTo>
                    <a:pt x="7817891" y="295935"/>
                  </a:lnTo>
                  <a:lnTo>
                    <a:pt x="7817739" y="295935"/>
                  </a:lnTo>
                  <a:lnTo>
                    <a:pt x="7791539" y="291528"/>
                  </a:lnTo>
                  <a:lnTo>
                    <a:pt x="7764983" y="295935"/>
                  </a:lnTo>
                  <a:lnTo>
                    <a:pt x="7744460" y="307911"/>
                  </a:lnTo>
                  <a:lnTo>
                    <a:pt x="7731214" y="325602"/>
                  </a:lnTo>
                  <a:lnTo>
                    <a:pt x="7726515" y="347154"/>
                  </a:lnTo>
                  <a:lnTo>
                    <a:pt x="7726566" y="347408"/>
                  </a:lnTo>
                  <a:lnTo>
                    <a:pt x="7726667" y="347916"/>
                  </a:lnTo>
                  <a:lnTo>
                    <a:pt x="7729855" y="364794"/>
                  </a:lnTo>
                  <a:lnTo>
                    <a:pt x="7738389" y="378688"/>
                  </a:lnTo>
                  <a:lnTo>
                    <a:pt x="7749870" y="388620"/>
                  </a:lnTo>
                  <a:lnTo>
                    <a:pt x="7762075" y="394398"/>
                  </a:lnTo>
                  <a:lnTo>
                    <a:pt x="7747698" y="400037"/>
                  </a:lnTo>
                  <a:lnTo>
                    <a:pt x="7733881" y="410527"/>
                  </a:lnTo>
                  <a:lnTo>
                    <a:pt x="7723505" y="425970"/>
                  </a:lnTo>
                  <a:lnTo>
                    <a:pt x="7719403" y="446468"/>
                  </a:lnTo>
                  <a:lnTo>
                    <a:pt x="7724673" y="469874"/>
                  </a:lnTo>
                  <a:lnTo>
                    <a:pt x="7739469" y="488188"/>
                  </a:lnTo>
                  <a:lnTo>
                    <a:pt x="7762265" y="500113"/>
                  </a:lnTo>
                  <a:lnTo>
                    <a:pt x="7791539" y="504380"/>
                  </a:lnTo>
                  <a:lnTo>
                    <a:pt x="7820660" y="500113"/>
                  </a:lnTo>
                  <a:lnTo>
                    <a:pt x="7843380" y="488188"/>
                  </a:lnTo>
                  <a:lnTo>
                    <a:pt x="7848359" y="482028"/>
                  </a:lnTo>
                  <a:lnTo>
                    <a:pt x="7858150" y="469874"/>
                  </a:lnTo>
                  <a:lnTo>
                    <a:pt x="7863421" y="446468"/>
                  </a:lnTo>
                  <a:close/>
                </a:path>
                <a:path w="8208009" h="504825">
                  <a:moveTo>
                    <a:pt x="8025219" y="397954"/>
                  </a:moveTo>
                  <a:lnTo>
                    <a:pt x="8019504" y="351320"/>
                  </a:lnTo>
                  <a:lnTo>
                    <a:pt x="8003756" y="318071"/>
                  </a:lnTo>
                  <a:lnTo>
                    <a:pt x="8000263" y="315150"/>
                  </a:lnTo>
                  <a:lnTo>
                    <a:pt x="7999565" y="314566"/>
                  </a:lnTo>
                  <a:lnTo>
                    <a:pt x="7999565" y="397954"/>
                  </a:lnTo>
                  <a:lnTo>
                    <a:pt x="7995717" y="434251"/>
                  </a:lnTo>
                  <a:lnTo>
                    <a:pt x="7985214" y="460121"/>
                  </a:lnTo>
                  <a:lnTo>
                    <a:pt x="7969555" y="475602"/>
                  </a:lnTo>
                  <a:lnTo>
                    <a:pt x="7950289" y="480758"/>
                  </a:lnTo>
                  <a:lnTo>
                    <a:pt x="7930870" y="475602"/>
                  </a:lnTo>
                  <a:lnTo>
                    <a:pt x="7915135" y="460121"/>
                  </a:lnTo>
                  <a:lnTo>
                    <a:pt x="7904607" y="434251"/>
                  </a:lnTo>
                  <a:lnTo>
                    <a:pt x="7900759" y="397954"/>
                  </a:lnTo>
                  <a:lnTo>
                    <a:pt x="7904607" y="361759"/>
                  </a:lnTo>
                  <a:lnTo>
                    <a:pt x="7930870" y="320344"/>
                  </a:lnTo>
                  <a:lnTo>
                    <a:pt x="7969555" y="320344"/>
                  </a:lnTo>
                  <a:lnTo>
                    <a:pt x="7995717" y="361759"/>
                  </a:lnTo>
                  <a:lnTo>
                    <a:pt x="7999565" y="397954"/>
                  </a:lnTo>
                  <a:lnTo>
                    <a:pt x="7999565" y="314566"/>
                  </a:lnTo>
                  <a:lnTo>
                    <a:pt x="7979994" y="298157"/>
                  </a:lnTo>
                  <a:lnTo>
                    <a:pt x="7950289" y="291528"/>
                  </a:lnTo>
                  <a:lnTo>
                    <a:pt x="7920431" y="298157"/>
                  </a:lnTo>
                  <a:lnTo>
                    <a:pt x="7896593" y="318071"/>
                  </a:lnTo>
                  <a:lnTo>
                    <a:pt x="7880820" y="351320"/>
                  </a:lnTo>
                  <a:lnTo>
                    <a:pt x="7875105" y="397954"/>
                  </a:lnTo>
                  <a:lnTo>
                    <a:pt x="7880820" y="444588"/>
                  </a:lnTo>
                  <a:lnTo>
                    <a:pt x="7896593" y="477837"/>
                  </a:lnTo>
                  <a:lnTo>
                    <a:pt x="7920431" y="497751"/>
                  </a:lnTo>
                  <a:lnTo>
                    <a:pt x="7950289" y="504380"/>
                  </a:lnTo>
                  <a:lnTo>
                    <a:pt x="7979994" y="497751"/>
                  </a:lnTo>
                  <a:lnTo>
                    <a:pt x="8000263" y="480758"/>
                  </a:lnTo>
                  <a:lnTo>
                    <a:pt x="8003756" y="477837"/>
                  </a:lnTo>
                  <a:lnTo>
                    <a:pt x="8019504" y="444588"/>
                  </a:lnTo>
                  <a:lnTo>
                    <a:pt x="8025219" y="397954"/>
                  </a:lnTo>
                  <a:close/>
                </a:path>
                <a:path w="8208009" h="504825">
                  <a:moveTo>
                    <a:pt x="8105724" y="295910"/>
                  </a:moveTo>
                  <a:lnTo>
                    <a:pt x="8036903" y="295910"/>
                  </a:lnTo>
                  <a:lnTo>
                    <a:pt x="8036903" y="320040"/>
                  </a:lnTo>
                  <a:lnTo>
                    <a:pt x="8079054" y="320040"/>
                  </a:lnTo>
                  <a:lnTo>
                    <a:pt x="8079054" y="500380"/>
                  </a:lnTo>
                  <a:lnTo>
                    <a:pt x="8105724" y="500380"/>
                  </a:lnTo>
                  <a:lnTo>
                    <a:pt x="8105724" y="320040"/>
                  </a:lnTo>
                  <a:lnTo>
                    <a:pt x="8105724" y="295910"/>
                  </a:lnTo>
                  <a:close/>
                </a:path>
                <a:path w="8208009" h="504825">
                  <a:moveTo>
                    <a:pt x="8207832" y="295910"/>
                  </a:moveTo>
                  <a:lnTo>
                    <a:pt x="8138998" y="295910"/>
                  </a:lnTo>
                  <a:lnTo>
                    <a:pt x="8138998" y="320040"/>
                  </a:lnTo>
                  <a:lnTo>
                    <a:pt x="8181162" y="320040"/>
                  </a:lnTo>
                  <a:lnTo>
                    <a:pt x="8181162" y="500380"/>
                  </a:lnTo>
                  <a:lnTo>
                    <a:pt x="8207832" y="500380"/>
                  </a:lnTo>
                  <a:lnTo>
                    <a:pt x="8207832" y="320040"/>
                  </a:lnTo>
                  <a:lnTo>
                    <a:pt x="8207832" y="29591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58014" y="7113553"/>
              <a:ext cx="156367" cy="20399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42649" y="7168307"/>
              <a:ext cx="265875" cy="15280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412090" y="7104639"/>
              <a:ext cx="60960" cy="276860"/>
            </a:xfrm>
            <a:custGeom>
              <a:avLst/>
              <a:gdLst/>
              <a:ahLst/>
              <a:cxnLst/>
              <a:rect l="l" t="t" r="r" b="b"/>
              <a:pathLst>
                <a:path w="60960" h="276859">
                  <a:moveTo>
                    <a:pt x="53226" y="34635"/>
                  </a:moveTo>
                  <a:lnTo>
                    <a:pt x="33107" y="34635"/>
                  </a:lnTo>
                  <a:lnTo>
                    <a:pt x="25721" y="27249"/>
                  </a:lnTo>
                  <a:lnTo>
                    <a:pt x="25721" y="7385"/>
                  </a:lnTo>
                  <a:lnTo>
                    <a:pt x="33107" y="0"/>
                  </a:lnTo>
                  <a:lnTo>
                    <a:pt x="53226" y="0"/>
                  </a:lnTo>
                  <a:lnTo>
                    <a:pt x="60611" y="7385"/>
                  </a:lnTo>
                  <a:lnTo>
                    <a:pt x="60611" y="27249"/>
                  </a:lnTo>
                  <a:lnTo>
                    <a:pt x="53226" y="34635"/>
                  </a:lnTo>
                  <a:close/>
                </a:path>
                <a:path w="60960" h="276859">
                  <a:moveTo>
                    <a:pt x="53494" y="253396"/>
                  </a:moveTo>
                  <a:lnTo>
                    <a:pt x="24193" y="253396"/>
                  </a:lnTo>
                  <a:lnTo>
                    <a:pt x="30051" y="247029"/>
                  </a:lnTo>
                  <a:lnTo>
                    <a:pt x="30051" y="67232"/>
                  </a:lnTo>
                  <a:lnTo>
                    <a:pt x="56282" y="67232"/>
                  </a:lnTo>
                  <a:lnTo>
                    <a:pt x="56282" y="236843"/>
                  </a:lnTo>
                  <a:lnTo>
                    <a:pt x="53745" y="252887"/>
                  </a:lnTo>
                  <a:lnTo>
                    <a:pt x="53494" y="253396"/>
                  </a:lnTo>
                  <a:close/>
                </a:path>
                <a:path w="60960" h="276859">
                  <a:moveTo>
                    <a:pt x="18845" y="276316"/>
                  </a:moveTo>
                  <a:lnTo>
                    <a:pt x="11969" y="276316"/>
                  </a:lnTo>
                  <a:lnTo>
                    <a:pt x="5602" y="275552"/>
                  </a:lnTo>
                  <a:lnTo>
                    <a:pt x="0" y="274279"/>
                  </a:lnTo>
                  <a:lnTo>
                    <a:pt x="0" y="251613"/>
                  </a:lnTo>
                  <a:lnTo>
                    <a:pt x="4584" y="252887"/>
                  </a:lnTo>
                  <a:lnTo>
                    <a:pt x="9422" y="253396"/>
                  </a:lnTo>
                  <a:lnTo>
                    <a:pt x="53494" y="253396"/>
                  </a:lnTo>
                  <a:lnTo>
                    <a:pt x="46349" y="265461"/>
                  </a:lnTo>
                  <a:lnTo>
                    <a:pt x="34579" y="273479"/>
                  </a:lnTo>
                  <a:lnTo>
                    <a:pt x="18845" y="276316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01988" y="7168307"/>
              <a:ext cx="145925" cy="15280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73636" y="7127496"/>
              <a:ext cx="251868" cy="193612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24956" y="7113553"/>
              <a:ext cx="204245" cy="20399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63837" y="7168307"/>
              <a:ext cx="150000" cy="15280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55094" y="7168307"/>
              <a:ext cx="134211" cy="14923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18847" y="7168307"/>
              <a:ext cx="150000" cy="15280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02464" y="7168307"/>
              <a:ext cx="150000" cy="21468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86081" y="7168307"/>
              <a:ext cx="145925" cy="152801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65368" y="7168307"/>
              <a:ext cx="98557" cy="14923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50320" y="7113553"/>
              <a:ext cx="178014" cy="208829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069336" y="7113553"/>
              <a:ext cx="27305" cy="204470"/>
            </a:xfrm>
            <a:custGeom>
              <a:avLst/>
              <a:gdLst/>
              <a:ahLst/>
              <a:cxnLst/>
              <a:rect l="l" t="t" r="r" b="b"/>
              <a:pathLst>
                <a:path w="27304" h="204470">
                  <a:moveTo>
                    <a:pt x="26740" y="203990"/>
                  </a:moveTo>
                  <a:lnTo>
                    <a:pt x="0" y="203990"/>
                  </a:lnTo>
                  <a:lnTo>
                    <a:pt x="0" y="0"/>
                  </a:lnTo>
                  <a:lnTo>
                    <a:pt x="26740" y="0"/>
                  </a:lnTo>
                  <a:lnTo>
                    <a:pt x="26740" y="20399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11128" y="7113553"/>
              <a:ext cx="183362" cy="20399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20721" y="7168307"/>
              <a:ext cx="145925" cy="15280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92623" y="7168307"/>
              <a:ext cx="131664" cy="15280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7753065" y="7104639"/>
              <a:ext cx="34925" cy="213360"/>
            </a:xfrm>
            <a:custGeom>
              <a:avLst/>
              <a:gdLst/>
              <a:ahLst/>
              <a:cxnLst/>
              <a:rect l="l" t="t" r="r" b="b"/>
              <a:pathLst>
                <a:path w="34925" h="213359">
                  <a:moveTo>
                    <a:pt x="27504" y="34635"/>
                  </a:moveTo>
                  <a:lnTo>
                    <a:pt x="7385" y="34635"/>
                  </a:lnTo>
                  <a:lnTo>
                    <a:pt x="0" y="27249"/>
                  </a:lnTo>
                  <a:lnTo>
                    <a:pt x="0" y="7385"/>
                  </a:lnTo>
                  <a:lnTo>
                    <a:pt x="7385" y="0"/>
                  </a:lnTo>
                  <a:lnTo>
                    <a:pt x="27504" y="0"/>
                  </a:lnTo>
                  <a:lnTo>
                    <a:pt x="34889" y="7385"/>
                  </a:lnTo>
                  <a:lnTo>
                    <a:pt x="34889" y="27249"/>
                  </a:lnTo>
                  <a:lnTo>
                    <a:pt x="27504" y="34635"/>
                  </a:lnTo>
                  <a:close/>
                </a:path>
                <a:path w="34925" h="213359">
                  <a:moveTo>
                    <a:pt x="30560" y="213158"/>
                  </a:moveTo>
                  <a:lnTo>
                    <a:pt x="4329" y="213158"/>
                  </a:lnTo>
                  <a:lnTo>
                    <a:pt x="4329" y="67232"/>
                  </a:lnTo>
                  <a:lnTo>
                    <a:pt x="30560" y="67232"/>
                  </a:lnTo>
                  <a:lnTo>
                    <a:pt x="30560" y="213158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17242" y="7168307"/>
              <a:ext cx="150000" cy="21468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08499" y="7168307"/>
              <a:ext cx="134211" cy="14923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531195" y="8019491"/>
              <a:ext cx="142875" cy="204470"/>
            </a:xfrm>
            <a:custGeom>
              <a:avLst/>
              <a:gdLst/>
              <a:ahLst/>
              <a:cxnLst/>
              <a:rect l="l" t="t" r="r" b="b"/>
              <a:pathLst>
                <a:path w="142875" h="204470">
                  <a:moveTo>
                    <a:pt x="142621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0" y="92710"/>
                  </a:lnTo>
                  <a:lnTo>
                    <a:pt x="0" y="93980"/>
                  </a:lnTo>
                  <a:lnTo>
                    <a:pt x="0" y="116840"/>
                  </a:lnTo>
                  <a:lnTo>
                    <a:pt x="0" y="204470"/>
                  </a:lnTo>
                  <a:lnTo>
                    <a:pt x="26746" y="204470"/>
                  </a:lnTo>
                  <a:lnTo>
                    <a:pt x="26746" y="116840"/>
                  </a:lnTo>
                  <a:lnTo>
                    <a:pt x="131406" y="116840"/>
                  </a:lnTo>
                  <a:lnTo>
                    <a:pt x="131406" y="93980"/>
                  </a:lnTo>
                  <a:lnTo>
                    <a:pt x="131406" y="92710"/>
                  </a:lnTo>
                  <a:lnTo>
                    <a:pt x="86690" y="92710"/>
                  </a:lnTo>
                  <a:lnTo>
                    <a:pt x="86690" y="93980"/>
                  </a:lnTo>
                  <a:lnTo>
                    <a:pt x="26746" y="93980"/>
                  </a:lnTo>
                  <a:lnTo>
                    <a:pt x="26746" y="92710"/>
                  </a:lnTo>
                  <a:lnTo>
                    <a:pt x="26746" y="24130"/>
                  </a:lnTo>
                  <a:lnTo>
                    <a:pt x="142621" y="24130"/>
                  </a:lnTo>
                  <a:lnTo>
                    <a:pt x="142621" y="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01065" y="8074261"/>
              <a:ext cx="265875" cy="152801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00557" y="8074261"/>
              <a:ext cx="134211" cy="149236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5157432" y="8019491"/>
              <a:ext cx="384175" cy="204470"/>
            </a:xfrm>
            <a:custGeom>
              <a:avLst/>
              <a:gdLst/>
              <a:ahLst/>
              <a:cxnLst/>
              <a:rect l="l" t="t" r="r" b="b"/>
              <a:pathLst>
                <a:path w="384175" h="204470">
                  <a:moveTo>
                    <a:pt x="90919" y="58420"/>
                  </a:moveTo>
                  <a:lnTo>
                    <a:pt x="58572" y="58420"/>
                  </a:lnTo>
                  <a:lnTo>
                    <a:pt x="58572" y="13970"/>
                  </a:lnTo>
                  <a:lnTo>
                    <a:pt x="32334" y="13970"/>
                  </a:lnTo>
                  <a:lnTo>
                    <a:pt x="32334" y="58420"/>
                  </a:lnTo>
                  <a:lnTo>
                    <a:pt x="0" y="58420"/>
                  </a:lnTo>
                  <a:lnTo>
                    <a:pt x="0" y="81280"/>
                  </a:lnTo>
                  <a:lnTo>
                    <a:pt x="32334" y="81280"/>
                  </a:lnTo>
                  <a:lnTo>
                    <a:pt x="32334" y="204470"/>
                  </a:lnTo>
                  <a:lnTo>
                    <a:pt x="58572" y="204470"/>
                  </a:lnTo>
                  <a:lnTo>
                    <a:pt x="58572" y="81280"/>
                  </a:lnTo>
                  <a:lnTo>
                    <a:pt x="90919" y="81280"/>
                  </a:lnTo>
                  <a:lnTo>
                    <a:pt x="90919" y="58420"/>
                  </a:lnTo>
                  <a:close/>
                </a:path>
                <a:path w="384175" h="204470">
                  <a:moveTo>
                    <a:pt x="200672" y="94754"/>
                  </a:moveTo>
                  <a:lnTo>
                    <a:pt x="111544" y="94754"/>
                  </a:lnTo>
                  <a:lnTo>
                    <a:pt x="111544" y="117678"/>
                  </a:lnTo>
                  <a:lnTo>
                    <a:pt x="200672" y="117678"/>
                  </a:lnTo>
                  <a:lnTo>
                    <a:pt x="200672" y="94754"/>
                  </a:lnTo>
                  <a:close/>
                </a:path>
                <a:path w="384175" h="204470">
                  <a:moveTo>
                    <a:pt x="384035" y="180340"/>
                  </a:moveTo>
                  <a:lnTo>
                    <a:pt x="263575" y="180340"/>
                  </a:lnTo>
                  <a:lnTo>
                    <a:pt x="263575" y="111760"/>
                  </a:lnTo>
                  <a:lnTo>
                    <a:pt x="372833" y="111760"/>
                  </a:lnTo>
                  <a:lnTo>
                    <a:pt x="372833" y="87630"/>
                  </a:lnTo>
                  <a:lnTo>
                    <a:pt x="263575" y="87630"/>
                  </a:lnTo>
                  <a:lnTo>
                    <a:pt x="263575" y="24130"/>
                  </a:lnTo>
                  <a:lnTo>
                    <a:pt x="381749" y="24130"/>
                  </a:lnTo>
                  <a:lnTo>
                    <a:pt x="381749" y="0"/>
                  </a:lnTo>
                  <a:lnTo>
                    <a:pt x="236842" y="0"/>
                  </a:lnTo>
                  <a:lnTo>
                    <a:pt x="236842" y="24130"/>
                  </a:lnTo>
                  <a:lnTo>
                    <a:pt x="236842" y="87630"/>
                  </a:lnTo>
                  <a:lnTo>
                    <a:pt x="236842" y="111760"/>
                  </a:lnTo>
                  <a:lnTo>
                    <a:pt x="236842" y="180340"/>
                  </a:lnTo>
                  <a:lnTo>
                    <a:pt x="236842" y="204470"/>
                  </a:lnTo>
                  <a:lnTo>
                    <a:pt x="384035" y="204470"/>
                  </a:lnTo>
                  <a:lnTo>
                    <a:pt x="384035" y="18034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74583" y="8074261"/>
              <a:ext cx="134211" cy="14923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38336" y="8013140"/>
              <a:ext cx="150000" cy="21392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01994" y="8019507"/>
              <a:ext cx="183362" cy="203990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11588" y="8074261"/>
              <a:ext cx="315535" cy="152801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546224" y="8074261"/>
              <a:ext cx="145925" cy="152801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6725511" y="8013140"/>
              <a:ext cx="26670" cy="210820"/>
            </a:xfrm>
            <a:custGeom>
              <a:avLst/>
              <a:gdLst/>
              <a:ahLst/>
              <a:cxnLst/>
              <a:rect l="l" t="t" r="r" b="b"/>
              <a:pathLst>
                <a:path w="26670" h="210820">
                  <a:moveTo>
                    <a:pt x="26231" y="210357"/>
                  </a:moveTo>
                  <a:lnTo>
                    <a:pt x="0" y="210357"/>
                  </a:lnTo>
                  <a:lnTo>
                    <a:pt x="0" y="0"/>
                  </a:lnTo>
                  <a:lnTo>
                    <a:pt x="26231" y="0"/>
                  </a:lnTo>
                  <a:lnTo>
                    <a:pt x="26231" y="210357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785359" y="8074261"/>
              <a:ext cx="148981" cy="152801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967957" y="8074261"/>
              <a:ext cx="150000" cy="211121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10486" y="7589214"/>
              <a:ext cx="163498" cy="20399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799452" y="7643968"/>
              <a:ext cx="150000" cy="152801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83068" y="7643968"/>
              <a:ext cx="143379" cy="152801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10157003" y="7582852"/>
              <a:ext cx="424815" cy="210820"/>
            </a:xfrm>
            <a:custGeom>
              <a:avLst/>
              <a:gdLst/>
              <a:ahLst/>
              <a:cxnLst/>
              <a:rect l="l" t="t" r="r" b="b"/>
              <a:pathLst>
                <a:path w="424815" h="210820">
                  <a:moveTo>
                    <a:pt x="135737" y="210362"/>
                  </a:moveTo>
                  <a:lnTo>
                    <a:pt x="71564" y="126060"/>
                  </a:lnTo>
                  <a:lnTo>
                    <a:pt x="129628" y="64693"/>
                  </a:lnTo>
                  <a:lnTo>
                    <a:pt x="98806" y="64693"/>
                  </a:lnTo>
                  <a:lnTo>
                    <a:pt x="26225" y="142621"/>
                  </a:lnTo>
                  <a:lnTo>
                    <a:pt x="26225" y="0"/>
                  </a:lnTo>
                  <a:lnTo>
                    <a:pt x="0" y="0"/>
                  </a:lnTo>
                  <a:lnTo>
                    <a:pt x="0" y="210362"/>
                  </a:lnTo>
                  <a:lnTo>
                    <a:pt x="26225" y="210362"/>
                  </a:lnTo>
                  <a:lnTo>
                    <a:pt x="26225" y="173939"/>
                  </a:lnTo>
                  <a:lnTo>
                    <a:pt x="55003" y="143637"/>
                  </a:lnTo>
                  <a:lnTo>
                    <a:pt x="104673" y="210362"/>
                  </a:lnTo>
                  <a:lnTo>
                    <a:pt x="135737" y="210362"/>
                  </a:lnTo>
                  <a:close/>
                </a:path>
                <a:path w="424815" h="210820">
                  <a:moveTo>
                    <a:pt x="240919" y="101104"/>
                  </a:moveTo>
                  <a:lnTo>
                    <a:pt x="151777" y="101104"/>
                  </a:lnTo>
                  <a:lnTo>
                    <a:pt x="151777" y="124028"/>
                  </a:lnTo>
                  <a:lnTo>
                    <a:pt x="240919" y="124028"/>
                  </a:lnTo>
                  <a:lnTo>
                    <a:pt x="240919" y="101104"/>
                  </a:lnTo>
                  <a:close/>
                </a:path>
                <a:path w="424815" h="210820">
                  <a:moveTo>
                    <a:pt x="424281" y="186677"/>
                  </a:moveTo>
                  <a:lnTo>
                    <a:pt x="303822" y="186677"/>
                  </a:lnTo>
                  <a:lnTo>
                    <a:pt x="303822" y="118097"/>
                  </a:lnTo>
                  <a:lnTo>
                    <a:pt x="413080" y="118097"/>
                  </a:lnTo>
                  <a:lnTo>
                    <a:pt x="413080" y="93967"/>
                  </a:lnTo>
                  <a:lnTo>
                    <a:pt x="303822" y="93967"/>
                  </a:lnTo>
                  <a:lnTo>
                    <a:pt x="303822" y="30467"/>
                  </a:lnTo>
                  <a:lnTo>
                    <a:pt x="421982" y="30467"/>
                  </a:lnTo>
                  <a:lnTo>
                    <a:pt x="421982" y="6337"/>
                  </a:lnTo>
                  <a:lnTo>
                    <a:pt x="277075" y="6337"/>
                  </a:lnTo>
                  <a:lnTo>
                    <a:pt x="277075" y="30467"/>
                  </a:lnTo>
                  <a:lnTo>
                    <a:pt x="277075" y="93967"/>
                  </a:lnTo>
                  <a:lnTo>
                    <a:pt x="277075" y="118097"/>
                  </a:lnTo>
                  <a:lnTo>
                    <a:pt x="277075" y="186677"/>
                  </a:lnTo>
                  <a:lnTo>
                    <a:pt x="277075" y="210807"/>
                  </a:lnTo>
                  <a:lnTo>
                    <a:pt x="424281" y="210807"/>
                  </a:lnTo>
                  <a:lnTo>
                    <a:pt x="424281" y="186677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614396" y="7643968"/>
              <a:ext cx="134211" cy="149236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778148" y="7582847"/>
              <a:ext cx="150000" cy="21392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41846" y="7589214"/>
              <a:ext cx="183362" cy="203990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251440" y="7643968"/>
              <a:ext cx="315535" cy="152801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586076" y="7643968"/>
              <a:ext cx="145925" cy="152801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1765363" y="7582847"/>
              <a:ext cx="26670" cy="210820"/>
            </a:xfrm>
            <a:custGeom>
              <a:avLst/>
              <a:gdLst/>
              <a:ahLst/>
              <a:cxnLst/>
              <a:rect l="l" t="t" r="r" b="b"/>
              <a:pathLst>
                <a:path w="26670" h="210820">
                  <a:moveTo>
                    <a:pt x="26231" y="210357"/>
                  </a:moveTo>
                  <a:lnTo>
                    <a:pt x="0" y="210357"/>
                  </a:lnTo>
                  <a:lnTo>
                    <a:pt x="0" y="0"/>
                  </a:lnTo>
                  <a:lnTo>
                    <a:pt x="26231" y="0"/>
                  </a:lnTo>
                  <a:lnTo>
                    <a:pt x="26231" y="210357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825211" y="7643968"/>
              <a:ext cx="148981" cy="152801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007810" y="7643968"/>
              <a:ext cx="150000" cy="21112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527893" y="7589214"/>
              <a:ext cx="196095" cy="203990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3751238" y="7589214"/>
              <a:ext cx="27305" cy="204470"/>
            </a:xfrm>
            <a:custGeom>
              <a:avLst/>
              <a:gdLst/>
              <a:ahLst/>
              <a:cxnLst/>
              <a:rect l="l" t="t" r="r" b="b"/>
              <a:pathLst>
                <a:path w="27305" h="204470">
                  <a:moveTo>
                    <a:pt x="26740" y="203990"/>
                  </a:moveTo>
                  <a:lnTo>
                    <a:pt x="0" y="203990"/>
                  </a:lnTo>
                  <a:lnTo>
                    <a:pt x="0" y="0"/>
                  </a:lnTo>
                  <a:lnTo>
                    <a:pt x="26740" y="0"/>
                  </a:lnTo>
                  <a:lnTo>
                    <a:pt x="26740" y="20399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893005" y="7589214"/>
              <a:ext cx="183362" cy="203990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102597" y="7643968"/>
              <a:ext cx="315536" cy="152801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437234" y="7643968"/>
              <a:ext cx="145925" cy="152801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4616522" y="7582847"/>
              <a:ext cx="26670" cy="210820"/>
            </a:xfrm>
            <a:custGeom>
              <a:avLst/>
              <a:gdLst/>
              <a:ahLst/>
              <a:cxnLst/>
              <a:rect l="l" t="t" r="r" b="b"/>
              <a:pathLst>
                <a:path w="26669" h="210820">
                  <a:moveTo>
                    <a:pt x="26231" y="210357"/>
                  </a:moveTo>
                  <a:lnTo>
                    <a:pt x="0" y="210357"/>
                  </a:lnTo>
                  <a:lnTo>
                    <a:pt x="0" y="0"/>
                  </a:lnTo>
                  <a:lnTo>
                    <a:pt x="26231" y="0"/>
                  </a:lnTo>
                  <a:lnTo>
                    <a:pt x="26231" y="210357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676369" y="7643968"/>
              <a:ext cx="148981" cy="152801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858968" y="7643968"/>
              <a:ext cx="150000" cy="2111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2381" y="972058"/>
            <a:ext cx="14268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7C93AF"/>
                </a:solidFill>
                <a:latin typeface="Arial"/>
                <a:cs typeface="Arial"/>
              </a:rPr>
              <a:t>CHAPTER07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6752" y="1258063"/>
            <a:ext cx="3300095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053080" algn="l"/>
              </a:tabLst>
            </a:pPr>
            <a:r>
              <a:rPr dirty="0" spc="-1125"/>
              <a:t>Z</a:t>
            </a:r>
            <a:r>
              <a:rPr dirty="0" baseline="-31746" sz="3150" spc="-292"/>
              <a:t>o</a:t>
            </a:r>
            <a:r>
              <a:rPr dirty="0" sz="2250" spc="-15"/>
              <a:t>.S.</a:t>
            </a:r>
            <a:r>
              <a:rPr dirty="0" sz="2250" spc="-2360"/>
              <a:t>o</a:t>
            </a:r>
            <a:r>
              <a:rPr dirty="0" baseline="-41666" sz="2400" spc="-30"/>
              <a:t>t:::</a:t>
            </a:r>
            <a:r>
              <a:rPr dirty="0" baseline="-41666" sz="2400" spc="-15"/>
              <a:t>1</a:t>
            </a:r>
            <a:r>
              <a:rPr dirty="0" baseline="-41666" sz="2400" spc="345"/>
              <a:t> </a:t>
            </a:r>
            <a:r>
              <a:rPr dirty="0" baseline="-22988" sz="4350" spc="-157">
                <a:latin typeface="Times New Roman"/>
                <a:cs typeface="Times New Roman"/>
              </a:rPr>
              <a:t>a,</a:t>
            </a:r>
            <a:r>
              <a:rPr dirty="0" baseline="-22988" sz="4350" spc="-4155">
                <a:latin typeface="Times New Roman"/>
                <a:cs typeface="Times New Roman"/>
              </a:rPr>
              <a:t>,</a:t>
            </a:r>
            <a:r>
              <a:rPr dirty="0" sz="2250" spc="-85"/>
              <a:t>Ai-</a:t>
            </a:r>
            <a:r>
              <a:rPr dirty="0" sz="2250" spc="90"/>
              <a:t>,,11.AoHO</a:t>
            </a:r>
            <a:r>
              <a:rPr dirty="0" sz="2250" spc="-114"/>
              <a:t>l</a:t>
            </a:r>
            <a:r>
              <a:rPr dirty="0" baseline="-31746" sz="3150" spc="-7912"/>
              <a:t>o</a:t>
            </a:r>
            <a:r>
              <a:rPr dirty="0" baseline="-22988" sz="4350" spc="-7942">
                <a:latin typeface="Times New Roman"/>
                <a:cs typeface="Times New Roman"/>
              </a:rPr>
              <a:t>a</a:t>
            </a:r>
            <a:r>
              <a:rPr dirty="0" baseline="-31746" sz="3150" spc="-9000"/>
              <a:t>o</a:t>
            </a:r>
            <a:r>
              <a:rPr dirty="0" baseline="-24691" sz="4050" spc="97"/>
              <a:t>-</a:t>
            </a:r>
            <a:r>
              <a:rPr dirty="0" baseline="-24691" sz="4050" spc="-517"/>
              <a:t>r</a:t>
            </a:r>
            <a:r>
              <a:rPr dirty="0" baseline="-24691" sz="4050"/>
              <a:t>	</a:t>
            </a:r>
            <a:r>
              <a:rPr dirty="0" sz="2250" spc="85"/>
              <a:t>-</a:t>
            </a:r>
            <a:r>
              <a:rPr dirty="0" sz="2250" spc="20"/>
              <a:t>I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43163" y="2474342"/>
            <a:ext cx="37274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45" b="1">
                <a:solidFill>
                  <a:srgbClr val="3B3D3D"/>
                </a:solidFill>
                <a:latin typeface="Arial"/>
                <a:cs typeface="Arial"/>
              </a:rPr>
              <a:t>1</a:t>
            </a:r>
            <a:r>
              <a:rPr dirty="0" baseline="-31746" sz="1050" spc="-217">
                <a:solidFill>
                  <a:srgbClr val="3B3D3D"/>
                </a:solidFill>
                <a:latin typeface="Arial"/>
                <a:cs typeface="Arial"/>
              </a:rPr>
              <a:t>o</a:t>
            </a:r>
            <a:r>
              <a:rPr dirty="0" sz="900" spc="-145" b="1">
                <a:solidFill>
                  <a:srgbClr val="3B3D3D"/>
                </a:solidFill>
                <a:latin typeface="Arial"/>
                <a:cs typeface="Arial"/>
              </a:rPr>
              <a:t>i</a:t>
            </a:r>
            <a:r>
              <a:rPr dirty="0" baseline="-31746" sz="1050" spc="-217">
                <a:solidFill>
                  <a:srgbClr val="3B3D3D"/>
                </a:solidFill>
                <a:latin typeface="Arial"/>
                <a:cs typeface="Arial"/>
              </a:rPr>
              <a:t>-</a:t>
            </a:r>
            <a:r>
              <a:rPr dirty="0" sz="900" spc="-145" b="1">
                <a:solidFill>
                  <a:srgbClr val="3B3D3D"/>
                </a:solidFill>
                <a:latin typeface="Arial"/>
                <a:cs typeface="Arial"/>
              </a:rPr>
              <a:t>t</a:t>
            </a:r>
            <a:r>
              <a:rPr dirty="0" baseline="-31746" sz="1050" spc="-217">
                <a:solidFill>
                  <a:srgbClr val="3B3D3D"/>
                </a:solidFill>
                <a:latin typeface="Arial"/>
                <a:cs typeface="Arial"/>
              </a:rPr>
              <a:t>,</a:t>
            </a:r>
            <a:r>
              <a:rPr dirty="0" baseline="-31746" sz="1050" spc="-75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3B3D3D"/>
                </a:solidFill>
                <a:latin typeface="Arial"/>
                <a:cs typeface="Arial"/>
              </a:rPr>
              <a:t>.5!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83577" y="2933882"/>
            <a:ext cx="2165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595959"/>
                </a:solidFill>
                <a:latin typeface="Times New Roman"/>
                <a:cs typeface="Times New Roman"/>
              </a:rPr>
              <a:t>61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95037" y="2966304"/>
            <a:ext cx="1000760" cy="45021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53670" indent="-139065">
              <a:lnSpc>
                <a:spcPct val="100000"/>
              </a:lnSpc>
              <a:spcBef>
                <a:spcPts val="195"/>
              </a:spcBef>
              <a:buClr>
                <a:srgbClr val="3B3D3D"/>
              </a:buClr>
              <a:buChar char="•"/>
              <a:tabLst>
                <a:tab pos="153670" algn="l"/>
              </a:tabLst>
            </a:pPr>
            <a:r>
              <a:rPr dirty="0" sz="1150" spc="-20">
                <a:solidFill>
                  <a:srgbClr val="595959"/>
                </a:solidFill>
                <a:latin typeface="Arial"/>
                <a:cs typeface="Arial"/>
              </a:rPr>
              <a:t>R,1.A.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fil</a:t>
            </a:r>
            <a:r>
              <a:rPr dirty="0" sz="1150" spc="114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21</a:t>
            </a:r>
            <a:endParaRPr sz="1150">
              <a:latin typeface="Arial"/>
              <a:cs typeface="Arial"/>
            </a:endParaRPr>
          </a:p>
          <a:p>
            <a:pPr marL="157480" indent="-144780">
              <a:lnSpc>
                <a:spcPct val="100000"/>
              </a:lnSpc>
              <a:spcBef>
                <a:spcPts val="125"/>
              </a:spcBef>
              <a:buClr>
                <a:srgbClr val="3B3D3D"/>
              </a:buClr>
              <a:buChar char="•"/>
              <a:tabLst>
                <a:tab pos="157480" algn="l"/>
              </a:tabLst>
            </a:pPr>
            <a:r>
              <a:rPr dirty="0" sz="1450" spc="-145">
                <a:solidFill>
                  <a:srgbClr val="595959"/>
                </a:solidFill>
                <a:latin typeface="Arial"/>
                <a:cs typeface="Arial"/>
              </a:rPr>
              <a:t>2lOIOi</a:t>
            </a:r>
            <a:r>
              <a:rPr dirty="0" u="heavy" sz="1450" spc="-145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II2-</a:t>
            </a:r>
            <a:r>
              <a:rPr dirty="0" u="heavy" sz="1450" spc="-6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ll'i:</a:t>
            </a:r>
            <a:r>
              <a:rPr dirty="0" u="none" sz="1450" spc="-60">
                <a:solidFill>
                  <a:srgbClr val="595959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91141" y="3664033"/>
            <a:ext cx="981710" cy="7048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215"/>
              </a:spcBef>
              <a:buChar char="•"/>
              <a:tabLst>
                <a:tab pos="168910" algn="l"/>
              </a:tabLst>
            </a:pPr>
            <a:r>
              <a:rPr dirty="0" sz="1300" spc="105">
                <a:solidFill>
                  <a:srgbClr val="3B3D3D"/>
                </a:solidFill>
                <a:latin typeface="Times New Roman"/>
                <a:cs typeface="Times New Roman"/>
              </a:rPr>
              <a:t>DB</a:t>
            </a:r>
            <a:r>
              <a:rPr dirty="0" sz="1150" spc="105">
                <a:solidFill>
                  <a:srgbClr val="3B3D3D"/>
                </a:solidFill>
                <a:latin typeface="Arial"/>
                <a:cs typeface="Arial"/>
              </a:rPr>
              <a:t>?;!I</a:t>
            </a:r>
            <a:endParaRPr sz="1150">
              <a:latin typeface="Arial"/>
              <a:cs typeface="Arial"/>
            </a:endParaRPr>
          </a:p>
          <a:p>
            <a:pPr marL="168910" indent="-154940">
              <a:lnSpc>
                <a:spcPct val="100000"/>
              </a:lnSpc>
              <a:spcBef>
                <a:spcPts val="130"/>
              </a:spcBef>
              <a:buChar char="•"/>
              <a:tabLst>
                <a:tab pos="168910" algn="l"/>
              </a:tabLst>
            </a:pPr>
            <a:r>
              <a:rPr dirty="0" sz="1150" spc="254">
                <a:solidFill>
                  <a:srgbClr val="3B3D3D"/>
                </a:solidFill>
                <a:latin typeface="Arial"/>
                <a:cs typeface="Arial"/>
              </a:rPr>
              <a:t>AP</a:t>
            </a:r>
            <a:r>
              <a:rPr dirty="0" sz="1150" spc="254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dirty="0" sz="1450" spc="254">
                <a:solidFill>
                  <a:srgbClr val="595959"/>
                </a:solidFill>
                <a:latin typeface="Arial"/>
                <a:cs typeface="Arial"/>
              </a:rPr>
              <a:t>ii</a:t>
            </a:r>
            <a:r>
              <a:rPr dirty="0" sz="1450" spc="254">
                <a:solidFill>
                  <a:srgbClr val="3B3D3D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  <a:p>
            <a:pPr marL="159385" indent="-146050">
              <a:lnSpc>
                <a:spcPct val="100000"/>
              </a:lnSpc>
              <a:spcBef>
                <a:spcPts val="60"/>
              </a:spcBef>
              <a:buSzPct val="91666"/>
              <a:buChar char="•"/>
              <a:tabLst>
                <a:tab pos="159385" algn="l"/>
              </a:tabLst>
            </a:pPr>
            <a:r>
              <a:rPr dirty="0" sz="1200" spc="60">
                <a:solidFill>
                  <a:srgbClr val="3B3D3D"/>
                </a:solidFill>
                <a:latin typeface="Arial"/>
                <a:cs typeface="Arial"/>
              </a:rPr>
              <a:t>U</a:t>
            </a:r>
            <a:r>
              <a:rPr dirty="0" sz="1200" spc="55">
                <a:solidFill>
                  <a:srgbClr val="3B3D3D"/>
                </a:solidFill>
                <a:latin typeface="Arial"/>
                <a:cs typeface="Arial"/>
              </a:rPr>
              <a:t>I</a:t>
            </a:r>
            <a:r>
              <a:rPr dirty="0" sz="1200" spc="55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200" spc="60">
                <a:solidFill>
                  <a:srgbClr val="3B3D3D"/>
                </a:solidFill>
                <a:latin typeface="Arial"/>
                <a:cs typeface="Arial"/>
              </a:rPr>
              <a:t>U</a:t>
            </a:r>
            <a:r>
              <a:rPr dirty="0" sz="1200" spc="-500">
                <a:solidFill>
                  <a:srgbClr val="3B3D3D"/>
                </a:solidFill>
                <a:latin typeface="Arial"/>
                <a:cs typeface="Arial"/>
              </a:rPr>
              <a:t>X</a:t>
            </a:r>
            <a:r>
              <a:rPr dirty="0" sz="1450" spc="55">
                <a:solidFill>
                  <a:srgbClr val="595959"/>
                </a:solidFill>
                <a:latin typeface="Arial"/>
                <a:cs typeface="Arial"/>
              </a:rPr>
              <a:t>l-</a:t>
            </a:r>
            <a:r>
              <a:rPr dirty="0" sz="1450" spc="36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dirty="0" sz="1450" spc="360">
                <a:solidFill>
                  <a:srgbClr val="909090"/>
                </a:solidFill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95037" y="4590615"/>
            <a:ext cx="584835" cy="502284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234"/>
              </a:spcBef>
              <a:buClr>
                <a:srgbClr val="3B3D3D"/>
              </a:buClr>
              <a:buChar char="•"/>
              <a:tabLst>
                <a:tab pos="159385" algn="l"/>
              </a:tabLst>
            </a:pPr>
            <a:r>
              <a:rPr dirty="0" sz="1450" spc="-145">
                <a:solidFill>
                  <a:srgbClr val="595959"/>
                </a:solidFill>
                <a:latin typeface="Arial"/>
                <a:cs typeface="Arial"/>
              </a:rPr>
              <a:t>?J</a:t>
            </a:r>
            <a:r>
              <a:rPr dirty="0" sz="145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u="heavy" sz="1450" spc="-50">
                <a:solidFill>
                  <a:srgbClr val="595959"/>
                </a:solidFill>
                <a:uFill>
                  <a:solidFill>
                    <a:srgbClr val="6D6D6D"/>
                  </a:solidFill>
                </a:uFill>
                <a:latin typeface="Arial"/>
                <a:cs typeface="Arial"/>
              </a:rPr>
              <a:t>i;</a:t>
            </a:r>
            <a:r>
              <a:rPr dirty="0" u="none" sz="1450" spc="-50">
                <a:solidFill>
                  <a:srgbClr val="595959"/>
                </a:solidFill>
                <a:latin typeface="Arial"/>
                <a:cs typeface="Arial"/>
              </a:rPr>
              <a:t>:I</a:t>
            </a:r>
            <a:endParaRPr sz="1450">
              <a:latin typeface="Arial"/>
              <a:cs typeface="Arial"/>
            </a:endParaRPr>
          </a:p>
          <a:p>
            <a:pPr marL="214629" indent="-201930">
              <a:lnSpc>
                <a:spcPct val="100000"/>
              </a:lnSpc>
              <a:spcBef>
                <a:spcPts val="135"/>
              </a:spcBef>
              <a:buClr>
                <a:srgbClr val="3B3D3D"/>
              </a:buClr>
              <a:buChar char="•"/>
              <a:tabLst>
                <a:tab pos="214629" algn="l"/>
              </a:tabLst>
            </a:pPr>
            <a:r>
              <a:rPr dirty="0" sz="1450" spc="-35">
                <a:solidFill>
                  <a:srgbClr val="595959"/>
                </a:solidFill>
                <a:latin typeface="Arial"/>
                <a:cs typeface="Arial"/>
              </a:rPr>
              <a:t>ts"</a:t>
            </a:r>
            <a:r>
              <a:rPr dirty="0" u="heavy" sz="1450" spc="-35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</a:t>
            </a:r>
            <a:r>
              <a:rPr dirty="0" u="none" sz="1450" spc="-35">
                <a:solidFill>
                  <a:srgbClr val="595959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32915" y="4538109"/>
            <a:ext cx="1044575" cy="54673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645"/>
              </a:spcBef>
              <a:tabLst>
                <a:tab pos="730250" algn="l"/>
              </a:tabLst>
            </a:pPr>
            <a:r>
              <a:rPr dirty="0" sz="1450" spc="-170">
                <a:solidFill>
                  <a:srgbClr val="595959"/>
                </a:solidFill>
                <a:latin typeface="Arial"/>
                <a:cs typeface="Arial"/>
              </a:rPr>
              <a:t>c-</a:t>
            </a:r>
            <a:r>
              <a:rPr dirty="0" sz="1450" spc="15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dirty="0" sz="1450" spc="10">
                <a:solidFill>
                  <a:srgbClr val="3B3D3D"/>
                </a:solidFill>
                <a:latin typeface="Arial"/>
                <a:cs typeface="Arial"/>
              </a:rPr>
              <a:t>l</a:t>
            </a:r>
            <a:r>
              <a:rPr dirty="0" sz="1450" spc="15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dirty="0" sz="1450" spc="1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dirty="0" sz="1450" spc="15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dirty="0" sz="1450" spc="1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dirty="0" sz="1450" spc="-31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dirty="0" sz="1450" spc="-825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450" spc="1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dirty="0" sz="14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450" spc="305">
                <a:solidFill>
                  <a:srgbClr val="595959"/>
                </a:solidFill>
                <a:latin typeface="Arial"/>
                <a:cs typeface="Arial"/>
              </a:rPr>
              <a:t>ic</a:t>
            </a:r>
            <a:r>
              <a:rPr dirty="0" sz="1450" spc="305">
                <a:solidFill>
                  <a:srgbClr val="3B3D3D"/>
                </a:solidFill>
                <a:latin typeface="Arial"/>
                <a:cs typeface="Arial"/>
              </a:rPr>
              <a:t>l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282575" algn="l"/>
                <a:tab pos="635000" algn="l"/>
              </a:tabLst>
            </a:pPr>
            <a:r>
              <a:rPr dirty="0" u="heavy" sz="1150" spc="-5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2</a:t>
            </a:r>
            <a:r>
              <a:rPr dirty="0" u="heavy" sz="115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1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u="heavy" sz="115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	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93493" y="6780679"/>
            <a:ext cx="660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3B3D3D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61574" y="6780679"/>
            <a:ext cx="4064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000" spc="95">
                <a:solidFill>
                  <a:srgbClr val="595959"/>
                </a:solidFill>
                <a:uFill>
                  <a:solidFill>
                    <a:srgbClr val="3B3D3D"/>
                  </a:solidFill>
                </a:uFill>
                <a:latin typeface="Arial"/>
                <a:cs typeface="Arial"/>
              </a:rPr>
              <a:t>Ei</a:t>
            </a:r>
            <a:r>
              <a:rPr dirty="0" u="heavy" sz="1000" spc="95">
                <a:solidFill>
                  <a:srgbClr val="3B3D3D"/>
                </a:solidFill>
                <a:uFill>
                  <a:solidFill>
                    <a:srgbClr val="3B3D3D"/>
                  </a:solidFill>
                </a:uFill>
                <a:latin typeface="Arial"/>
                <a:cs typeface="Arial"/>
              </a:rPr>
              <a:t>l</a:t>
            </a:r>
            <a:r>
              <a:rPr dirty="0" u="heavy" sz="1000" spc="95">
                <a:solidFill>
                  <a:srgbClr val="595959"/>
                </a:solidFill>
                <a:uFill>
                  <a:solidFill>
                    <a:srgbClr val="3B3D3D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000" spc="95">
                <a:solidFill>
                  <a:srgbClr val="3B3D3D"/>
                </a:solidFill>
                <a:uFill>
                  <a:solidFill>
                    <a:srgbClr val="3B3D3D"/>
                  </a:solidFill>
                </a:u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90461" y="5074582"/>
            <a:ext cx="1401445" cy="220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830" indent="-151130">
              <a:lnSpc>
                <a:spcPct val="100000"/>
              </a:lnSpc>
              <a:spcBef>
                <a:spcPts val="100"/>
              </a:spcBef>
              <a:buClr>
                <a:srgbClr val="3B3D3D"/>
              </a:buClr>
              <a:buChar char="•"/>
              <a:tabLst>
                <a:tab pos="163830" algn="l"/>
                <a:tab pos="1083945" algn="l"/>
                <a:tab pos="1388110" algn="l"/>
              </a:tabLst>
            </a:pPr>
            <a:r>
              <a:rPr dirty="0" u="heavy" sz="1450" spc="-1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?J</a:t>
            </a:r>
            <a:r>
              <a:rPr dirty="0" u="heavy" sz="1450" spc="-75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50" spc="-3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AI::;</a:t>
            </a:r>
            <a:r>
              <a:rPr dirty="0" u="none" sz="1450" spc="-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u="none" sz="1450" spc="-5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dirty="0" u="none" sz="14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u="heavy" sz="145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Font typeface="Arial"/>
              <a:buChar char="•"/>
            </a:pPr>
            <a:endParaRPr sz="1450">
              <a:latin typeface="Arial"/>
              <a:cs typeface="Arial"/>
            </a:endParaRPr>
          </a:p>
          <a:p>
            <a:pPr marL="170180" indent="-156845">
              <a:lnSpc>
                <a:spcPct val="100000"/>
              </a:lnSpc>
              <a:buChar char="•"/>
              <a:tabLst>
                <a:tab pos="170180" algn="l"/>
              </a:tabLst>
            </a:pPr>
            <a:r>
              <a:rPr dirty="0" sz="1300" spc="-90">
                <a:solidFill>
                  <a:srgbClr val="3B3D3D"/>
                </a:solidFill>
                <a:latin typeface="Times New Roman"/>
                <a:cs typeface="Times New Roman"/>
              </a:rPr>
              <a:t>DB</a:t>
            </a:r>
            <a:r>
              <a:rPr dirty="0" sz="1300" spc="-95">
                <a:solidFill>
                  <a:srgbClr val="3B3D3D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6D6D6D"/>
                </a:solidFill>
                <a:latin typeface="Times New Roman"/>
                <a:cs typeface="Times New Roman"/>
              </a:rPr>
              <a:t>,1</a:t>
            </a:r>
            <a:endParaRPr sz="1200">
              <a:latin typeface="Times New Roman"/>
              <a:cs typeface="Times New Roman"/>
            </a:endParaRPr>
          </a:p>
          <a:p>
            <a:pPr marL="171450" indent="-154940">
              <a:lnSpc>
                <a:spcPct val="100000"/>
              </a:lnSpc>
              <a:spcBef>
                <a:spcPts val="45"/>
              </a:spcBef>
              <a:buClr>
                <a:srgbClr val="3B3D3D"/>
              </a:buClr>
              <a:buChar char="•"/>
              <a:tabLst>
                <a:tab pos="171450" algn="l"/>
                <a:tab pos="480695" algn="l"/>
              </a:tabLst>
            </a:pPr>
            <a:r>
              <a:rPr dirty="0" sz="1500" spc="-25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dirty="0" sz="1500" spc="-25">
                <a:solidFill>
                  <a:srgbClr val="3B3D3D"/>
                </a:solidFill>
                <a:latin typeface="Times New Roman"/>
                <a:cs typeface="Times New Roman"/>
              </a:rPr>
              <a:t>i</a:t>
            </a:r>
            <a:r>
              <a:rPr dirty="0" sz="1500">
                <a:solidFill>
                  <a:srgbClr val="3B3D3D"/>
                </a:solidFill>
                <a:latin typeface="Times New Roman"/>
                <a:cs typeface="Times New Roman"/>
              </a:rPr>
              <a:t>	</a:t>
            </a:r>
            <a:r>
              <a:rPr dirty="0" sz="1200" spc="-25">
                <a:solidFill>
                  <a:srgbClr val="595959"/>
                </a:solidFill>
                <a:latin typeface="Times New Roman"/>
                <a:cs typeface="Times New Roman"/>
              </a:rPr>
              <a:t>,1</a:t>
            </a:r>
            <a:endParaRPr sz="1200">
              <a:latin typeface="Times New Roman"/>
              <a:cs typeface="Times New Roman"/>
            </a:endParaRPr>
          </a:p>
          <a:p>
            <a:pPr marL="179705" indent="-159385">
              <a:lnSpc>
                <a:spcPct val="100000"/>
              </a:lnSpc>
              <a:spcBef>
                <a:spcPts val="195"/>
              </a:spcBef>
              <a:buClr>
                <a:srgbClr val="3B3D3D"/>
              </a:buClr>
              <a:buChar char="•"/>
              <a:tabLst>
                <a:tab pos="179705" algn="l"/>
              </a:tabLst>
            </a:pPr>
            <a:r>
              <a:rPr dirty="0" u="heavy" sz="900" spc="24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imes New Roman"/>
                <a:cs typeface="Times New Roman"/>
              </a:rPr>
              <a:t>II§E£!JC</a:t>
            </a:r>
            <a:r>
              <a:rPr dirty="0" u="none" sz="900" spc="19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u="none" sz="1200" spc="15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dirty="0" u="none" sz="1200" spc="120">
                <a:solidFill>
                  <a:srgbClr val="595959"/>
                </a:solidFill>
                <a:latin typeface="Times New Roman"/>
                <a:cs typeface="Times New Roman"/>
              </a:rPr>
              <a:t>,J-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900">
              <a:latin typeface="Times New Roman"/>
              <a:cs typeface="Times New Roman"/>
            </a:endParaRPr>
          </a:p>
          <a:p>
            <a:pPr marL="161925" indent="-145415">
              <a:lnSpc>
                <a:spcPct val="100000"/>
              </a:lnSpc>
              <a:spcBef>
                <a:spcPts val="5"/>
              </a:spcBef>
              <a:buChar char="•"/>
              <a:tabLst>
                <a:tab pos="161925" algn="l"/>
                <a:tab pos="478790" algn="l"/>
              </a:tabLst>
            </a:pPr>
            <a:r>
              <a:rPr dirty="0" sz="1450" spc="75">
                <a:solidFill>
                  <a:srgbClr val="3B3D3D"/>
                </a:solidFill>
                <a:latin typeface="Times New Roman"/>
                <a:cs typeface="Times New Roman"/>
              </a:rPr>
              <a:t>if</a:t>
            </a:r>
            <a:r>
              <a:rPr dirty="0" sz="1450">
                <a:solidFill>
                  <a:srgbClr val="3B3D3D"/>
                </a:solidFill>
                <a:latin typeface="Times New Roman"/>
                <a:cs typeface="Times New Roman"/>
              </a:rPr>
              <a:t>	</a:t>
            </a:r>
            <a:r>
              <a:rPr dirty="0" sz="1450" spc="-85">
                <a:solidFill>
                  <a:srgbClr val="595959"/>
                </a:solidFill>
                <a:latin typeface="Arial"/>
                <a:cs typeface="Arial"/>
              </a:rPr>
              <a:t>E-</a:t>
            </a:r>
            <a:r>
              <a:rPr dirty="0" sz="1450" spc="-20">
                <a:solidFill>
                  <a:srgbClr val="595959"/>
                </a:solidFill>
                <a:latin typeface="Arial"/>
                <a:cs typeface="Arial"/>
              </a:rPr>
              <a:t>f</a:t>
            </a:r>
            <a:r>
              <a:rPr dirty="0" sz="1450" spc="-20">
                <a:solidFill>
                  <a:srgbClr val="3B3D3D"/>
                </a:solidFill>
                <a:latin typeface="Arial"/>
                <a:cs typeface="Arial"/>
              </a:rPr>
              <a:t>l</a:t>
            </a:r>
            <a:r>
              <a:rPr dirty="0" sz="1450" spc="-6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Arial"/>
                <a:cs typeface="Arial"/>
              </a:rPr>
              <a:t>.§.</a:t>
            </a:r>
            <a:endParaRPr sz="1450">
              <a:latin typeface="Arial"/>
              <a:cs typeface="Arial"/>
            </a:endParaRPr>
          </a:p>
          <a:p>
            <a:pPr marL="170180" indent="-153035">
              <a:lnSpc>
                <a:spcPct val="100000"/>
              </a:lnSpc>
              <a:spcBef>
                <a:spcPts val="75"/>
              </a:spcBef>
              <a:buClr>
                <a:srgbClr val="3B3D3D"/>
              </a:buClr>
              <a:buChar char="•"/>
              <a:tabLst>
                <a:tab pos="170180" algn="l"/>
                <a:tab pos="608965" algn="l"/>
              </a:tabLst>
            </a:pPr>
            <a:r>
              <a:rPr dirty="0" sz="1450" spc="-20">
                <a:solidFill>
                  <a:srgbClr val="595959"/>
                </a:solidFill>
                <a:latin typeface="Arial"/>
                <a:cs typeface="Arial"/>
              </a:rPr>
              <a:t>f?XI</a:t>
            </a:r>
            <a:r>
              <a:rPr dirty="0" sz="14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3350" spc="-50">
                <a:solidFill>
                  <a:srgbClr val="595959"/>
                </a:solidFill>
                <a:latin typeface="Arial"/>
                <a:cs typeface="Arial"/>
              </a:rPr>
              <a:t>*</a:t>
            </a:r>
            <a:endParaRPr sz="33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975249" y="2481976"/>
            <a:ext cx="3397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B3D3D"/>
                </a:solidFill>
                <a:latin typeface="Arial"/>
                <a:cs typeface="Arial"/>
              </a:rPr>
              <a:t>12-</a:t>
            </a:r>
            <a:r>
              <a:rPr dirty="0" sz="1200" spc="-25">
                <a:solidFill>
                  <a:srgbClr val="3B3D3D"/>
                </a:solidFill>
                <a:latin typeface="Arial"/>
                <a:cs typeface="Arial"/>
              </a:rPr>
              <a:t>lt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441239" y="2486555"/>
            <a:ext cx="2901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3B3D3D"/>
                </a:solidFill>
                <a:latin typeface="Arial"/>
                <a:cs typeface="Arial"/>
              </a:rPr>
              <a:t>611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18002" y="7973803"/>
            <a:ext cx="139128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dirty="0" sz="900" spc="-50">
                <a:solidFill>
                  <a:srgbClr val="3B3D3D"/>
                </a:solidFill>
                <a:latin typeface="Arial"/>
                <a:cs typeface="Arial"/>
              </a:rPr>
              <a:t>.!c.-</a:t>
            </a:r>
            <a:r>
              <a:rPr dirty="0" sz="900" spc="-45">
                <a:solidFill>
                  <a:srgbClr val="3B3D3D"/>
                </a:solidFill>
                <a:latin typeface="Arial"/>
                <a:cs typeface="Arial"/>
              </a:rPr>
              <a:t>l:;!.</a:t>
            </a:r>
            <a:r>
              <a:rPr dirty="0" sz="900" spc="1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dirty="0" sz="850" spc="50" b="1">
                <a:solidFill>
                  <a:srgbClr val="3B3D3D"/>
                </a:solidFill>
                <a:latin typeface="Arial"/>
                <a:cs typeface="Arial"/>
              </a:rPr>
              <a:t>XtA1</a:t>
            </a:r>
            <a:r>
              <a:rPr dirty="0" sz="850" spc="45" b="1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B3D3D"/>
                </a:solidFill>
                <a:latin typeface="Arial"/>
                <a:cs typeface="Arial"/>
              </a:rPr>
              <a:t>DI</a:t>
            </a:r>
            <a:r>
              <a:rPr dirty="0" sz="850" spc="235" b="1">
                <a:solidFill>
                  <a:srgbClr val="3B3D3D"/>
                </a:solidFill>
                <a:latin typeface="Arial"/>
                <a:cs typeface="Arial"/>
              </a:rPr>
              <a:t>  </a:t>
            </a:r>
            <a:r>
              <a:rPr dirty="0" sz="1450" spc="25">
                <a:solidFill>
                  <a:srgbClr val="3B3D3D"/>
                </a:solidFill>
                <a:latin typeface="Arial"/>
                <a:cs typeface="Arial"/>
              </a:rPr>
              <a:t>1</a:t>
            </a:r>
            <a:r>
              <a:rPr dirty="0" sz="1450">
                <a:solidFill>
                  <a:srgbClr val="3B3D3D"/>
                </a:solidFill>
                <a:latin typeface="Arial"/>
                <a:cs typeface="Arial"/>
              </a:rPr>
              <a:t>	</a:t>
            </a:r>
            <a:r>
              <a:rPr dirty="0" sz="700" spc="-20">
                <a:solidFill>
                  <a:srgbClr val="3B3D3D"/>
                </a:solidFill>
                <a:latin typeface="Times New Roman"/>
                <a:cs typeface="Times New Roman"/>
              </a:rPr>
              <a:t>1:U</a:t>
            </a:r>
            <a:r>
              <a:rPr dirty="0" sz="700" spc="-2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40871" y="8047849"/>
            <a:ext cx="11664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55">
                <a:solidFill>
                  <a:srgbClr val="3B3D3D"/>
                </a:solidFill>
                <a:latin typeface="Times New Roman"/>
                <a:cs typeface="Times New Roman"/>
              </a:rPr>
              <a:t>L...</a:t>
            </a:r>
            <a:r>
              <a:rPr dirty="0" sz="500" spc="-15">
                <a:solidFill>
                  <a:srgbClr val="3B3D3D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3B3D3D"/>
                </a:solidFill>
                <a:latin typeface="Times New Roman"/>
                <a:cs typeface="Times New Roman"/>
              </a:rPr>
              <a:t>a.a..</a:t>
            </a:r>
            <a:r>
              <a:rPr dirty="0" sz="650" spc="275">
                <a:solidFill>
                  <a:srgbClr val="3B3D3D"/>
                </a:solidFill>
                <a:latin typeface="Times New Roman"/>
                <a:cs typeface="Times New Roman"/>
              </a:rPr>
              <a:t> </a:t>
            </a:r>
            <a:r>
              <a:rPr dirty="0" sz="650" spc="-50">
                <a:solidFill>
                  <a:srgbClr val="3B3D3D"/>
                </a:solidFill>
                <a:latin typeface="Times New Roman"/>
                <a:cs typeface="Times New Roman"/>
              </a:rPr>
              <a:t>-</a:t>
            </a:r>
            <a:r>
              <a:rPr dirty="0" sz="650">
                <a:solidFill>
                  <a:srgbClr val="3B3D3D"/>
                </a:solidFill>
                <a:latin typeface="Times New Roman"/>
                <a:cs typeface="Times New Roman"/>
              </a:rPr>
              <a:t>,</a:t>
            </a:r>
            <a:r>
              <a:rPr dirty="0" sz="650" spc="245">
                <a:solidFill>
                  <a:srgbClr val="3B3D3D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B3D3D"/>
                </a:solidFill>
                <a:latin typeface="Times New Roman"/>
                <a:cs typeface="Times New Roman"/>
              </a:rPr>
              <a:t>o</a:t>
            </a:r>
            <a:r>
              <a:rPr dirty="0" sz="1000" spc="160">
                <a:solidFill>
                  <a:srgbClr val="3B3D3D"/>
                </a:solidFill>
                <a:latin typeface="Times New Roman"/>
                <a:cs typeface="Times New Roman"/>
              </a:rPr>
              <a:t>  </a:t>
            </a:r>
            <a:r>
              <a:rPr dirty="0" sz="600" spc="95">
                <a:solidFill>
                  <a:srgbClr val="3B3D3D"/>
                </a:solidFill>
                <a:latin typeface="Times New Roman"/>
                <a:cs typeface="Times New Roman"/>
              </a:rPr>
              <a:t>:,i:</a:t>
            </a:r>
            <a:r>
              <a:rPr dirty="0" sz="600" spc="25">
                <a:solidFill>
                  <a:srgbClr val="3B3D3D"/>
                </a:solidFill>
                <a:latin typeface="Times New Roman"/>
                <a:cs typeface="Times New Roman"/>
              </a:rPr>
              <a:t> </a:t>
            </a:r>
            <a:r>
              <a:rPr dirty="0" sz="600" spc="90">
                <a:solidFill>
                  <a:srgbClr val="3B3D3D"/>
                </a:solidFill>
                <a:latin typeface="Times New Roman"/>
                <a:cs typeface="Times New Roman"/>
              </a:rPr>
              <a:t>...</a:t>
            </a:r>
            <a:r>
              <a:rPr dirty="0" sz="600" spc="280">
                <a:solidFill>
                  <a:srgbClr val="3B3D3D"/>
                </a:solidFill>
                <a:latin typeface="Times New Roman"/>
                <a:cs typeface="Times New Roman"/>
              </a:rPr>
              <a:t> </a:t>
            </a:r>
            <a:r>
              <a:rPr dirty="0" sz="1300" spc="-215">
                <a:solidFill>
                  <a:srgbClr val="3B3D3D"/>
                </a:solidFill>
                <a:latin typeface="Arial"/>
                <a:cs typeface="Arial"/>
              </a:rPr>
              <a:t>-</a:t>
            </a:r>
            <a:r>
              <a:rPr dirty="0" sz="1300" spc="-285">
                <a:solidFill>
                  <a:srgbClr val="3B3D3D"/>
                </a:solidFill>
                <a:latin typeface="Arial"/>
                <a:cs typeface="Arial"/>
              </a:rPr>
              <a:t>=-</a:t>
            </a:r>
            <a:r>
              <a:rPr dirty="0" sz="1300" spc="17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dirty="0" sz="950" spc="-145" b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0460" y="1950780"/>
            <a:ext cx="133859" cy="209806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077686" y="1970595"/>
            <a:ext cx="90805" cy="190500"/>
          </a:xfrm>
          <a:custGeom>
            <a:avLst/>
            <a:gdLst/>
            <a:ahLst/>
            <a:cxnLst/>
            <a:rect l="l" t="t" r="r" b="b"/>
            <a:pathLst>
              <a:path w="90804" h="190500">
                <a:moveTo>
                  <a:pt x="90678" y="44450"/>
                </a:moveTo>
                <a:lnTo>
                  <a:pt x="58420" y="44450"/>
                </a:lnTo>
                <a:lnTo>
                  <a:pt x="58420" y="0"/>
                </a:lnTo>
                <a:lnTo>
                  <a:pt x="32258" y="0"/>
                </a:lnTo>
                <a:lnTo>
                  <a:pt x="32258" y="44450"/>
                </a:lnTo>
                <a:lnTo>
                  <a:pt x="0" y="44450"/>
                </a:lnTo>
                <a:lnTo>
                  <a:pt x="0" y="67310"/>
                </a:lnTo>
                <a:lnTo>
                  <a:pt x="32258" y="67310"/>
                </a:lnTo>
                <a:lnTo>
                  <a:pt x="32258" y="190500"/>
                </a:lnTo>
                <a:lnTo>
                  <a:pt x="58420" y="190500"/>
                </a:lnTo>
                <a:lnTo>
                  <a:pt x="58420" y="67310"/>
                </a:lnTo>
                <a:lnTo>
                  <a:pt x="90678" y="67310"/>
                </a:lnTo>
                <a:lnTo>
                  <a:pt x="90678" y="4445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6180813" y="1940112"/>
            <a:ext cx="1007110" cy="285750"/>
            <a:chOff x="6180813" y="1940112"/>
            <a:chExt cx="1007110" cy="285750"/>
          </a:xfrm>
        </p:grpSpPr>
        <p:sp>
          <p:nvSpPr>
            <p:cNvPr id="6" name="object 6" descr=""/>
            <p:cNvSpPr/>
            <p:nvPr/>
          </p:nvSpPr>
          <p:spPr>
            <a:xfrm>
              <a:off x="6180810" y="1970595"/>
              <a:ext cx="90805" cy="190500"/>
            </a:xfrm>
            <a:custGeom>
              <a:avLst/>
              <a:gdLst/>
              <a:ahLst/>
              <a:cxnLst/>
              <a:rect l="l" t="t" r="r" b="b"/>
              <a:pathLst>
                <a:path w="90804" h="190500">
                  <a:moveTo>
                    <a:pt x="90678" y="44450"/>
                  </a:moveTo>
                  <a:lnTo>
                    <a:pt x="58420" y="44450"/>
                  </a:lnTo>
                  <a:lnTo>
                    <a:pt x="58420" y="0"/>
                  </a:lnTo>
                  <a:lnTo>
                    <a:pt x="32258" y="0"/>
                  </a:lnTo>
                  <a:lnTo>
                    <a:pt x="32258" y="44450"/>
                  </a:lnTo>
                  <a:lnTo>
                    <a:pt x="0" y="44450"/>
                  </a:lnTo>
                  <a:lnTo>
                    <a:pt x="0" y="67310"/>
                  </a:lnTo>
                  <a:lnTo>
                    <a:pt x="32258" y="67310"/>
                  </a:lnTo>
                  <a:lnTo>
                    <a:pt x="32258" y="190500"/>
                  </a:lnTo>
                  <a:lnTo>
                    <a:pt x="58420" y="190500"/>
                  </a:lnTo>
                  <a:lnTo>
                    <a:pt x="58420" y="67310"/>
                  </a:lnTo>
                  <a:lnTo>
                    <a:pt x="90678" y="67310"/>
                  </a:lnTo>
                  <a:lnTo>
                    <a:pt x="90678" y="4445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8417" y="2011740"/>
              <a:ext cx="149607" cy="21056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4187" y="2011740"/>
              <a:ext cx="131319" cy="15240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632939" y="1990658"/>
              <a:ext cx="35560" cy="136525"/>
            </a:xfrm>
            <a:custGeom>
              <a:avLst/>
              <a:gdLst/>
              <a:ahLst/>
              <a:cxnLst/>
              <a:rect l="l" t="t" r="r" b="b"/>
              <a:pathLst>
                <a:path w="35559" h="136525">
                  <a:moveTo>
                    <a:pt x="27686" y="35560"/>
                  </a:moveTo>
                  <a:lnTo>
                    <a:pt x="7620" y="35560"/>
                  </a:lnTo>
                  <a:lnTo>
                    <a:pt x="0" y="27686"/>
                  </a:lnTo>
                  <a:lnTo>
                    <a:pt x="0" y="7874"/>
                  </a:lnTo>
                  <a:lnTo>
                    <a:pt x="7620" y="0"/>
                  </a:lnTo>
                  <a:lnTo>
                    <a:pt x="27686" y="0"/>
                  </a:lnTo>
                  <a:lnTo>
                    <a:pt x="35306" y="7874"/>
                  </a:lnTo>
                  <a:lnTo>
                    <a:pt x="35306" y="27686"/>
                  </a:lnTo>
                  <a:lnTo>
                    <a:pt x="27686" y="35560"/>
                  </a:lnTo>
                  <a:close/>
                </a:path>
                <a:path w="35559" h="136525">
                  <a:moveTo>
                    <a:pt x="27686" y="136399"/>
                  </a:moveTo>
                  <a:lnTo>
                    <a:pt x="7620" y="136399"/>
                  </a:lnTo>
                  <a:lnTo>
                    <a:pt x="0" y="128779"/>
                  </a:lnTo>
                  <a:lnTo>
                    <a:pt x="0" y="108713"/>
                  </a:lnTo>
                  <a:lnTo>
                    <a:pt x="7620" y="101093"/>
                  </a:lnTo>
                  <a:lnTo>
                    <a:pt x="27686" y="101093"/>
                  </a:lnTo>
                  <a:lnTo>
                    <a:pt x="35306" y="108713"/>
                  </a:lnTo>
                  <a:lnTo>
                    <a:pt x="35306" y="128779"/>
                  </a:lnTo>
                  <a:lnTo>
                    <a:pt x="27686" y="13639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1106" y="1940112"/>
              <a:ext cx="254511" cy="2374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6445" y="2011740"/>
              <a:ext cx="149607" cy="21412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152884" y="1948240"/>
              <a:ext cx="34925" cy="212725"/>
            </a:xfrm>
            <a:custGeom>
              <a:avLst/>
              <a:gdLst/>
              <a:ahLst/>
              <a:cxnLst/>
              <a:rect l="l" t="t" r="r" b="b"/>
              <a:pathLst>
                <a:path w="34925" h="212725">
                  <a:moveTo>
                    <a:pt x="27432" y="34544"/>
                  </a:moveTo>
                  <a:lnTo>
                    <a:pt x="7366" y="34544"/>
                  </a:lnTo>
                  <a:lnTo>
                    <a:pt x="0" y="27178"/>
                  </a:lnTo>
                  <a:lnTo>
                    <a:pt x="0" y="7366"/>
                  </a:lnTo>
                  <a:lnTo>
                    <a:pt x="7366" y="0"/>
                  </a:lnTo>
                  <a:lnTo>
                    <a:pt x="27432" y="0"/>
                  </a:lnTo>
                  <a:lnTo>
                    <a:pt x="34798" y="7366"/>
                  </a:lnTo>
                  <a:lnTo>
                    <a:pt x="34798" y="27178"/>
                  </a:lnTo>
                  <a:lnTo>
                    <a:pt x="27432" y="34544"/>
                  </a:lnTo>
                  <a:close/>
                </a:path>
                <a:path w="34925" h="212725">
                  <a:moveTo>
                    <a:pt x="30480" y="212600"/>
                  </a:moveTo>
                  <a:lnTo>
                    <a:pt x="4318" y="212600"/>
                  </a:lnTo>
                  <a:lnTo>
                    <a:pt x="4318" y="67056"/>
                  </a:lnTo>
                  <a:lnTo>
                    <a:pt x="30480" y="67056"/>
                  </a:lnTo>
                  <a:lnTo>
                    <a:pt x="30480" y="21260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210035" y="1940112"/>
            <a:ext cx="4061460" cy="237490"/>
            <a:chOff x="7210035" y="1940112"/>
            <a:chExt cx="4061460" cy="237490"/>
          </a:xfrm>
        </p:grpSpPr>
        <p:sp>
          <p:nvSpPr>
            <p:cNvPr id="14" name="object 14" descr=""/>
            <p:cNvSpPr/>
            <p:nvPr/>
          </p:nvSpPr>
          <p:spPr>
            <a:xfrm>
              <a:off x="7210032" y="1970595"/>
              <a:ext cx="90805" cy="190500"/>
            </a:xfrm>
            <a:custGeom>
              <a:avLst/>
              <a:gdLst/>
              <a:ahLst/>
              <a:cxnLst/>
              <a:rect l="l" t="t" r="r" b="b"/>
              <a:pathLst>
                <a:path w="90804" h="190500">
                  <a:moveTo>
                    <a:pt x="90678" y="44450"/>
                  </a:moveTo>
                  <a:lnTo>
                    <a:pt x="58420" y="44450"/>
                  </a:lnTo>
                  <a:lnTo>
                    <a:pt x="58420" y="0"/>
                  </a:lnTo>
                  <a:lnTo>
                    <a:pt x="32258" y="0"/>
                  </a:lnTo>
                  <a:lnTo>
                    <a:pt x="32258" y="44450"/>
                  </a:lnTo>
                  <a:lnTo>
                    <a:pt x="0" y="44450"/>
                  </a:lnTo>
                  <a:lnTo>
                    <a:pt x="0" y="67310"/>
                  </a:lnTo>
                  <a:lnTo>
                    <a:pt x="32258" y="67310"/>
                  </a:lnTo>
                  <a:lnTo>
                    <a:pt x="32258" y="190500"/>
                  </a:lnTo>
                  <a:lnTo>
                    <a:pt x="58420" y="190500"/>
                  </a:lnTo>
                  <a:lnTo>
                    <a:pt x="58420" y="67310"/>
                  </a:lnTo>
                  <a:lnTo>
                    <a:pt x="90678" y="67310"/>
                  </a:lnTo>
                  <a:lnTo>
                    <a:pt x="90678" y="4445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7638" y="1950780"/>
              <a:ext cx="133859" cy="20980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96042" y="2015296"/>
              <a:ext cx="133859" cy="14884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71050" y="1950780"/>
              <a:ext cx="149607" cy="21336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848345" y="212782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28194" y="36068"/>
                  </a:moveTo>
                  <a:lnTo>
                    <a:pt x="18034" y="36068"/>
                  </a:lnTo>
                  <a:lnTo>
                    <a:pt x="10930" y="34679"/>
                  </a:lnTo>
                  <a:lnTo>
                    <a:pt x="5207" y="30861"/>
                  </a:lnTo>
                  <a:lnTo>
                    <a:pt x="1389" y="25138"/>
                  </a:lnTo>
                  <a:lnTo>
                    <a:pt x="0" y="18034"/>
                  </a:lnTo>
                  <a:lnTo>
                    <a:pt x="1389" y="10930"/>
                  </a:lnTo>
                  <a:lnTo>
                    <a:pt x="5207" y="5207"/>
                  </a:lnTo>
                  <a:lnTo>
                    <a:pt x="10930" y="1389"/>
                  </a:lnTo>
                  <a:lnTo>
                    <a:pt x="18034" y="0"/>
                  </a:lnTo>
                  <a:lnTo>
                    <a:pt x="28194" y="0"/>
                  </a:lnTo>
                  <a:lnTo>
                    <a:pt x="35814" y="7874"/>
                  </a:lnTo>
                  <a:lnTo>
                    <a:pt x="35814" y="28194"/>
                  </a:lnTo>
                  <a:lnTo>
                    <a:pt x="28194" y="36068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11845" y="2011740"/>
              <a:ext cx="143003" cy="15240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79234" y="2011740"/>
              <a:ext cx="148591" cy="15240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61354" y="2011740"/>
              <a:ext cx="220220" cy="14884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06213" y="1940112"/>
              <a:ext cx="281181" cy="23749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13049" y="1952304"/>
              <a:ext cx="150115" cy="21285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86279" y="1952304"/>
              <a:ext cx="143765" cy="20828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53667" y="1957130"/>
              <a:ext cx="143765" cy="20802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319527" y="1956625"/>
              <a:ext cx="172720" cy="204470"/>
            </a:xfrm>
            <a:custGeom>
              <a:avLst/>
              <a:gdLst/>
              <a:ahLst/>
              <a:cxnLst/>
              <a:rect l="l" t="t" r="r" b="b"/>
              <a:pathLst>
                <a:path w="172720" h="204469">
                  <a:moveTo>
                    <a:pt x="17272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73152" y="24130"/>
                  </a:lnTo>
                  <a:lnTo>
                    <a:pt x="73152" y="204470"/>
                  </a:lnTo>
                  <a:lnTo>
                    <a:pt x="99822" y="204470"/>
                  </a:lnTo>
                  <a:lnTo>
                    <a:pt x="99822" y="24130"/>
                  </a:lnTo>
                  <a:lnTo>
                    <a:pt x="172720" y="24130"/>
                  </a:lnTo>
                  <a:lnTo>
                    <a:pt x="172720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20956" y="1957130"/>
              <a:ext cx="177548" cy="20828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39398" y="1952304"/>
              <a:ext cx="396752" cy="21285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1298" y="1952304"/>
              <a:ext cx="214632" cy="21285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410983" y="1957130"/>
              <a:ext cx="203710" cy="20345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649237" y="1952304"/>
              <a:ext cx="208282" cy="21285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891557" y="1957130"/>
              <a:ext cx="182882" cy="20345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1095520" y="1940115"/>
              <a:ext cx="175895" cy="237490"/>
            </a:xfrm>
            <a:custGeom>
              <a:avLst/>
              <a:gdLst/>
              <a:ahLst/>
              <a:cxnLst/>
              <a:rect l="l" t="t" r="r" b="b"/>
              <a:pathLst>
                <a:path w="175895" h="237489">
                  <a:moveTo>
                    <a:pt x="119380" y="0"/>
                  </a:moveTo>
                  <a:lnTo>
                    <a:pt x="92964" y="0"/>
                  </a:lnTo>
                  <a:lnTo>
                    <a:pt x="0" y="237490"/>
                  </a:lnTo>
                  <a:lnTo>
                    <a:pt x="26416" y="237490"/>
                  </a:lnTo>
                  <a:lnTo>
                    <a:pt x="119380" y="0"/>
                  </a:lnTo>
                  <a:close/>
                </a:path>
                <a:path w="175895" h="237489">
                  <a:moveTo>
                    <a:pt x="175768" y="16510"/>
                  </a:moveTo>
                  <a:lnTo>
                    <a:pt x="149098" y="16510"/>
                  </a:lnTo>
                  <a:lnTo>
                    <a:pt x="149098" y="104140"/>
                  </a:lnTo>
                  <a:lnTo>
                    <a:pt x="175768" y="104140"/>
                  </a:lnTo>
                  <a:lnTo>
                    <a:pt x="175768" y="1651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5" name="object 35" descr=""/>
            <p:cNvSpPr/>
            <p:nvPr/>
          </p:nvSpPr>
          <p:spPr>
            <a:xfrm>
              <a:off x="11244618" y="1956625"/>
              <a:ext cx="171450" cy="204470"/>
            </a:xfrm>
            <a:custGeom>
              <a:avLst/>
              <a:gdLst/>
              <a:ahLst/>
              <a:cxnLst/>
              <a:rect l="l" t="t" r="r" b="b"/>
              <a:pathLst>
                <a:path w="171450" h="204469">
                  <a:moveTo>
                    <a:pt x="171450" y="0"/>
                  </a:moveTo>
                  <a:lnTo>
                    <a:pt x="144780" y="0"/>
                  </a:lnTo>
                  <a:lnTo>
                    <a:pt x="144780" y="87630"/>
                  </a:lnTo>
                  <a:lnTo>
                    <a:pt x="0" y="87630"/>
                  </a:lnTo>
                  <a:lnTo>
                    <a:pt x="0" y="111760"/>
                  </a:lnTo>
                  <a:lnTo>
                    <a:pt x="0" y="204470"/>
                  </a:lnTo>
                  <a:lnTo>
                    <a:pt x="26670" y="204470"/>
                  </a:lnTo>
                  <a:lnTo>
                    <a:pt x="26670" y="111760"/>
                  </a:lnTo>
                  <a:lnTo>
                    <a:pt x="144780" y="111760"/>
                  </a:lnTo>
                  <a:lnTo>
                    <a:pt x="144780" y="204470"/>
                  </a:lnTo>
                  <a:lnTo>
                    <a:pt x="171450" y="204470"/>
                  </a:lnTo>
                  <a:lnTo>
                    <a:pt x="171450" y="111760"/>
                  </a:lnTo>
                  <a:lnTo>
                    <a:pt x="171450" y="8763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450871" y="2011740"/>
              <a:ext cx="149607" cy="152401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1641628" y="1950780"/>
              <a:ext cx="26670" cy="210185"/>
            </a:xfrm>
            <a:custGeom>
              <a:avLst/>
              <a:gdLst/>
              <a:ahLst/>
              <a:cxnLst/>
              <a:rect l="l" t="t" r="r" b="b"/>
              <a:pathLst>
                <a:path w="26670" h="210185">
                  <a:moveTo>
                    <a:pt x="26162" y="209806"/>
                  </a:moveTo>
                  <a:lnTo>
                    <a:pt x="0" y="209806"/>
                  </a:lnTo>
                  <a:lnTo>
                    <a:pt x="0" y="0"/>
                  </a:lnTo>
                  <a:lnTo>
                    <a:pt x="26162" y="0"/>
                  </a:lnTo>
                  <a:lnTo>
                    <a:pt x="26162" y="209806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694969" y="1949764"/>
              <a:ext cx="87123" cy="21082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1808752" y="1948243"/>
              <a:ext cx="200025" cy="213360"/>
            </a:xfrm>
            <a:custGeom>
              <a:avLst/>
              <a:gdLst/>
              <a:ahLst/>
              <a:cxnLst/>
              <a:rect l="l" t="t" r="r" b="b"/>
              <a:pathLst>
                <a:path w="200025" h="213360">
                  <a:moveTo>
                    <a:pt x="142240" y="8382"/>
                  </a:moveTo>
                  <a:lnTo>
                    <a:pt x="0" y="8382"/>
                  </a:lnTo>
                  <a:lnTo>
                    <a:pt x="0" y="32512"/>
                  </a:lnTo>
                  <a:lnTo>
                    <a:pt x="0" y="102362"/>
                  </a:lnTo>
                  <a:lnTo>
                    <a:pt x="0" y="125222"/>
                  </a:lnTo>
                  <a:lnTo>
                    <a:pt x="0" y="212852"/>
                  </a:lnTo>
                  <a:lnTo>
                    <a:pt x="26670" y="212852"/>
                  </a:lnTo>
                  <a:lnTo>
                    <a:pt x="26670" y="125222"/>
                  </a:lnTo>
                  <a:lnTo>
                    <a:pt x="131064" y="125222"/>
                  </a:lnTo>
                  <a:lnTo>
                    <a:pt x="131064" y="102362"/>
                  </a:lnTo>
                  <a:lnTo>
                    <a:pt x="26670" y="102362"/>
                  </a:lnTo>
                  <a:lnTo>
                    <a:pt x="26670" y="32512"/>
                  </a:lnTo>
                  <a:lnTo>
                    <a:pt x="142240" y="32512"/>
                  </a:lnTo>
                  <a:lnTo>
                    <a:pt x="142240" y="8382"/>
                  </a:lnTo>
                  <a:close/>
                </a:path>
                <a:path w="200025" h="213360">
                  <a:moveTo>
                    <a:pt x="195592" y="67056"/>
                  </a:moveTo>
                  <a:lnTo>
                    <a:pt x="169418" y="67056"/>
                  </a:lnTo>
                  <a:lnTo>
                    <a:pt x="169418" y="212598"/>
                  </a:lnTo>
                  <a:lnTo>
                    <a:pt x="195592" y="212598"/>
                  </a:lnTo>
                  <a:lnTo>
                    <a:pt x="195592" y="67056"/>
                  </a:lnTo>
                  <a:close/>
                </a:path>
                <a:path w="200025" h="213360">
                  <a:moveTo>
                    <a:pt x="199910" y="7366"/>
                  </a:moveTo>
                  <a:lnTo>
                    <a:pt x="192544" y="0"/>
                  </a:lnTo>
                  <a:lnTo>
                    <a:pt x="172466" y="0"/>
                  </a:lnTo>
                  <a:lnTo>
                    <a:pt x="165100" y="7366"/>
                  </a:lnTo>
                  <a:lnTo>
                    <a:pt x="165100" y="27178"/>
                  </a:lnTo>
                  <a:lnTo>
                    <a:pt x="172466" y="34544"/>
                  </a:lnTo>
                  <a:lnTo>
                    <a:pt x="192544" y="34544"/>
                  </a:lnTo>
                  <a:lnTo>
                    <a:pt x="199910" y="27178"/>
                  </a:lnTo>
                  <a:lnTo>
                    <a:pt x="199910" y="7366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031522" y="1949764"/>
              <a:ext cx="351286" cy="272545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71222" y="2414404"/>
              <a:ext cx="9745554" cy="6310246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140193" y="1447672"/>
              <a:ext cx="1413510" cy="366395"/>
            </a:xfrm>
            <a:custGeom>
              <a:avLst/>
              <a:gdLst/>
              <a:ahLst/>
              <a:cxnLst/>
              <a:rect l="l" t="t" r="r" b="b"/>
              <a:pathLst>
                <a:path w="1413510" h="366394">
                  <a:moveTo>
                    <a:pt x="264477" y="178244"/>
                  </a:moveTo>
                  <a:lnTo>
                    <a:pt x="147574" y="178244"/>
                  </a:lnTo>
                  <a:lnTo>
                    <a:pt x="147574" y="232029"/>
                  </a:lnTo>
                  <a:lnTo>
                    <a:pt x="205803" y="232029"/>
                  </a:lnTo>
                  <a:lnTo>
                    <a:pt x="205803" y="296926"/>
                  </a:lnTo>
                  <a:lnTo>
                    <a:pt x="197662" y="302247"/>
                  </a:lnTo>
                  <a:lnTo>
                    <a:pt x="187629" y="306158"/>
                  </a:lnTo>
                  <a:lnTo>
                    <a:pt x="176364" y="308559"/>
                  </a:lnTo>
                  <a:lnTo>
                    <a:pt x="164465" y="309372"/>
                  </a:lnTo>
                  <a:lnTo>
                    <a:pt x="122059" y="301523"/>
                  </a:lnTo>
                  <a:lnTo>
                    <a:pt x="91617" y="278866"/>
                  </a:lnTo>
                  <a:lnTo>
                    <a:pt x="73266" y="242811"/>
                  </a:lnTo>
                  <a:lnTo>
                    <a:pt x="67119" y="194691"/>
                  </a:lnTo>
                  <a:lnTo>
                    <a:pt x="73952" y="147167"/>
                  </a:lnTo>
                  <a:lnTo>
                    <a:pt x="93065" y="111518"/>
                  </a:lnTo>
                  <a:lnTo>
                    <a:pt x="122440" y="89115"/>
                  </a:lnTo>
                  <a:lnTo>
                    <a:pt x="160020" y="81343"/>
                  </a:lnTo>
                  <a:lnTo>
                    <a:pt x="180403" y="83464"/>
                  </a:lnTo>
                  <a:lnTo>
                    <a:pt x="197408" y="89293"/>
                  </a:lnTo>
                  <a:lnTo>
                    <a:pt x="211836" y="98031"/>
                  </a:lnTo>
                  <a:lnTo>
                    <a:pt x="224472" y="108902"/>
                  </a:lnTo>
                  <a:lnTo>
                    <a:pt x="259588" y="67119"/>
                  </a:lnTo>
                  <a:lnTo>
                    <a:pt x="241376" y="51333"/>
                  </a:lnTo>
                  <a:lnTo>
                    <a:pt x="218528" y="37846"/>
                  </a:lnTo>
                  <a:lnTo>
                    <a:pt x="190766" y="28435"/>
                  </a:lnTo>
                  <a:lnTo>
                    <a:pt x="157797" y="24892"/>
                  </a:lnTo>
                  <a:lnTo>
                    <a:pt x="115709" y="30099"/>
                  </a:lnTo>
                  <a:lnTo>
                    <a:pt x="77965" y="45389"/>
                  </a:lnTo>
                  <a:lnTo>
                    <a:pt x="46062" y="70231"/>
                  </a:lnTo>
                  <a:lnTo>
                    <a:pt x="21450" y="104114"/>
                  </a:lnTo>
                  <a:lnTo>
                    <a:pt x="5613" y="146519"/>
                  </a:lnTo>
                  <a:lnTo>
                    <a:pt x="0" y="196913"/>
                  </a:lnTo>
                  <a:lnTo>
                    <a:pt x="5448" y="247586"/>
                  </a:lnTo>
                  <a:lnTo>
                    <a:pt x="20955" y="289623"/>
                  </a:lnTo>
                  <a:lnTo>
                    <a:pt x="45224" y="322770"/>
                  </a:lnTo>
                  <a:lnTo>
                    <a:pt x="76987" y="346760"/>
                  </a:lnTo>
                  <a:lnTo>
                    <a:pt x="114935" y="361353"/>
                  </a:lnTo>
                  <a:lnTo>
                    <a:pt x="157797" y="366268"/>
                  </a:lnTo>
                  <a:lnTo>
                    <a:pt x="190652" y="363156"/>
                  </a:lnTo>
                  <a:lnTo>
                    <a:pt x="219976" y="354660"/>
                  </a:lnTo>
                  <a:lnTo>
                    <a:pt x="244868" y="342087"/>
                  </a:lnTo>
                  <a:lnTo>
                    <a:pt x="264477" y="326707"/>
                  </a:lnTo>
                  <a:lnTo>
                    <a:pt x="264477" y="178244"/>
                  </a:lnTo>
                  <a:close/>
                </a:path>
                <a:path w="1413510" h="366394">
                  <a:moveTo>
                    <a:pt x="376936" y="111125"/>
                  </a:moveTo>
                  <a:lnTo>
                    <a:pt x="312039" y="111125"/>
                  </a:lnTo>
                  <a:lnTo>
                    <a:pt x="312039" y="360045"/>
                  </a:lnTo>
                  <a:lnTo>
                    <a:pt x="376936" y="360045"/>
                  </a:lnTo>
                  <a:lnTo>
                    <a:pt x="376936" y="111125"/>
                  </a:lnTo>
                  <a:close/>
                </a:path>
                <a:path w="1413510" h="366394">
                  <a:moveTo>
                    <a:pt x="383603" y="35560"/>
                  </a:moveTo>
                  <a:lnTo>
                    <a:pt x="380695" y="21005"/>
                  </a:lnTo>
                  <a:lnTo>
                    <a:pt x="372605" y="9779"/>
                  </a:lnTo>
                  <a:lnTo>
                    <a:pt x="360349" y="2552"/>
                  </a:lnTo>
                  <a:lnTo>
                    <a:pt x="344932" y="0"/>
                  </a:lnTo>
                  <a:lnTo>
                    <a:pt x="329260" y="2552"/>
                  </a:lnTo>
                  <a:lnTo>
                    <a:pt x="316877" y="9779"/>
                  </a:lnTo>
                  <a:lnTo>
                    <a:pt x="308737" y="21005"/>
                  </a:lnTo>
                  <a:lnTo>
                    <a:pt x="305816" y="35560"/>
                  </a:lnTo>
                  <a:lnTo>
                    <a:pt x="308737" y="49745"/>
                  </a:lnTo>
                  <a:lnTo>
                    <a:pt x="316877" y="61010"/>
                  </a:lnTo>
                  <a:lnTo>
                    <a:pt x="329260" y="68440"/>
                  </a:lnTo>
                  <a:lnTo>
                    <a:pt x="344932" y="71120"/>
                  </a:lnTo>
                  <a:lnTo>
                    <a:pt x="360349" y="68440"/>
                  </a:lnTo>
                  <a:lnTo>
                    <a:pt x="372605" y="61010"/>
                  </a:lnTo>
                  <a:lnTo>
                    <a:pt x="380695" y="49745"/>
                  </a:lnTo>
                  <a:lnTo>
                    <a:pt x="383603" y="35560"/>
                  </a:lnTo>
                  <a:close/>
                </a:path>
                <a:path w="1413510" h="366394">
                  <a:moveTo>
                    <a:pt x="572960" y="356933"/>
                  </a:moveTo>
                  <a:lnTo>
                    <a:pt x="562292" y="309372"/>
                  </a:lnTo>
                  <a:lnTo>
                    <a:pt x="555625" y="312039"/>
                  </a:lnTo>
                  <a:lnTo>
                    <a:pt x="545846" y="314706"/>
                  </a:lnTo>
                  <a:lnTo>
                    <a:pt x="537845" y="314706"/>
                  </a:lnTo>
                  <a:lnTo>
                    <a:pt x="523189" y="312178"/>
                  </a:lnTo>
                  <a:lnTo>
                    <a:pt x="512622" y="304482"/>
                  </a:lnTo>
                  <a:lnTo>
                    <a:pt x="506222" y="291452"/>
                  </a:lnTo>
                  <a:lnTo>
                    <a:pt x="504063" y="272923"/>
                  </a:lnTo>
                  <a:lnTo>
                    <a:pt x="504063" y="162687"/>
                  </a:lnTo>
                  <a:lnTo>
                    <a:pt x="565404" y="162687"/>
                  </a:lnTo>
                  <a:lnTo>
                    <a:pt x="565404" y="111125"/>
                  </a:lnTo>
                  <a:lnTo>
                    <a:pt x="504063" y="111125"/>
                  </a:lnTo>
                  <a:lnTo>
                    <a:pt x="504063" y="44450"/>
                  </a:lnTo>
                  <a:lnTo>
                    <a:pt x="449389" y="44450"/>
                  </a:lnTo>
                  <a:lnTo>
                    <a:pt x="441833" y="111125"/>
                  </a:lnTo>
                  <a:lnTo>
                    <a:pt x="403606" y="114236"/>
                  </a:lnTo>
                  <a:lnTo>
                    <a:pt x="403606" y="162687"/>
                  </a:lnTo>
                  <a:lnTo>
                    <a:pt x="438721" y="162687"/>
                  </a:lnTo>
                  <a:lnTo>
                    <a:pt x="438721" y="272923"/>
                  </a:lnTo>
                  <a:lnTo>
                    <a:pt x="443191" y="311137"/>
                  </a:lnTo>
                  <a:lnTo>
                    <a:pt x="457454" y="340601"/>
                  </a:lnTo>
                  <a:lnTo>
                    <a:pt x="482790" y="359562"/>
                  </a:lnTo>
                  <a:lnTo>
                    <a:pt x="520509" y="366268"/>
                  </a:lnTo>
                  <a:lnTo>
                    <a:pt x="536016" y="365442"/>
                  </a:lnTo>
                  <a:lnTo>
                    <a:pt x="549910" y="363270"/>
                  </a:lnTo>
                  <a:lnTo>
                    <a:pt x="562203" y="360273"/>
                  </a:lnTo>
                  <a:lnTo>
                    <a:pt x="572960" y="356933"/>
                  </a:lnTo>
                  <a:close/>
                </a:path>
                <a:path w="1413510" h="366394">
                  <a:moveTo>
                    <a:pt x="859218" y="31115"/>
                  </a:moveTo>
                  <a:lnTo>
                    <a:pt x="793877" y="31115"/>
                  </a:lnTo>
                  <a:lnTo>
                    <a:pt x="793877" y="160655"/>
                  </a:lnTo>
                  <a:lnTo>
                    <a:pt x="669417" y="160655"/>
                  </a:lnTo>
                  <a:lnTo>
                    <a:pt x="669417" y="31115"/>
                  </a:lnTo>
                  <a:lnTo>
                    <a:pt x="603631" y="31115"/>
                  </a:lnTo>
                  <a:lnTo>
                    <a:pt x="603631" y="160655"/>
                  </a:lnTo>
                  <a:lnTo>
                    <a:pt x="603631" y="217805"/>
                  </a:lnTo>
                  <a:lnTo>
                    <a:pt x="603631" y="360045"/>
                  </a:lnTo>
                  <a:lnTo>
                    <a:pt x="669417" y="360045"/>
                  </a:lnTo>
                  <a:lnTo>
                    <a:pt x="669417" y="217805"/>
                  </a:lnTo>
                  <a:lnTo>
                    <a:pt x="793877" y="217805"/>
                  </a:lnTo>
                  <a:lnTo>
                    <a:pt x="793877" y="360045"/>
                  </a:lnTo>
                  <a:lnTo>
                    <a:pt x="859218" y="360045"/>
                  </a:lnTo>
                  <a:lnTo>
                    <a:pt x="859218" y="217805"/>
                  </a:lnTo>
                  <a:lnTo>
                    <a:pt x="859218" y="160655"/>
                  </a:lnTo>
                  <a:lnTo>
                    <a:pt x="859218" y="31115"/>
                  </a:lnTo>
                  <a:close/>
                </a:path>
                <a:path w="1413510" h="366394">
                  <a:moveTo>
                    <a:pt x="1130376" y="111125"/>
                  </a:moveTo>
                  <a:lnTo>
                    <a:pt x="1065034" y="111125"/>
                  </a:lnTo>
                  <a:lnTo>
                    <a:pt x="1065034" y="279146"/>
                  </a:lnTo>
                  <a:lnTo>
                    <a:pt x="1052855" y="293382"/>
                  </a:lnTo>
                  <a:lnTo>
                    <a:pt x="1041031" y="303047"/>
                  </a:lnTo>
                  <a:lnTo>
                    <a:pt x="1028522" y="308533"/>
                  </a:lnTo>
                  <a:lnTo>
                    <a:pt x="1014361" y="310261"/>
                  </a:lnTo>
                  <a:lnTo>
                    <a:pt x="998816" y="307581"/>
                  </a:lnTo>
                  <a:lnTo>
                    <a:pt x="988021" y="298767"/>
                  </a:lnTo>
                  <a:lnTo>
                    <a:pt x="981722" y="282702"/>
                  </a:lnTo>
                  <a:lnTo>
                    <a:pt x="979690" y="258254"/>
                  </a:lnTo>
                  <a:lnTo>
                    <a:pt x="979690" y="111125"/>
                  </a:lnTo>
                  <a:lnTo>
                    <a:pt x="914349" y="111125"/>
                  </a:lnTo>
                  <a:lnTo>
                    <a:pt x="914349" y="266700"/>
                  </a:lnTo>
                  <a:lnTo>
                    <a:pt x="918794" y="308521"/>
                  </a:lnTo>
                  <a:lnTo>
                    <a:pt x="932573" y="339826"/>
                  </a:lnTo>
                  <a:lnTo>
                    <a:pt x="956348" y="359460"/>
                  </a:lnTo>
                  <a:lnTo>
                    <a:pt x="990803" y="366268"/>
                  </a:lnTo>
                  <a:lnTo>
                    <a:pt x="1014666" y="363308"/>
                  </a:lnTo>
                  <a:lnTo>
                    <a:pt x="1035418" y="354888"/>
                  </a:lnTo>
                  <a:lnTo>
                    <a:pt x="1053744" y="341706"/>
                  </a:lnTo>
                  <a:lnTo>
                    <a:pt x="1070368" y="324485"/>
                  </a:lnTo>
                  <a:lnTo>
                    <a:pt x="1072146" y="324485"/>
                  </a:lnTo>
                  <a:lnTo>
                    <a:pt x="1077036" y="360045"/>
                  </a:lnTo>
                  <a:lnTo>
                    <a:pt x="1130376" y="360045"/>
                  </a:lnTo>
                  <a:lnTo>
                    <a:pt x="1130376" y="111125"/>
                  </a:lnTo>
                  <a:close/>
                </a:path>
                <a:path w="1413510" h="366394">
                  <a:moveTo>
                    <a:pt x="1413078" y="231140"/>
                  </a:moveTo>
                  <a:lnTo>
                    <a:pt x="1406347" y="179349"/>
                  </a:lnTo>
                  <a:lnTo>
                    <a:pt x="1396288" y="158686"/>
                  </a:lnTo>
                  <a:lnTo>
                    <a:pt x="1386967" y="139522"/>
                  </a:lnTo>
                  <a:lnTo>
                    <a:pt x="1381125" y="134683"/>
                  </a:lnTo>
                  <a:lnTo>
                    <a:pt x="1356067" y="113944"/>
                  </a:lnTo>
                  <a:lnTo>
                    <a:pt x="1345958" y="111734"/>
                  </a:lnTo>
                  <a:lnTo>
                    <a:pt x="1345958" y="232473"/>
                  </a:lnTo>
                  <a:lnTo>
                    <a:pt x="1341869" y="267855"/>
                  </a:lnTo>
                  <a:lnTo>
                    <a:pt x="1330617" y="292823"/>
                  </a:lnTo>
                  <a:lnTo>
                    <a:pt x="1313700" y="307606"/>
                  </a:lnTo>
                  <a:lnTo>
                    <a:pt x="1292618" y="312483"/>
                  </a:lnTo>
                  <a:lnTo>
                    <a:pt x="1282090" y="311505"/>
                  </a:lnTo>
                  <a:lnTo>
                    <a:pt x="1270774" y="308317"/>
                  </a:lnTo>
                  <a:lnTo>
                    <a:pt x="1259052" y="302552"/>
                  </a:lnTo>
                  <a:lnTo>
                    <a:pt x="1247279" y="293814"/>
                  </a:lnTo>
                  <a:lnTo>
                    <a:pt x="1247279" y="184467"/>
                  </a:lnTo>
                  <a:lnTo>
                    <a:pt x="1259928" y="173126"/>
                  </a:lnTo>
                  <a:lnTo>
                    <a:pt x="1272108" y="165074"/>
                  </a:lnTo>
                  <a:lnTo>
                    <a:pt x="1284224" y="160286"/>
                  </a:lnTo>
                  <a:lnTo>
                    <a:pt x="1296619" y="158686"/>
                  </a:lnTo>
                  <a:lnTo>
                    <a:pt x="1318768" y="163525"/>
                  </a:lnTo>
                  <a:lnTo>
                    <a:pt x="1334122" y="177749"/>
                  </a:lnTo>
                  <a:lnTo>
                    <a:pt x="1343063" y="200888"/>
                  </a:lnTo>
                  <a:lnTo>
                    <a:pt x="1345958" y="232473"/>
                  </a:lnTo>
                  <a:lnTo>
                    <a:pt x="1345958" y="111734"/>
                  </a:lnTo>
                  <a:lnTo>
                    <a:pt x="1314843" y="104902"/>
                  </a:lnTo>
                  <a:lnTo>
                    <a:pt x="1296517" y="107061"/>
                  </a:lnTo>
                  <a:lnTo>
                    <a:pt x="1278559" y="113131"/>
                  </a:lnTo>
                  <a:lnTo>
                    <a:pt x="1261516" y="122529"/>
                  </a:lnTo>
                  <a:lnTo>
                    <a:pt x="1245946" y="134683"/>
                  </a:lnTo>
                  <a:lnTo>
                    <a:pt x="1247279" y="94678"/>
                  </a:lnTo>
                  <a:lnTo>
                    <a:pt x="1247279" y="5334"/>
                  </a:lnTo>
                  <a:lnTo>
                    <a:pt x="1182382" y="5334"/>
                  </a:lnTo>
                  <a:lnTo>
                    <a:pt x="1182382" y="360045"/>
                  </a:lnTo>
                  <a:lnTo>
                    <a:pt x="1233500" y="360045"/>
                  </a:lnTo>
                  <a:lnTo>
                    <a:pt x="1239278" y="333819"/>
                  </a:lnTo>
                  <a:lnTo>
                    <a:pt x="1240612" y="333819"/>
                  </a:lnTo>
                  <a:lnTo>
                    <a:pt x="1256525" y="347713"/>
                  </a:lnTo>
                  <a:lnTo>
                    <a:pt x="1273276" y="357886"/>
                  </a:lnTo>
                  <a:lnTo>
                    <a:pt x="1290370" y="364134"/>
                  </a:lnTo>
                  <a:lnTo>
                    <a:pt x="1307287" y="366268"/>
                  </a:lnTo>
                  <a:lnTo>
                    <a:pt x="1346873" y="357225"/>
                  </a:lnTo>
                  <a:lnTo>
                    <a:pt x="1376908" y="333819"/>
                  </a:lnTo>
                  <a:lnTo>
                    <a:pt x="1380680" y="330873"/>
                  </a:lnTo>
                  <a:lnTo>
                    <a:pt x="1390891" y="312483"/>
                  </a:lnTo>
                  <a:lnTo>
                    <a:pt x="1404239" y="288455"/>
                  </a:lnTo>
                  <a:lnTo>
                    <a:pt x="1413078" y="23114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31205" y="1057059"/>
              <a:ext cx="137659" cy="18627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93482" y="1058925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774"/>
                  </a:moveTo>
                  <a:lnTo>
                    <a:pt x="113233" y="774"/>
                  </a:lnTo>
                  <a:lnTo>
                    <a:pt x="113233" y="74434"/>
                  </a:lnTo>
                  <a:lnTo>
                    <a:pt x="29641" y="74434"/>
                  </a:lnTo>
                  <a:lnTo>
                    <a:pt x="29641" y="774"/>
                  </a:lnTo>
                  <a:lnTo>
                    <a:pt x="0" y="774"/>
                  </a:lnTo>
                  <a:lnTo>
                    <a:pt x="0" y="74434"/>
                  </a:lnTo>
                  <a:lnTo>
                    <a:pt x="0" y="99834"/>
                  </a:lnTo>
                  <a:lnTo>
                    <a:pt x="0" y="182384"/>
                  </a:lnTo>
                  <a:lnTo>
                    <a:pt x="29641" y="182384"/>
                  </a:lnTo>
                  <a:lnTo>
                    <a:pt x="29641" y="99834"/>
                  </a:lnTo>
                  <a:lnTo>
                    <a:pt x="113233" y="99834"/>
                  </a:lnTo>
                  <a:lnTo>
                    <a:pt x="113233" y="182384"/>
                  </a:lnTo>
                  <a:lnTo>
                    <a:pt x="143002" y="182384"/>
                  </a:lnTo>
                  <a:lnTo>
                    <a:pt x="143002" y="99834"/>
                  </a:lnTo>
                  <a:lnTo>
                    <a:pt x="143002" y="74434"/>
                  </a:lnTo>
                  <a:lnTo>
                    <a:pt x="143002" y="774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774"/>
                  </a:moveTo>
                  <a:lnTo>
                    <a:pt x="471741" y="774"/>
                  </a:lnTo>
                  <a:lnTo>
                    <a:pt x="471741" y="26174"/>
                  </a:lnTo>
                  <a:lnTo>
                    <a:pt x="525068" y="26174"/>
                  </a:lnTo>
                  <a:lnTo>
                    <a:pt x="525068" y="182384"/>
                  </a:lnTo>
                  <a:lnTo>
                    <a:pt x="554710" y="182384"/>
                  </a:lnTo>
                  <a:lnTo>
                    <a:pt x="554710" y="26174"/>
                  </a:lnTo>
                  <a:lnTo>
                    <a:pt x="608037" y="26174"/>
                  </a:lnTo>
                  <a:lnTo>
                    <a:pt x="608037" y="774"/>
                  </a:lnTo>
                  <a:close/>
                </a:path>
                <a:path w="730885" h="182880">
                  <a:moveTo>
                    <a:pt x="730758" y="774"/>
                  </a:moveTo>
                  <a:lnTo>
                    <a:pt x="628192" y="774"/>
                  </a:lnTo>
                  <a:lnTo>
                    <a:pt x="628192" y="26174"/>
                  </a:lnTo>
                  <a:lnTo>
                    <a:pt x="628192" y="75704"/>
                  </a:lnTo>
                  <a:lnTo>
                    <a:pt x="628192" y="99834"/>
                  </a:lnTo>
                  <a:lnTo>
                    <a:pt x="628192" y="156984"/>
                  </a:lnTo>
                  <a:lnTo>
                    <a:pt x="628192" y="182384"/>
                  </a:lnTo>
                  <a:lnTo>
                    <a:pt x="730758" y="182384"/>
                  </a:lnTo>
                  <a:lnTo>
                    <a:pt x="730758" y="156984"/>
                  </a:lnTo>
                  <a:lnTo>
                    <a:pt x="657834" y="156984"/>
                  </a:lnTo>
                  <a:lnTo>
                    <a:pt x="657834" y="99834"/>
                  </a:lnTo>
                  <a:lnTo>
                    <a:pt x="726173" y="99834"/>
                  </a:lnTo>
                  <a:lnTo>
                    <a:pt x="726173" y="75704"/>
                  </a:lnTo>
                  <a:lnTo>
                    <a:pt x="657834" y="75704"/>
                  </a:lnTo>
                  <a:lnTo>
                    <a:pt x="657834" y="26174"/>
                  </a:lnTo>
                  <a:lnTo>
                    <a:pt x="730758" y="26174"/>
                  </a:lnTo>
                  <a:lnTo>
                    <a:pt x="730758" y="774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55819" y="1059664"/>
              <a:ext cx="136050" cy="18131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55822" y="1056811"/>
              <a:ext cx="260492" cy="186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383658" y="2470973"/>
            <a:ext cx="202565" cy="186690"/>
            <a:chOff x="1383658" y="2470973"/>
            <a:chExt cx="202565" cy="1866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3658" y="2470973"/>
              <a:ext cx="152655" cy="18618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62476" y="2470973"/>
              <a:ext cx="24130" cy="186690"/>
            </a:xfrm>
            <a:custGeom>
              <a:avLst/>
              <a:gdLst/>
              <a:ahLst/>
              <a:cxnLst/>
              <a:rect l="l" t="t" r="r" b="b"/>
              <a:pathLst>
                <a:path w="24130" h="186689">
                  <a:moveTo>
                    <a:pt x="23622" y="186184"/>
                  </a:moveTo>
                  <a:lnTo>
                    <a:pt x="0" y="186184"/>
                  </a:lnTo>
                  <a:lnTo>
                    <a:pt x="0" y="0"/>
                  </a:lnTo>
                  <a:lnTo>
                    <a:pt x="23622" y="0"/>
                  </a:lnTo>
                  <a:lnTo>
                    <a:pt x="23622" y="18618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691719" y="2454970"/>
            <a:ext cx="262255" cy="205740"/>
            <a:chOff x="1691719" y="2454970"/>
            <a:chExt cx="262255" cy="20574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719" y="2454970"/>
              <a:ext cx="110237" cy="20218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4121" y="2519233"/>
              <a:ext cx="109475" cy="14122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2000079" y="2454970"/>
            <a:ext cx="189865" cy="250825"/>
            <a:chOff x="2000079" y="2454970"/>
            <a:chExt cx="189865" cy="25082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0079" y="2454970"/>
              <a:ext cx="120651" cy="20548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147147" y="2624899"/>
              <a:ext cx="43180" cy="80645"/>
            </a:xfrm>
            <a:custGeom>
              <a:avLst/>
              <a:gdLst/>
              <a:ahLst/>
              <a:cxnLst/>
              <a:rect l="l" t="t" r="r" b="b"/>
              <a:pathLst>
                <a:path w="43180" h="80644">
                  <a:moveTo>
                    <a:pt x="5588" y="80519"/>
                  </a:moveTo>
                  <a:lnTo>
                    <a:pt x="0" y="66802"/>
                  </a:lnTo>
                  <a:lnTo>
                    <a:pt x="10576" y="60690"/>
                  </a:lnTo>
                  <a:lnTo>
                    <a:pt x="18510" y="52769"/>
                  </a:lnTo>
                  <a:lnTo>
                    <a:pt x="23538" y="43228"/>
                  </a:lnTo>
                  <a:lnTo>
                    <a:pt x="25400" y="32258"/>
                  </a:lnTo>
                  <a:lnTo>
                    <a:pt x="24384" y="32512"/>
                  </a:lnTo>
                  <a:lnTo>
                    <a:pt x="13716" y="32512"/>
                  </a:lnTo>
                  <a:lnTo>
                    <a:pt x="5588" y="26924"/>
                  </a:lnTo>
                  <a:lnTo>
                    <a:pt x="5588" y="6350"/>
                  </a:lnTo>
                  <a:lnTo>
                    <a:pt x="13716" y="0"/>
                  </a:lnTo>
                  <a:lnTo>
                    <a:pt x="23114" y="0"/>
                  </a:lnTo>
                  <a:lnTo>
                    <a:pt x="31313" y="1893"/>
                  </a:lnTo>
                  <a:lnTo>
                    <a:pt x="37465" y="7334"/>
                  </a:lnTo>
                  <a:lnTo>
                    <a:pt x="41331" y="15966"/>
                  </a:lnTo>
                  <a:lnTo>
                    <a:pt x="42672" y="27432"/>
                  </a:lnTo>
                  <a:lnTo>
                    <a:pt x="40092" y="44656"/>
                  </a:lnTo>
                  <a:lnTo>
                    <a:pt x="32702" y="59500"/>
                  </a:lnTo>
                  <a:lnTo>
                    <a:pt x="21026" y="71581"/>
                  </a:lnTo>
                  <a:lnTo>
                    <a:pt x="5588" y="8051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1290" y="2467417"/>
            <a:ext cx="118111" cy="18974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2414547" y="2467417"/>
            <a:ext cx="1139190" cy="193040"/>
            <a:chOff x="2414547" y="2467417"/>
            <a:chExt cx="1139190" cy="193040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53233" y="2467417"/>
              <a:ext cx="118111" cy="1897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14547" y="2467417"/>
              <a:ext cx="116079" cy="19304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6397" y="2470973"/>
              <a:ext cx="102109" cy="18618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836701" y="2577146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5" h="17780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25602" y="2467417"/>
              <a:ext cx="116079" cy="19304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8352" y="2467417"/>
              <a:ext cx="115571" cy="19304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06783" y="2577146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80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5591" y="2470973"/>
              <a:ext cx="102109" cy="18618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5640" y="2468179"/>
              <a:ext cx="117857" cy="192280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3635476" y="2447096"/>
            <a:ext cx="513080" cy="253365"/>
            <a:chOff x="3635476" y="2447096"/>
            <a:chExt cx="513080" cy="253365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5476" y="2447096"/>
              <a:ext cx="210568" cy="22580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69413" y="2470973"/>
              <a:ext cx="205996" cy="17297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098010" y="2456179"/>
              <a:ext cx="50800" cy="243840"/>
            </a:xfrm>
            <a:custGeom>
              <a:avLst/>
              <a:gdLst/>
              <a:ahLst/>
              <a:cxnLst/>
              <a:rect l="l" t="t" r="r" b="b"/>
              <a:pathLst>
                <a:path w="50800" h="243839">
                  <a:moveTo>
                    <a:pt x="5054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3020" y="12700"/>
                  </a:lnTo>
                  <a:lnTo>
                    <a:pt x="33020" y="231140"/>
                  </a:lnTo>
                  <a:lnTo>
                    <a:pt x="0" y="231140"/>
                  </a:lnTo>
                  <a:lnTo>
                    <a:pt x="0" y="243840"/>
                  </a:lnTo>
                  <a:lnTo>
                    <a:pt x="50546" y="243840"/>
                  </a:lnTo>
                  <a:lnTo>
                    <a:pt x="50546" y="231140"/>
                  </a:lnTo>
                  <a:lnTo>
                    <a:pt x="50546" y="12700"/>
                  </a:lnTo>
                  <a:lnTo>
                    <a:pt x="5054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406264" y="2886720"/>
            <a:ext cx="7747000" cy="260350"/>
            <a:chOff x="1406264" y="2886720"/>
            <a:chExt cx="7747000" cy="260350"/>
          </a:xfrm>
        </p:grpSpPr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06264" y="2886720"/>
              <a:ext cx="6398847" cy="260353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837868" y="2956318"/>
              <a:ext cx="121920" cy="78105"/>
            </a:xfrm>
            <a:custGeom>
              <a:avLst/>
              <a:gdLst/>
              <a:ahLst/>
              <a:cxnLst/>
              <a:rect l="l" t="t" r="r" b="b"/>
              <a:pathLst>
                <a:path w="121920" h="78105">
                  <a:moveTo>
                    <a:pt x="121666" y="60706"/>
                  </a:moveTo>
                  <a:lnTo>
                    <a:pt x="0" y="60706"/>
                  </a:lnTo>
                  <a:lnTo>
                    <a:pt x="0" y="77978"/>
                  </a:lnTo>
                  <a:lnTo>
                    <a:pt x="121666" y="77978"/>
                  </a:lnTo>
                  <a:lnTo>
                    <a:pt x="121666" y="60706"/>
                  </a:lnTo>
                  <a:close/>
                </a:path>
                <a:path w="121920" h="78105">
                  <a:moveTo>
                    <a:pt x="121666" y="0"/>
                  </a:moveTo>
                  <a:lnTo>
                    <a:pt x="0" y="0"/>
                  </a:lnTo>
                  <a:lnTo>
                    <a:pt x="0" y="17272"/>
                  </a:lnTo>
                  <a:lnTo>
                    <a:pt x="121666" y="17272"/>
                  </a:lnTo>
                  <a:lnTo>
                    <a:pt x="12166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91551" y="2902722"/>
              <a:ext cx="102109" cy="18618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32523" y="2902722"/>
              <a:ext cx="102109" cy="18618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58254" y="2902722"/>
              <a:ext cx="120143" cy="18948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01258" y="2899166"/>
              <a:ext cx="400309" cy="19304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37890" y="2947426"/>
              <a:ext cx="120651" cy="19964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97403" y="2902722"/>
              <a:ext cx="155449" cy="186184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9191207" y="2886720"/>
            <a:ext cx="5489575" cy="205740"/>
            <a:chOff x="9191207" y="2886720"/>
            <a:chExt cx="5489575" cy="205740"/>
          </a:xfrm>
        </p:grpSpPr>
        <p:pic>
          <p:nvPicPr>
            <p:cNvPr id="37" name="object 3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42339" y="2947426"/>
              <a:ext cx="110237" cy="14147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91207" y="2947426"/>
              <a:ext cx="117095" cy="144781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495757" y="2950982"/>
              <a:ext cx="109475" cy="14122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37999" y="2886720"/>
              <a:ext cx="2243864" cy="20548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902183" y="2886720"/>
              <a:ext cx="2207287" cy="20548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140713" y="2956318"/>
              <a:ext cx="121920" cy="78105"/>
            </a:xfrm>
            <a:custGeom>
              <a:avLst/>
              <a:gdLst/>
              <a:ahLst/>
              <a:cxnLst/>
              <a:rect l="l" t="t" r="r" b="b"/>
              <a:pathLst>
                <a:path w="121919" h="78105">
                  <a:moveTo>
                    <a:pt x="121666" y="60706"/>
                  </a:moveTo>
                  <a:lnTo>
                    <a:pt x="0" y="60706"/>
                  </a:lnTo>
                  <a:lnTo>
                    <a:pt x="0" y="77978"/>
                  </a:lnTo>
                  <a:lnTo>
                    <a:pt x="121666" y="77978"/>
                  </a:lnTo>
                  <a:lnTo>
                    <a:pt x="121666" y="60706"/>
                  </a:lnTo>
                  <a:close/>
                </a:path>
                <a:path w="121919" h="78105">
                  <a:moveTo>
                    <a:pt x="121666" y="0"/>
                  </a:moveTo>
                  <a:lnTo>
                    <a:pt x="0" y="0"/>
                  </a:lnTo>
                  <a:lnTo>
                    <a:pt x="0" y="17272"/>
                  </a:lnTo>
                  <a:lnTo>
                    <a:pt x="121666" y="17272"/>
                  </a:lnTo>
                  <a:lnTo>
                    <a:pt x="12166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294385" y="2902722"/>
              <a:ext cx="102109" cy="18618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425451" y="2899166"/>
              <a:ext cx="116079" cy="19304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561342" y="2899166"/>
              <a:ext cx="119381" cy="193042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1404740" y="3743106"/>
            <a:ext cx="431800" cy="227965"/>
            <a:chOff x="1404740" y="3743106"/>
            <a:chExt cx="431800" cy="227965"/>
          </a:xfrm>
        </p:grpSpPr>
        <p:pic>
          <p:nvPicPr>
            <p:cNvPr id="47" name="object 4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04740" y="3743106"/>
              <a:ext cx="184914" cy="22784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30041" y="3759362"/>
              <a:ext cx="206504" cy="181358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1863470" y="3743360"/>
            <a:ext cx="420370" cy="228600"/>
            <a:chOff x="1863470" y="3743360"/>
            <a:chExt cx="420370" cy="228600"/>
          </a:xfrm>
        </p:grpSpPr>
        <p:sp>
          <p:nvSpPr>
            <p:cNvPr id="50" name="object 50" descr=""/>
            <p:cNvSpPr/>
            <p:nvPr/>
          </p:nvSpPr>
          <p:spPr>
            <a:xfrm>
              <a:off x="1863458" y="3763009"/>
              <a:ext cx="207010" cy="179070"/>
            </a:xfrm>
            <a:custGeom>
              <a:avLst/>
              <a:gdLst/>
              <a:ahLst/>
              <a:cxnLst/>
              <a:rect l="l" t="t" r="r" b="b"/>
              <a:pathLst>
                <a:path w="207010" h="179070">
                  <a:moveTo>
                    <a:pt x="183146" y="102870"/>
                  </a:moveTo>
                  <a:lnTo>
                    <a:pt x="47764" y="102870"/>
                  </a:lnTo>
                  <a:lnTo>
                    <a:pt x="47764" y="67310"/>
                  </a:lnTo>
                  <a:lnTo>
                    <a:pt x="175780" y="67310"/>
                  </a:lnTo>
                  <a:lnTo>
                    <a:pt x="175780" y="50800"/>
                  </a:lnTo>
                  <a:lnTo>
                    <a:pt x="47764" y="50800"/>
                  </a:lnTo>
                  <a:lnTo>
                    <a:pt x="47764" y="16510"/>
                  </a:lnTo>
                  <a:lnTo>
                    <a:pt x="180860" y="16510"/>
                  </a:lnTo>
                  <a:lnTo>
                    <a:pt x="180860" y="0"/>
                  </a:lnTo>
                  <a:lnTo>
                    <a:pt x="26670" y="0"/>
                  </a:lnTo>
                  <a:lnTo>
                    <a:pt x="26670" y="16510"/>
                  </a:lnTo>
                  <a:lnTo>
                    <a:pt x="26670" y="50800"/>
                  </a:lnTo>
                  <a:lnTo>
                    <a:pt x="26670" y="67310"/>
                  </a:lnTo>
                  <a:lnTo>
                    <a:pt x="26670" y="102870"/>
                  </a:lnTo>
                  <a:lnTo>
                    <a:pt x="26670" y="120650"/>
                  </a:lnTo>
                  <a:lnTo>
                    <a:pt x="183146" y="120650"/>
                  </a:lnTo>
                  <a:lnTo>
                    <a:pt x="183146" y="102870"/>
                  </a:lnTo>
                  <a:close/>
                </a:path>
                <a:path w="207010" h="179070">
                  <a:moveTo>
                    <a:pt x="206768" y="161709"/>
                  </a:moveTo>
                  <a:lnTo>
                    <a:pt x="0" y="161709"/>
                  </a:lnTo>
                  <a:lnTo>
                    <a:pt x="0" y="178727"/>
                  </a:lnTo>
                  <a:lnTo>
                    <a:pt x="206768" y="178727"/>
                  </a:lnTo>
                  <a:lnTo>
                    <a:pt x="206768" y="16170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96137" y="3743360"/>
              <a:ext cx="187708" cy="228094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2331090" y="3759362"/>
            <a:ext cx="565785" cy="228600"/>
            <a:chOff x="2331090" y="3759362"/>
            <a:chExt cx="565785" cy="228600"/>
          </a:xfrm>
        </p:grpSpPr>
        <p:pic>
          <p:nvPicPr>
            <p:cNvPr id="53" name="object 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31090" y="3759362"/>
              <a:ext cx="206504" cy="181358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554613" y="3972471"/>
              <a:ext cx="135255" cy="15875"/>
            </a:xfrm>
            <a:custGeom>
              <a:avLst/>
              <a:gdLst/>
              <a:ahLst/>
              <a:cxnLst/>
              <a:rect l="l" t="t" r="r" b="b"/>
              <a:pathLst>
                <a:path w="135255" h="15875">
                  <a:moveTo>
                    <a:pt x="135129" y="15494"/>
                  </a:moveTo>
                  <a:lnTo>
                    <a:pt x="0" y="15494"/>
                  </a:lnTo>
                  <a:lnTo>
                    <a:pt x="0" y="0"/>
                  </a:lnTo>
                  <a:lnTo>
                    <a:pt x="135129" y="0"/>
                  </a:lnTo>
                  <a:lnTo>
                    <a:pt x="135129" y="1549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4060" y="3766220"/>
              <a:ext cx="152655" cy="18618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872879" y="3766220"/>
              <a:ext cx="24130" cy="186690"/>
            </a:xfrm>
            <a:custGeom>
              <a:avLst/>
              <a:gdLst/>
              <a:ahLst/>
              <a:cxnLst/>
              <a:rect l="l" t="t" r="r" b="b"/>
              <a:pathLst>
                <a:path w="24130" h="186689">
                  <a:moveTo>
                    <a:pt x="23622" y="186184"/>
                  </a:moveTo>
                  <a:lnTo>
                    <a:pt x="0" y="186184"/>
                  </a:lnTo>
                  <a:lnTo>
                    <a:pt x="0" y="0"/>
                  </a:lnTo>
                  <a:lnTo>
                    <a:pt x="23622" y="0"/>
                  </a:lnTo>
                  <a:lnTo>
                    <a:pt x="23622" y="18618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2992345" y="3743360"/>
            <a:ext cx="421640" cy="228600"/>
            <a:chOff x="2992345" y="3743360"/>
            <a:chExt cx="421640" cy="228600"/>
          </a:xfrm>
        </p:grpSpPr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92345" y="3751488"/>
              <a:ext cx="205996" cy="219966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229838" y="3743360"/>
              <a:ext cx="183644" cy="228348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3463013" y="3743360"/>
            <a:ext cx="440690" cy="227965"/>
            <a:chOff x="3463013" y="3743360"/>
            <a:chExt cx="440690" cy="227965"/>
          </a:xfrm>
        </p:grpSpPr>
        <p:pic>
          <p:nvPicPr>
            <p:cNvPr id="61" name="object 6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63013" y="3743360"/>
              <a:ext cx="184914" cy="22758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92124" y="3743614"/>
              <a:ext cx="211584" cy="227332"/>
            </a:xfrm>
            <a:prstGeom prst="rect">
              <a:avLst/>
            </a:prstGeom>
          </p:spPr>
        </p:pic>
      </p:grpSp>
      <p:pic>
        <p:nvPicPr>
          <p:cNvPr id="63" name="object 6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992045" y="3743360"/>
            <a:ext cx="184914" cy="227840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225728" y="3743360"/>
            <a:ext cx="178056" cy="228348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461442" y="3743106"/>
            <a:ext cx="177294" cy="228348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684965" y="3743360"/>
            <a:ext cx="204980" cy="226824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974971" y="3743614"/>
            <a:ext cx="196598" cy="224538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219322" y="3743614"/>
            <a:ext cx="177802" cy="227332"/>
          </a:xfrm>
          <a:prstGeom prst="rect">
            <a:avLst/>
          </a:prstGeom>
        </p:spPr>
      </p:pic>
      <p:sp>
        <p:nvSpPr>
          <p:cNvPr id="69" name="object 69" descr=""/>
          <p:cNvSpPr/>
          <p:nvPr/>
        </p:nvSpPr>
        <p:spPr>
          <a:xfrm>
            <a:off x="5442590" y="3920146"/>
            <a:ext cx="43180" cy="80645"/>
          </a:xfrm>
          <a:custGeom>
            <a:avLst/>
            <a:gdLst/>
            <a:ahLst/>
            <a:cxnLst/>
            <a:rect l="l" t="t" r="r" b="b"/>
            <a:pathLst>
              <a:path w="43179" h="80645">
                <a:moveTo>
                  <a:pt x="5588" y="80519"/>
                </a:moveTo>
                <a:lnTo>
                  <a:pt x="0" y="66802"/>
                </a:lnTo>
                <a:lnTo>
                  <a:pt x="10576" y="60690"/>
                </a:lnTo>
                <a:lnTo>
                  <a:pt x="18510" y="52769"/>
                </a:lnTo>
                <a:lnTo>
                  <a:pt x="23538" y="43228"/>
                </a:lnTo>
                <a:lnTo>
                  <a:pt x="25400" y="32258"/>
                </a:lnTo>
                <a:lnTo>
                  <a:pt x="24384" y="32512"/>
                </a:lnTo>
                <a:lnTo>
                  <a:pt x="13716" y="32512"/>
                </a:lnTo>
                <a:lnTo>
                  <a:pt x="5588" y="26924"/>
                </a:lnTo>
                <a:lnTo>
                  <a:pt x="5588" y="6350"/>
                </a:lnTo>
                <a:lnTo>
                  <a:pt x="13716" y="0"/>
                </a:lnTo>
                <a:lnTo>
                  <a:pt x="23114" y="0"/>
                </a:lnTo>
                <a:lnTo>
                  <a:pt x="31313" y="1893"/>
                </a:lnTo>
                <a:lnTo>
                  <a:pt x="37465" y="7334"/>
                </a:lnTo>
                <a:lnTo>
                  <a:pt x="41331" y="15966"/>
                </a:lnTo>
                <a:lnTo>
                  <a:pt x="42672" y="27432"/>
                </a:lnTo>
                <a:lnTo>
                  <a:pt x="40092" y="44656"/>
                </a:lnTo>
                <a:lnTo>
                  <a:pt x="32702" y="59500"/>
                </a:lnTo>
                <a:lnTo>
                  <a:pt x="21026" y="71581"/>
                </a:lnTo>
                <a:lnTo>
                  <a:pt x="5588" y="80519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" name="object 70" descr=""/>
          <p:cNvGrpSpPr/>
          <p:nvPr/>
        </p:nvGrpSpPr>
        <p:grpSpPr>
          <a:xfrm>
            <a:off x="5566721" y="3751579"/>
            <a:ext cx="1353185" cy="243840"/>
            <a:chOff x="5566721" y="3751579"/>
            <a:chExt cx="1353185" cy="243840"/>
          </a:xfrm>
        </p:grpSpPr>
        <p:pic>
          <p:nvPicPr>
            <p:cNvPr id="71" name="object 7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6721" y="3762664"/>
              <a:ext cx="118111" cy="189740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9978" y="3762664"/>
              <a:ext cx="116079" cy="19304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8664" y="3762664"/>
              <a:ext cx="118111" cy="189740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91922" y="3762664"/>
              <a:ext cx="116079" cy="19304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6132132" y="3872394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0939" y="3766220"/>
              <a:ext cx="102109" cy="18618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9718" y="3762664"/>
              <a:ext cx="118111" cy="189740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6502214" y="3872394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1115" y="3762664"/>
              <a:ext cx="116079" cy="193042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730817" y="3762664"/>
              <a:ext cx="115825" cy="193042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6869239" y="3751579"/>
              <a:ext cx="50800" cy="243840"/>
            </a:xfrm>
            <a:custGeom>
              <a:avLst/>
              <a:gdLst/>
              <a:ahLst/>
              <a:cxnLst/>
              <a:rect l="l" t="t" r="r" b="b"/>
              <a:pathLst>
                <a:path w="50800" h="243839">
                  <a:moveTo>
                    <a:pt x="5054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3020" y="12700"/>
                  </a:lnTo>
                  <a:lnTo>
                    <a:pt x="33020" y="231140"/>
                  </a:lnTo>
                  <a:lnTo>
                    <a:pt x="0" y="231140"/>
                  </a:lnTo>
                  <a:lnTo>
                    <a:pt x="0" y="243840"/>
                  </a:lnTo>
                  <a:lnTo>
                    <a:pt x="50546" y="243840"/>
                  </a:lnTo>
                  <a:lnTo>
                    <a:pt x="50546" y="231140"/>
                  </a:lnTo>
                  <a:lnTo>
                    <a:pt x="50546" y="12700"/>
                  </a:lnTo>
                  <a:lnTo>
                    <a:pt x="5054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1406264" y="4181977"/>
            <a:ext cx="6990715" cy="266065"/>
            <a:chOff x="1406264" y="4181977"/>
            <a:chExt cx="6990715" cy="266065"/>
          </a:xfrm>
        </p:grpSpPr>
        <p:pic>
          <p:nvPicPr>
            <p:cNvPr id="83" name="object 8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06264" y="4181977"/>
              <a:ext cx="5091747" cy="265687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6526968" y="4197979"/>
              <a:ext cx="24130" cy="186690"/>
            </a:xfrm>
            <a:custGeom>
              <a:avLst/>
              <a:gdLst/>
              <a:ahLst/>
              <a:cxnLst/>
              <a:rect l="l" t="t" r="r" b="b"/>
              <a:pathLst>
                <a:path w="24129" h="186689">
                  <a:moveTo>
                    <a:pt x="23622" y="186184"/>
                  </a:moveTo>
                  <a:lnTo>
                    <a:pt x="0" y="186184"/>
                  </a:lnTo>
                  <a:lnTo>
                    <a:pt x="0" y="0"/>
                  </a:lnTo>
                  <a:lnTo>
                    <a:pt x="23622" y="0"/>
                  </a:lnTo>
                  <a:lnTo>
                    <a:pt x="23622" y="18618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589453" y="4181977"/>
              <a:ext cx="120397" cy="205488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6743116" y="4207636"/>
              <a:ext cx="779780" cy="180340"/>
            </a:xfrm>
            <a:custGeom>
              <a:avLst/>
              <a:gdLst/>
              <a:ahLst/>
              <a:cxnLst/>
              <a:rect l="l" t="t" r="r" b="b"/>
              <a:pathLst>
                <a:path w="779779" h="180339">
                  <a:moveTo>
                    <a:pt x="121666" y="104648"/>
                  </a:moveTo>
                  <a:lnTo>
                    <a:pt x="0" y="104648"/>
                  </a:lnTo>
                  <a:lnTo>
                    <a:pt x="0" y="121920"/>
                  </a:lnTo>
                  <a:lnTo>
                    <a:pt x="121666" y="121920"/>
                  </a:lnTo>
                  <a:lnTo>
                    <a:pt x="121666" y="104648"/>
                  </a:lnTo>
                  <a:close/>
                </a:path>
                <a:path w="779779" h="180339">
                  <a:moveTo>
                    <a:pt x="121666" y="43942"/>
                  </a:moveTo>
                  <a:lnTo>
                    <a:pt x="0" y="43942"/>
                  </a:lnTo>
                  <a:lnTo>
                    <a:pt x="0" y="61214"/>
                  </a:lnTo>
                  <a:lnTo>
                    <a:pt x="121666" y="61214"/>
                  </a:lnTo>
                  <a:lnTo>
                    <a:pt x="121666" y="43942"/>
                  </a:lnTo>
                  <a:close/>
                </a:path>
                <a:path w="779779" h="180339">
                  <a:moveTo>
                    <a:pt x="223520" y="174752"/>
                  </a:moveTo>
                  <a:lnTo>
                    <a:pt x="218948" y="157480"/>
                  </a:lnTo>
                  <a:lnTo>
                    <a:pt x="214376" y="159258"/>
                  </a:lnTo>
                  <a:lnTo>
                    <a:pt x="208026" y="161036"/>
                  </a:lnTo>
                  <a:lnTo>
                    <a:pt x="203200" y="161036"/>
                  </a:lnTo>
                  <a:lnTo>
                    <a:pt x="193116" y="159270"/>
                  </a:lnTo>
                  <a:lnTo>
                    <a:pt x="186537" y="154089"/>
                  </a:lnTo>
                  <a:lnTo>
                    <a:pt x="182956" y="145719"/>
                  </a:lnTo>
                  <a:lnTo>
                    <a:pt x="181864" y="134366"/>
                  </a:lnTo>
                  <a:lnTo>
                    <a:pt x="181864" y="57404"/>
                  </a:lnTo>
                  <a:lnTo>
                    <a:pt x="219202" y="57404"/>
                  </a:lnTo>
                  <a:lnTo>
                    <a:pt x="219202" y="38608"/>
                  </a:lnTo>
                  <a:lnTo>
                    <a:pt x="181864" y="38608"/>
                  </a:lnTo>
                  <a:lnTo>
                    <a:pt x="181864" y="0"/>
                  </a:lnTo>
                  <a:lnTo>
                    <a:pt x="162560" y="0"/>
                  </a:lnTo>
                  <a:lnTo>
                    <a:pt x="159766" y="38608"/>
                  </a:lnTo>
                  <a:lnTo>
                    <a:pt x="138176" y="39878"/>
                  </a:lnTo>
                  <a:lnTo>
                    <a:pt x="138176" y="57404"/>
                  </a:lnTo>
                  <a:lnTo>
                    <a:pt x="158750" y="57404"/>
                  </a:lnTo>
                  <a:lnTo>
                    <a:pt x="158750" y="133858"/>
                  </a:lnTo>
                  <a:lnTo>
                    <a:pt x="160769" y="152730"/>
                  </a:lnTo>
                  <a:lnTo>
                    <a:pt x="167386" y="167233"/>
                  </a:lnTo>
                  <a:lnTo>
                    <a:pt x="179539" y="176542"/>
                  </a:lnTo>
                  <a:lnTo>
                    <a:pt x="198120" y="179832"/>
                  </a:lnTo>
                  <a:lnTo>
                    <a:pt x="204520" y="179400"/>
                  </a:lnTo>
                  <a:lnTo>
                    <a:pt x="211010" y="178244"/>
                  </a:lnTo>
                  <a:lnTo>
                    <a:pt x="217411" y="176618"/>
                  </a:lnTo>
                  <a:lnTo>
                    <a:pt x="223520" y="174752"/>
                  </a:lnTo>
                  <a:close/>
                </a:path>
                <a:path w="779779" h="180339">
                  <a:moveTo>
                    <a:pt x="357136" y="99822"/>
                  </a:moveTo>
                  <a:lnTo>
                    <a:pt x="356679" y="96520"/>
                  </a:lnTo>
                  <a:lnTo>
                    <a:pt x="353491" y="73088"/>
                  </a:lnTo>
                  <a:lnTo>
                    <a:pt x="343319" y="53594"/>
                  </a:lnTo>
                  <a:lnTo>
                    <a:pt x="342849" y="52679"/>
                  </a:lnTo>
                  <a:lnTo>
                    <a:pt x="336816" y="48120"/>
                  </a:lnTo>
                  <a:lnTo>
                    <a:pt x="336816" y="96520"/>
                  </a:lnTo>
                  <a:lnTo>
                    <a:pt x="262902" y="96520"/>
                  </a:lnTo>
                  <a:lnTo>
                    <a:pt x="267512" y="78346"/>
                  </a:lnTo>
                  <a:lnTo>
                    <a:pt x="276428" y="64871"/>
                  </a:lnTo>
                  <a:lnTo>
                    <a:pt x="288620" y="56375"/>
                  </a:lnTo>
                  <a:lnTo>
                    <a:pt x="288988" y="56375"/>
                  </a:lnTo>
                  <a:lnTo>
                    <a:pt x="302526" y="53594"/>
                  </a:lnTo>
                  <a:lnTo>
                    <a:pt x="316992" y="56375"/>
                  </a:lnTo>
                  <a:lnTo>
                    <a:pt x="327761" y="64579"/>
                  </a:lnTo>
                  <a:lnTo>
                    <a:pt x="334492" y="78028"/>
                  </a:lnTo>
                  <a:lnTo>
                    <a:pt x="334530" y="78346"/>
                  </a:lnTo>
                  <a:lnTo>
                    <a:pt x="336816" y="96520"/>
                  </a:lnTo>
                  <a:lnTo>
                    <a:pt x="336816" y="48120"/>
                  </a:lnTo>
                  <a:lnTo>
                    <a:pt x="325628" y="39636"/>
                  </a:lnTo>
                  <a:lnTo>
                    <a:pt x="302272" y="35052"/>
                  </a:lnTo>
                  <a:lnTo>
                    <a:pt x="279044" y="40119"/>
                  </a:lnTo>
                  <a:lnTo>
                    <a:pt x="259156" y="54610"/>
                  </a:lnTo>
                  <a:lnTo>
                    <a:pt x="245262" y="77482"/>
                  </a:lnTo>
                  <a:lnTo>
                    <a:pt x="245160" y="78028"/>
                  </a:lnTo>
                  <a:lnTo>
                    <a:pt x="245110" y="78346"/>
                  </a:lnTo>
                  <a:lnTo>
                    <a:pt x="240042" y="107696"/>
                  </a:lnTo>
                  <a:lnTo>
                    <a:pt x="245211" y="138150"/>
                  </a:lnTo>
                  <a:lnTo>
                    <a:pt x="259346" y="160820"/>
                  </a:lnTo>
                  <a:lnTo>
                    <a:pt x="280327" y="174955"/>
                  </a:lnTo>
                  <a:lnTo>
                    <a:pt x="306082" y="179832"/>
                  </a:lnTo>
                  <a:lnTo>
                    <a:pt x="319430" y="178714"/>
                  </a:lnTo>
                  <a:lnTo>
                    <a:pt x="331419" y="175679"/>
                  </a:lnTo>
                  <a:lnTo>
                    <a:pt x="342150" y="171157"/>
                  </a:lnTo>
                  <a:lnTo>
                    <a:pt x="351802" y="165608"/>
                  </a:lnTo>
                  <a:lnTo>
                    <a:pt x="349427" y="161290"/>
                  </a:lnTo>
                  <a:lnTo>
                    <a:pt x="343420" y="150368"/>
                  </a:lnTo>
                  <a:lnTo>
                    <a:pt x="335622" y="154965"/>
                  </a:lnTo>
                  <a:lnTo>
                    <a:pt x="327380" y="158407"/>
                  </a:lnTo>
                  <a:lnTo>
                    <a:pt x="318516" y="160553"/>
                  </a:lnTo>
                  <a:lnTo>
                    <a:pt x="308876" y="161290"/>
                  </a:lnTo>
                  <a:lnTo>
                    <a:pt x="290906" y="157899"/>
                  </a:lnTo>
                  <a:lnTo>
                    <a:pt x="276771" y="148209"/>
                  </a:lnTo>
                  <a:lnTo>
                    <a:pt x="267258" y="133007"/>
                  </a:lnTo>
                  <a:lnTo>
                    <a:pt x="263156" y="113030"/>
                  </a:lnTo>
                  <a:lnTo>
                    <a:pt x="356120" y="113030"/>
                  </a:lnTo>
                  <a:lnTo>
                    <a:pt x="356628" y="109728"/>
                  </a:lnTo>
                  <a:lnTo>
                    <a:pt x="357136" y="104902"/>
                  </a:lnTo>
                  <a:lnTo>
                    <a:pt x="357136" y="99822"/>
                  </a:lnTo>
                  <a:close/>
                </a:path>
                <a:path w="779779" h="180339">
                  <a:moveTo>
                    <a:pt x="477532" y="138938"/>
                  </a:moveTo>
                  <a:lnTo>
                    <a:pt x="450418" y="103111"/>
                  </a:lnTo>
                  <a:lnTo>
                    <a:pt x="424065" y="92697"/>
                  </a:lnTo>
                  <a:lnTo>
                    <a:pt x="414312" y="87858"/>
                  </a:lnTo>
                  <a:lnTo>
                    <a:pt x="407466" y="81635"/>
                  </a:lnTo>
                  <a:lnTo>
                    <a:pt x="404888" y="73152"/>
                  </a:lnTo>
                  <a:lnTo>
                    <a:pt x="406387" y="65557"/>
                  </a:lnTo>
                  <a:lnTo>
                    <a:pt x="410984" y="59245"/>
                  </a:lnTo>
                  <a:lnTo>
                    <a:pt x="418820" y="54940"/>
                  </a:lnTo>
                  <a:lnTo>
                    <a:pt x="430034" y="53340"/>
                  </a:lnTo>
                  <a:lnTo>
                    <a:pt x="438886" y="54241"/>
                  </a:lnTo>
                  <a:lnTo>
                    <a:pt x="446951" y="56769"/>
                  </a:lnTo>
                  <a:lnTo>
                    <a:pt x="454494" y="60629"/>
                  </a:lnTo>
                  <a:lnTo>
                    <a:pt x="461784" y="65532"/>
                  </a:lnTo>
                  <a:lnTo>
                    <a:pt x="472960" y="50546"/>
                  </a:lnTo>
                  <a:lnTo>
                    <a:pt x="464032" y="44589"/>
                  </a:lnTo>
                  <a:lnTo>
                    <a:pt x="453783" y="39662"/>
                  </a:lnTo>
                  <a:lnTo>
                    <a:pt x="442379" y="36296"/>
                  </a:lnTo>
                  <a:lnTo>
                    <a:pt x="430034" y="35052"/>
                  </a:lnTo>
                  <a:lnTo>
                    <a:pt x="409968" y="38087"/>
                  </a:lnTo>
                  <a:lnTo>
                    <a:pt x="395046" y="46418"/>
                  </a:lnTo>
                  <a:lnTo>
                    <a:pt x="385737" y="58839"/>
                  </a:lnTo>
                  <a:lnTo>
                    <a:pt x="382536" y="74168"/>
                  </a:lnTo>
                  <a:lnTo>
                    <a:pt x="386245" y="89255"/>
                  </a:lnTo>
                  <a:lnTo>
                    <a:pt x="395871" y="100203"/>
                  </a:lnTo>
                  <a:lnTo>
                    <a:pt x="409105" y="108102"/>
                  </a:lnTo>
                  <a:lnTo>
                    <a:pt x="435025" y="118630"/>
                  </a:lnTo>
                  <a:lnTo>
                    <a:pt x="445147" y="124079"/>
                  </a:lnTo>
                  <a:lnTo>
                    <a:pt x="452399" y="131051"/>
                  </a:lnTo>
                  <a:lnTo>
                    <a:pt x="455180" y="140208"/>
                  </a:lnTo>
                  <a:lnTo>
                    <a:pt x="453504" y="148615"/>
                  </a:lnTo>
                  <a:lnTo>
                    <a:pt x="448449" y="155486"/>
                  </a:lnTo>
                  <a:lnTo>
                    <a:pt x="439966" y="160108"/>
                  </a:lnTo>
                  <a:lnTo>
                    <a:pt x="428002" y="161798"/>
                  </a:lnTo>
                  <a:lnTo>
                    <a:pt x="416318" y="160616"/>
                  </a:lnTo>
                  <a:lnTo>
                    <a:pt x="405841" y="157289"/>
                  </a:lnTo>
                  <a:lnTo>
                    <a:pt x="396214" y="152158"/>
                  </a:lnTo>
                  <a:lnTo>
                    <a:pt x="387108" y="145542"/>
                  </a:lnTo>
                  <a:lnTo>
                    <a:pt x="375678" y="160782"/>
                  </a:lnTo>
                  <a:lnTo>
                    <a:pt x="386549" y="168363"/>
                  </a:lnTo>
                  <a:lnTo>
                    <a:pt x="399072" y="174409"/>
                  </a:lnTo>
                  <a:lnTo>
                    <a:pt x="412788" y="178396"/>
                  </a:lnTo>
                  <a:lnTo>
                    <a:pt x="427240" y="179832"/>
                  </a:lnTo>
                  <a:lnTo>
                    <a:pt x="448805" y="176593"/>
                  </a:lnTo>
                  <a:lnTo>
                    <a:pt x="464578" y="167767"/>
                  </a:lnTo>
                  <a:lnTo>
                    <a:pt x="474243" y="154762"/>
                  </a:lnTo>
                  <a:lnTo>
                    <a:pt x="477532" y="138938"/>
                  </a:lnTo>
                  <a:close/>
                </a:path>
                <a:path w="779779" h="180339">
                  <a:moveTo>
                    <a:pt x="578878" y="174752"/>
                  </a:moveTo>
                  <a:lnTo>
                    <a:pt x="574306" y="157480"/>
                  </a:lnTo>
                  <a:lnTo>
                    <a:pt x="569734" y="159258"/>
                  </a:lnTo>
                  <a:lnTo>
                    <a:pt x="563384" y="161036"/>
                  </a:lnTo>
                  <a:lnTo>
                    <a:pt x="558558" y="161036"/>
                  </a:lnTo>
                  <a:lnTo>
                    <a:pt x="548474" y="159270"/>
                  </a:lnTo>
                  <a:lnTo>
                    <a:pt x="541883" y="154089"/>
                  </a:lnTo>
                  <a:lnTo>
                    <a:pt x="538302" y="145719"/>
                  </a:lnTo>
                  <a:lnTo>
                    <a:pt x="537222" y="134366"/>
                  </a:lnTo>
                  <a:lnTo>
                    <a:pt x="537222" y="57404"/>
                  </a:lnTo>
                  <a:lnTo>
                    <a:pt x="574560" y="57404"/>
                  </a:lnTo>
                  <a:lnTo>
                    <a:pt x="574560" y="38608"/>
                  </a:lnTo>
                  <a:lnTo>
                    <a:pt x="537222" y="38608"/>
                  </a:lnTo>
                  <a:lnTo>
                    <a:pt x="537222" y="0"/>
                  </a:lnTo>
                  <a:lnTo>
                    <a:pt x="517918" y="0"/>
                  </a:lnTo>
                  <a:lnTo>
                    <a:pt x="515124" y="38608"/>
                  </a:lnTo>
                  <a:lnTo>
                    <a:pt x="493534" y="39878"/>
                  </a:lnTo>
                  <a:lnTo>
                    <a:pt x="493534" y="57404"/>
                  </a:lnTo>
                  <a:lnTo>
                    <a:pt x="514108" y="57404"/>
                  </a:lnTo>
                  <a:lnTo>
                    <a:pt x="514108" y="133858"/>
                  </a:lnTo>
                  <a:lnTo>
                    <a:pt x="516115" y="152730"/>
                  </a:lnTo>
                  <a:lnTo>
                    <a:pt x="522744" y="167233"/>
                  </a:lnTo>
                  <a:lnTo>
                    <a:pt x="534898" y="176542"/>
                  </a:lnTo>
                  <a:lnTo>
                    <a:pt x="553478" y="179832"/>
                  </a:lnTo>
                  <a:lnTo>
                    <a:pt x="559879" y="179400"/>
                  </a:lnTo>
                  <a:lnTo>
                    <a:pt x="566369" y="178244"/>
                  </a:lnTo>
                  <a:lnTo>
                    <a:pt x="572770" y="176618"/>
                  </a:lnTo>
                  <a:lnTo>
                    <a:pt x="578878" y="174752"/>
                  </a:lnTo>
                  <a:close/>
                </a:path>
                <a:path w="779779" h="180339">
                  <a:moveTo>
                    <a:pt x="779284" y="38608"/>
                  </a:moveTo>
                  <a:lnTo>
                    <a:pt x="757440" y="38608"/>
                  </a:lnTo>
                  <a:lnTo>
                    <a:pt x="737120" y="118364"/>
                  </a:lnTo>
                  <a:lnTo>
                    <a:pt x="728484" y="156972"/>
                  </a:lnTo>
                  <a:lnTo>
                    <a:pt x="727468" y="156972"/>
                  </a:lnTo>
                  <a:lnTo>
                    <a:pt x="717816" y="118364"/>
                  </a:lnTo>
                  <a:lnTo>
                    <a:pt x="696226" y="38608"/>
                  </a:lnTo>
                  <a:lnTo>
                    <a:pt x="673620" y="38608"/>
                  </a:lnTo>
                  <a:lnTo>
                    <a:pt x="649744" y="128041"/>
                  </a:lnTo>
                  <a:lnTo>
                    <a:pt x="642886" y="156972"/>
                  </a:lnTo>
                  <a:lnTo>
                    <a:pt x="641616" y="156972"/>
                  </a:lnTo>
                  <a:lnTo>
                    <a:pt x="633488" y="118364"/>
                  </a:lnTo>
                  <a:lnTo>
                    <a:pt x="612914" y="38608"/>
                  </a:lnTo>
                  <a:lnTo>
                    <a:pt x="589292" y="38608"/>
                  </a:lnTo>
                  <a:lnTo>
                    <a:pt x="627646" y="176530"/>
                  </a:lnTo>
                  <a:lnTo>
                    <a:pt x="654824" y="176530"/>
                  </a:lnTo>
                  <a:lnTo>
                    <a:pt x="676668" y="92735"/>
                  </a:lnTo>
                  <a:lnTo>
                    <a:pt x="683526" y="62484"/>
                  </a:lnTo>
                  <a:lnTo>
                    <a:pt x="684796" y="62484"/>
                  </a:lnTo>
                  <a:lnTo>
                    <a:pt x="691692" y="92417"/>
                  </a:lnTo>
                  <a:lnTo>
                    <a:pt x="714260" y="176530"/>
                  </a:lnTo>
                  <a:lnTo>
                    <a:pt x="742200" y="176530"/>
                  </a:lnTo>
                  <a:lnTo>
                    <a:pt x="779284" y="38608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542219" y="4242684"/>
              <a:ext cx="128017" cy="144781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706559" y="4242684"/>
              <a:ext cx="75692" cy="141479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805112" y="4181977"/>
              <a:ext cx="374146" cy="237746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206183" y="4242684"/>
              <a:ext cx="190248" cy="141479"/>
            </a:xfrm>
            <a:prstGeom prst="rect">
              <a:avLst/>
            </a:prstGeom>
          </p:spPr>
        </p:pic>
      </p:grpSp>
      <p:grpSp>
        <p:nvGrpSpPr>
          <p:cNvPr id="91" name="object 91" descr=""/>
          <p:cNvGrpSpPr/>
          <p:nvPr/>
        </p:nvGrpSpPr>
        <p:grpSpPr>
          <a:xfrm>
            <a:off x="8441390" y="4181977"/>
            <a:ext cx="1645285" cy="266065"/>
            <a:chOff x="8441390" y="4181977"/>
            <a:chExt cx="1645285" cy="266065"/>
          </a:xfrm>
        </p:grpSpPr>
        <p:sp>
          <p:nvSpPr>
            <p:cNvPr id="92" name="object 92" descr=""/>
            <p:cNvSpPr/>
            <p:nvPr/>
          </p:nvSpPr>
          <p:spPr>
            <a:xfrm>
              <a:off x="8441385" y="4181982"/>
              <a:ext cx="589915" cy="266065"/>
            </a:xfrm>
            <a:custGeom>
              <a:avLst/>
              <a:gdLst/>
              <a:ahLst/>
              <a:cxnLst/>
              <a:rect l="l" t="t" r="r" b="b"/>
              <a:pathLst>
                <a:path w="589915" h="266064">
                  <a:moveTo>
                    <a:pt x="114300" y="202184"/>
                  </a:moveTo>
                  <a:lnTo>
                    <a:pt x="61976" y="119634"/>
                  </a:lnTo>
                  <a:lnTo>
                    <a:pt x="108204" y="64262"/>
                  </a:lnTo>
                  <a:lnTo>
                    <a:pt x="82550" y="64262"/>
                  </a:lnTo>
                  <a:lnTo>
                    <a:pt x="23368" y="137160"/>
                  </a:lnTo>
                  <a:lnTo>
                    <a:pt x="22860" y="137160"/>
                  </a:lnTo>
                  <a:lnTo>
                    <a:pt x="22860" y="0"/>
                  </a:lnTo>
                  <a:lnTo>
                    <a:pt x="0" y="0"/>
                  </a:lnTo>
                  <a:lnTo>
                    <a:pt x="0" y="202184"/>
                  </a:lnTo>
                  <a:lnTo>
                    <a:pt x="22860" y="202184"/>
                  </a:lnTo>
                  <a:lnTo>
                    <a:pt x="22860" y="165862"/>
                  </a:lnTo>
                  <a:lnTo>
                    <a:pt x="48768" y="135636"/>
                  </a:lnTo>
                  <a:lnTo>
                    <a:pt x="89154" y="202184"/>
                  </a:lnTo>
                  <a:lnTo>
                    <a:pt x="114300" y="202184"/>
                  </a:lnTo>
                  <a:close/>
                </a:path>
                <a:path w="589915" h="266064">
                  <a:moveTo>
                    <a:pt x="209042" y="200406"/>
                  </a:moveTo>
                  <a:lnTo>
                    <a:pt x="204470" y="183134"/>
                  </a:lnTo>
                  <a:lnTo>
                    <a:pt x="199898" y="184912"/>
                  </a:lnTo>
                  <a:lnTo>
                    <a:pt x="193548" y="186690"/>
                  </a:lnTo>
                  <a:lnTo>
                    <a:pt x="188722" y="186690"/>
                  </a:lnTo>
                  <a:lnTo>
                    <a:pt x="178638" y="184924"/>
                  </a:lnTo>
                  <a:lnTo>
                    <a:pt x="172059" y="179743"/>
                  </a:lnTo>
                  <a:lnTo>
                    <a:pt x="168465" y="171373"/>
                  </a:lnTo>
                  <a:lnTo>
                    <a:pt x="167386" y="160020"/>
                  </a:lnTo>
                  <a:lnTo>
                    <a:pt x="167386" y="83058"/>
                  </a:lnTo>
                  <a:lnTo>
                    <a:pt x="204724" y="83058"/>
                  </a:lnTo>
                  <a:lnTo>
                    <a:pt x="204724" y="64262"/>
                  </a:lnTo>
                  <a:lnTo>
                    <a:pt x="167386" y="64262"/>
                  </a:lnTo>
                  <a:lnTo>
                    <a:pt x="167386" y="25654"/>
                  </a:lnTo>
                  <a:lnTo>
                    <a:pt x="148082" y="25654"/>
                  </a:lnTo>
                  <a:lnTo>
                    <a:pt x="145288" y="64262"/>
                  </a:lnTo>
                  <a:lnTo>
                    <a:pt x="123698" y="65532"/>
                  </a:lnTo>
                  <a:lnTo>
                    <a:pt x="123698" y="83058"/>
                  </a:lnTo>
                  <a:lnTo>
                    <a:pt x="144272" y="83058"/>
                  </a:lnTo>
                  <a:lnTo>
                    <a:pt x="144272" y="159512"/>
                  </a:lnTo>
                  <a:lnTo>
                    <a:pt x="146278" y="178384"/>
                  </a:lnTo>
                  <a:lnTo>
                    <a:pt x="152908" y="192887"/>
                  </a:lnTo>
                  <a:lnTo>
                    <a:pt x="165061" y="202196"/>
                  </a:lnTo>
                  <a:lnTo>
                    <a:pt x="183642" y="205486"/>
                  </a:lnTo>
                  <a:lnTo>
                    <a:pt x="190042" y="205054"/>
                  </a:lnTo>
                  <a:lnTo>
                    <a:pt x="196532" y="203898"/>
                  </a:lnTo>
                  <a:lnTo>
                    <a:pt x="202933" y="202272"/>
                  </a:lnTo>
                  <a:lnTo>
                    <a:pt x="209042" y="200406"/>
                  </a:lnTo>
                  <a:close/>
                </a:path>
                <a:path w="589915" h="266064">
                  <a:moveTo>
                    <a:pt x="352044" y="217932"/>
                  </a:moveTo>
                  <a:lnTo>
                    <a:pt x="349046" y="203276"/>
                  </a:lnTo>
                  <a:lnTo>
                    <a:pt x="348081" y="202184"/>
                  </a:lnTo>
                  <a:lnTo>
                    <a:pt x="340042" y="193078"/>
                  </a:lnTo>
                  <a:lnTo>
                    <a:pt x="329692" y="188963"/>
                  </a:lnTo>
                  <a:lnTo>
                    <a:pt x="329692" y="221488"/>
                  </a:lnTo>
                  <a:lnTo>
                    <a:pt x="326542" y="232041"/>
                  </a:lnTo>
                  <a:lnTo>
                    <a:pt x="317627" y="241147"/>
                  </a:lnTo>
                  <a:lnTo>
                    <a:pt x="303758" y="247535"/>
                  </a:lnTo>
                  <a:lnTo>
                    <a:pt x="285750" y="249936"/>
                  </a:lnTo>
                  <a:lnTo>
                    <a:pt x="268871" y="248196"/>
                  </a:lnTo>
                  <a:lnTo>
                    <a:pt x="256260" y="243268"/>
                  </a:lnTo>
                  <a:lnTo>
                    <a:pt x="248361" y="235585"/>
                  </a:lnTo>
                  <a:lnTo>
                    <a:pt x="245618" y="225552"/>
                  </a:lnTo>
                  <a:lnTo>
                    <a:pt x="246443" y="219481"/>
                  </a:lnTo>
                  <a:lnTo>
                    <a:pt x="249034" y="213474"/>
                  </a:lnTo>
                  <a:lnTo>
                    <a:pt x="253441" y="207695"/>
                  </a:lnTo>
                  <a:lnTo>
                    <a:pt x="259842" y="202184"/>
                  </a:lnTo>
                  <a:lnTo>
                    <a:pt x="265938" y="203708"/>
                  </a:lnTo>
                  <a:lnTo>
                    <a:pt x="272542" y="204470"/>
                  </a:lnTo>
                  <a:lnTo>
                    <a:pt x="301498" y="204470"/>
                  </a:lnTo>
                  <a:lnTo>
                    <a:pt x="313626" y="205346"/>
                  </a:lnTo>
                  <a:lnTo>
                    <a:pt x="322453" y="208216"/>
                  </a:lnTo>
                  <a:lnTo>
                    <a:pt x="327863" y="213474"/>
                  </a:lnTo>
                  <a:lnTo>
                    <a:pt x="329692" y="221488"/>
                  </a:lnTo>
                  <a:lnTo>
                    <a:pt x="329692" y="188963"/>
                  </a:lnTo>
                  <a:lnTo>
                    <a:pt x="325043" y="187109"/>
                  </a:lnTo>
                  <a:lnTo>
                    <a:pt x="304038" y="185166"/>
                  </a:lnTo>
                  <a:lnTo>
                    <a:pt x="277114" y="185166"/>
                  </a:lnTo>
                  <a:lnTo>
                    <a:pt x="265518" y="184073"/>
                  </a:lnTo>
                  <a:lnTo>
                    <a:pt x="258102" y="181013"/>
                  </a:lnTo>
                  <a:lnTo>
                    <a:pt x="254152" y="176276"/>
                  </a:lnTo>
                  <a:lnTo>
                    <a:pt x="252984" y="170180"/>
                  </a:lnTo>
                  <a:lnTo>
                    <a:pt x="252984" y="162560"/>
                  </a:lnTo>
                  <a:lnTo>
                    <a:pt x="256794" y="157988"/>
                  </a:lnTo>
                  <a:lnTo>
                    <a:pt x="261874" y="153670"/>
                  </a:lnTo>
                  <a:lnTo>
                    <a:pt x="267970" y="156718"/>
                  </a:lnTo>
                  <a:lnTo>
                    <a:pt x="275590" y="158496"/>
                  </a:lnTo>
                  <a:lnTo>
                    <a:pt x="282448" y="158496"/>
                  </a:lnTo>
                  <a:lnTo>
                    <a:pt x="302094" y="155143"/>
                  </a:lnTo>
                  <a:lnTo>
                    <a:pt x="304546" y="153670"/>
                  </a:lnTo>
                  <a:lnTo>
                    <a:pt x="318071" y="145542"/>
                  </a:lnTo>
                  <a:lnTo>
                    <a:pt x="320065" y="142748"/>
                  </a:lnTo>
                  <a:lnTo>
                    <a:pt x="328815" y="130429"/>
                  </a:lnTo>
                  <a:lnTo>
                    <a:pt x="332740" y="110490"/>
                  </a:lnTo>
                  <a:lnTo>
                    <a:pt x="332689" y="109982"/>
                  </a:lnTo>
                  <a:lnTo>
                    <a:pt x="331927" y="101904"/>
                  </a:lnTo>
                  <a:lnTo>
                    <a:pt x="329628" y="94170"/>
                  </a:lnTo>
                  <a:lnTo>
                    <a:pt x="326097" y="87490"/>
                  </a:lnTo>
                  <a:lnTo>
                    <a:pt x="321564" y="82042"/>
                  </a:lnTo>
                  <a:lnTo>
                    <a:pt x="349758" y="82042"/>
                  </a:lnTo>
                  <a:lnTo>
                    <a:pt x="349758" y="77724"/>
                  </a:lnTo>
                  <a:lnTo>
                    <a:pt x="349758" y="64160"/>
                  </a:lnTo>
                  <a:lnTo>
                    <a:pt x="311658" y="64160"/>
                  </a:lnTo>
                  <a:lnTo>
                    <a:pt x="311658" y="109982"/>
                  </a:lnTo>
                  <a:lnTo>
                    <a:pt x="311569" y="110490"/>
                  </a:lnTo>
                  <a:lnTo>
                    <a:pt x="309308" y="123571"/>
                  </a:lnTo>
                  <a:lnTo>
                    <a:pt x="302958" y="133896"/>
                  </a:lnTo>
                  <a:lnTo>
                    <a:pt x="293662" y="140449"/>
                  </a:lnTo>
                  <a:lnTo>
                    <a:pt x="282448" y="142748"/>
                  </a:lnTo>
                  <a:lnTo>
                    <a:pt x="271094" y="140449"/>
                  </a:lnTo>
                  <a:lnTo>
                    <a:pt x="261721" y="133896"/>
                  </a:lnTo>
                  <a:lnTo>
                    <a:pt x="255346" y="123571"/>
                  </a:lnTo>
                  <a:lnTo>
                    <a:pt x="252984" y="109982"/>
                  </a:lnTo>
                  <a:lnTo>
                    <a:pt x="255308" y="96367"/>
                  </a:lnTo>
                  <a:lnTo>
                    <a:pt x="261620" y="86233"/>
                  </a:lnTo>
                  <a:lnTo>
                    <a:pt x="270992" y="79908"/>
                  </a:lnTo>
                  <a:lnTo>
                    <a:pt x="282448" y="77724"/>
                  </a:lnTo>
                  <a:lnTo>
                    <a:pt x="293687" y="79908"/>
                  </a:lnTo>
                  <a:lnTo>
                    <a:pt x="293827" y="79908"/>
                  </a:lnTo>
                  <a:lnTo>
                    <a:pt x="311658" y="109982"/>
                  </a:lnTo>
                  <a:lnTo>
                    <a:pt x="311658" y="64160"/>
                  </a:lnTo>
                  <a:lnTo>
                    <a:pt x="301459" y="64160"/>
                  </a:lnTo>
                  <a:lnTo>
                    <a:pt x="296926" y="62484"/>
                  </a:lnTo>
                  <a:lnTo>
                    <a:pt x="290068" y="60706"/>
                  </a:lnTo>
                  <a:lnTo>
                    <a:pt x="282448" y="60706"/>
                  </a:lnTo>
                  <a:lnTo>
                    <a:pt x="262572" y="64160"/>
                  </a:lnTo>
                  <a:lnTo>
                    <a:pt x="246062" y="74015"/>
                  </a:lnTo>
                  <a:lnTo>
                    <a:pt x="234797" y="89535"/>
                  </a:lnTo>
                  <a:lnTo>
                    <a:pt x="230632" y="109982"/>
                  </a:lnTo>
                  <a:lnTo>
                    <a:pt x="230695" y="110490"/>
                  </a:lnTo>
                  <a:lnTo>
                    <a:pt x="232168" y="121704"/>
                  </a:lnTo>
                  <a:lnTo>
                    <a:pt x="236220" y="131953"/>
                  </a:lnTo>
                  <a:lnTo>
                    <a:pt x="241973" y="140449"/>
                  </a:lnTo>
                  <a:lnTo>
                    <a:pt x="248666" y="147066"/>
                  </a:lnTo>
                  <a:lnTo>
                    <a:pt x="248666" y="148082"/>
                  </a:lnTo>
                  <a:lnTo>
                    <a:pt x="243243" y="152628"/>
                  </a:lnTo>
                  <a:lnTo>
                    <a:pt x="238277" y="158496"/>
                  </a:lnTo>
                  <a:lnTo>
                    <a:pt x="234594" y="165620"/>
                  </a:lnTo>
                  <a:lnTo>
                    <a:pt x="233172" y="173736"/>
                  </a:lnTo>
                  <a:lnTo>
                    <a:pt x="234124" y="181267"/>
                  </a:lnTo>
                  <a:lnTo>
                    <a:pt x="236766" y="187515"/>
                  </a:lnTo>
                  <a:lnTo>
                    <a:pt x="240779" y="192532"/>
                  </a:lnTo>
                  <a:lnTo>
                    <a:pt x="245872" y="196342"/>
                  </a:lnTo>
                  <a:lnTo>
                    <a:pt x="245872" y="197358"/>
                  </a:lnTo>
                  <a:lnTo>
                    <a:pt x="237197" y="204139"/>
                  </a:lnTo>
                  <a:lnTo>
                    <a:pt x="230733" y="211747"/>
                  </a:lnTo>
                  <a:lnTo>
                    <a:pt x="226695" y="219976"/>
                  </a:lnTo>
                  <a:lnTo>
                    <a:pt x="225298" y="228600"/>
                  </a:lnTo>
                  <a:lnTo>
                    <a:pt x="229476" y="244475"/>
                  </a:lnTo>
                  <a:lnTo>
                    <a:pt x="241211" y="256095"/>
                  </a:lnTo>
                  <a:lnTo>
                    <a:pt x="259270" y="263245"/>
                  </a:lnTo>
                  <a:lnTo>
                    <a:pt x="282448" y="265684"/>
                  </a:lnTo>
                  <a:lnTo>
                    <a:pt x="311327" y="261835"/>
                  </a:lnTo>
                  <a:lnTo>
                    <a:pt x="333248" y="251434"/>
                  </a:lnTo>
                  <a:lnTo>
                    <a:pt x="334619" y="249936"/>
                  </a:lnTo>
                  <a:lnTo>
                    <a:pt x="347179" y="236220"/>
                  </a:lnTo>
                  <a:lnTo>
                    <a:pt x="352044" y="217932"/>
                  </a:lnTo>
                  <a:close/>
                </a:path>
                <a:path w="589915" h="266064">
                  <a:moveTo>
                    <a:pt x="524002" y="186182"/>
                  </a:moveTo>
                  <a:lnTo>
                    <a:pt x="517944" y="184150"/>
                  </a:lnTo>
                  <a:lnTo>
                    <a:pt x="515924" y="183476"/>
                  </a:lnTo>
                  <a:lnTo>
                    <a:pt x="507365" y="179578"/>
                  </a:lnTo>
                  <a:lnTo>
                    <a:pt x="498436" y="174536"/>
                  </a:lnTo>
                  <a:lnTo>
                    <a:pt x="489204" y="168402"/>
                  </a:lnTo>
                  <a:lnTo>
                    <a:pt x="497014" y="156972"/>
                  </a:lnTo>
                  <a:lnTo>
                    <a:pt x="499503" y="153327"/>
                  </a:lnTo>
                  <a:lnTo>
                    <a:pt x="508317" y="137134"/>
                  </a:lnTo>
                  <a:lnTo>
                    <a:pt x="508431" y="136867"/>
                  </a:lnTo>
                  <a:lnTo>
                    <a:pt x="515708" y="119938"/>
                  </a:lnTo>
                  <a:lnTo>
                    <a:pt x="521716" y="101854"/>
                  </a:lnTo>
                  <a:lnTo>
                    <a:pt x="500380" y="101854"/>
                  </a:lnTo>
                  <a:lnTo>
                    <a:pt x="495439" y="117322"/>
                  </a:lnTo>
                  <a:lnTo>
                    <a:pt x="489369" y="131699"/>
                  </a:lnTo>
                  <a:lnTo>
                    <a:pt x="482206" y="144932"/>
                  </a:lnTo>
                  <a:lnTo>
                    <a:pt x="473964" y="156972"/>
                  </a:lnTo>
                  <a:lnTo>
                    <a:pt x="460806" y="145364"/>
                  </a:lnTo>
                  <a:lnTo>
                    <a:pt x="459740" y="144272"/>
                  </a:lnTo>
                  <a:lnTo>
                    <a:pt x="459740" y="171958"/>
                  </a:lnTo>
                  <a:lnTo>
                    <a:pt x="451472" y="178155"/>
                  </a:lnTo>
                  <a:lnTo>
                    <a:pt x="442722" y="182880"/>
                  </a:lnTo>
                  <a:lnTo>
                    <a:pt x="433603" y="185889"/>
                  </a:lnTo>
                  <a:lnTo>
                    <a:pt x="424180" y="186944"/>
                  </a:lnTo>
                  <a:lnTo>
                    <a:pt x="409638" y="184480"/>
                  </a:lnTo>
                  <a:lnTo>
                    <a:pt x="397954" y="177520"/>
                  </a:lnTo>
                  <a:lnTo>
                    <a:pt x="390182" y="166700"/>
                  </a:lnTo>
                  <a:lnTo>
                    <a:pt x="387350" y="152654"/>
                  </a:lnTo>
                  <a:lnTo>
                    <a:pt x="389153" y="142379"/>
                  </a:lnTo>
                  <a:lnTo>
                    <a:pt x="394081" y="133070"/>
                  </a:lnTo>
                  <a:lnTo>
                    <a:pt x="401497" y="124472"/>
                  </a:lnTo>
                  <a:lnTo>
                    <a:pt x="410718" y="116332"/>
                  </a:lnTo>
                  <a:lnTo>
                    <a:pt x="421386" y="131241"/>
                  </a:lnTo>
                  <a:lnTo>
                    <a:pt x="433324" y="145669"/>
                  </a:lnTo>
                  <a:lnTo>
                    <a:pt x="446227" y="159334"/>
                  </a:lnTo>
                  <a:lnTo>
                    <a:pt x="459740" y="171958"/>
                  </a:lnTo>
                  <a:lnTo>
                    <a:pt x="459740" y="144272"/>
                  </a:lnTo>
                  <a:lnTo>
                    <a:pt x="448246" y="132499"/>
                  </a:lnTo>
                  <a:lnTo>
                    <a:pt x="436753" y="118719"/>
                  </a:lnTo>
                  <a:lnTo>
                    <a:pt x="435076" y="116332"/>
                  </a:lnTo>
                  <a:lnTo>
                    <a:pt x="426720" y="104394"/>
                  </a:lnTo>
                  <a:lnTo>
                    <a:pt x="441947" y="92887"/>
                  </a:lnTo>
                  <a:lnTo>
                    <a:pt x="445960" y="89154"/>
                  </a:lnTo>
                  <a:lnTo>
                    <a:pt x="455396" y="80365"/>
                  </a:lnTo>
                  <a:lnTo>
                    <a:pt x="464985" y="66065"/>
                  </a:lnTo>
                  <a:lnTo>
                    <a:pt x="468630" y="49276"/>
                  </a:lnTo>
                  <a:lnTo>
                    <a:pt x="466166" y="34417"/>
                  </a:lnTo>
                  <a:lnTo>
                    <a:pt x="462978" y="29210"/>
                  </a:lnTo>
                  <a:lnTo>
                    <a:pt x="459016" y="22771"/>
                  </a:lnTo>
                  <a:lnTo>
                    <a:pt x="449834" y="16700"/>
                  </a:lnTo>
                  <a:lnTo>
                    <a:pt x="449834" y="49784"/>
                  </a:lnTo>
                  <a:lnTo>
                    <a:pt x="447268" y="61290"/>
                  </a:lnTo>
                  <a:lnTo>
                    <a:pt x="440347" y="71374"/>
                  </a:lnTo>
                  <a:lnTo>
                    <a:pt x="430225" y="80505"/>
                  </a:lnTo>
                  <a:lnTo>
                    <a:pt x="418084" y="89154"/>
                  </a:lnTo>
                  <a:lnTo>
                    <a:pt x="414312" y="80505"/>
                  </a:lnTo>
                  <a:lnTo>
                    <a:pt x="414261" y="80365"/>
                  </a:lnTo>
                  <a:lnTo>
                    <a:pt x="411543" y="72174"/>
                  </a:lnTo>
                  <a:lnTo>
                    <a:pt x="409803" y="63969"/>
                  </a:lnTo>
                  <a:lnTo>
                    <a:pt x="409194" y="56134"/>
                  </a:lnTo>
                  <a:lnTo>
                    <a:pt x="410806" y="45389"/>
                  </a:lnTo>
                  <a:lnTo>
                    <a:pt x="415391" y="36868"/>
                  </a:lnTo>
                  <a:lnTo>
                    <a:pt x="422592" y="31242"/>
                  </a:lnTo>
                  <a:lnTo>
                    <a:pt x="432054" y="29210"/>
                  </a:lnTo>
                  <a:lnTo>
                    <a:pt x="440194" y="30886"/>
                  </a:lnTo>
                  <a:lnTo>
                    <a:pt x="445706" y="35407"/>
                  </a:lnTo>
                  <a:lnTo>
                    <a:pt x="448843" y="41960"/>
                  </a:lnTo>
                  <a:lnTo>
                    <a:pt x="449834" y="49784"/>
                  </a:lnTo>
                  <a:lnTo>
                    <a:pt x="449834" y="16700"/>
                  </a:lnTo>
                  <a:lnTo>
                    <a:pt x="447522" y="15163"/>
                  </a:lnTo>
                  <a:lnTo>
                    <a:pt x="432054" y="12446"/>
                  </a:lnTo>
                  <a:lnTo>
                    <a:pt x="414528" y="15849"/>
                  </a:lnTo>
                  <a:lnTo>
                    <a:pt x="400977" y="25209"/>
                  </a:lnTo>
                  <a:lnTo>
                    <a:pt x="392226" y="39230"/>
                  </a:lnTo>
                  <a:lnTo>
                    <a:pt x="389128" y="56642"/>
                  </a:lnTo>
                  <a:lnTo>
                    <a:pt x="389966" y="67005"/>
                  </a:lnTo>
                  <a:lnTo>
                    <a:pt x="392366" y="77787"/>
                  </a:lnTo>
                  <a:lnTo>
                    <a:pt x="396201" y="88861"/>
                  </a:lnTo>
                  <a:lnTo>
                    <a:pt x="401320" y="100076"/>
                  </a:lnTo>
                  <a:lnTo>
                    <a:pt x="387578" y="110566"/>
                  </a:lnTo>
                  <a:lnTo>
                    <a:pt x="375894" y="122618"/>
                  </a:lnTo>
                  <a:lnTo>
                    <a:pt x="367779" y="136867"/>
                  </a:lnTo>
                  <a:lnTo>
                    <a:pt x="367741" y="137134"/>
                  </a:lnTo>
                  <a:lnTo>
                    <a:pt x="364744" y="153924"/>
                  </a:lnTo>
                  <a:lnTo>
                    <a:pt x="380403" y="190944"/>
                  </a:lnTo>
                  <a:lnTo>
                    <a:pt x="421386" y="205486"/>
                  </a:lnTo>
                  <a:lnTo>
                    <a:pt x="437121" y="203974"/>
                  </a:lnTo>
                  <a:lnTo>
                    <a:pt x="451269" y="199682"/>
                  </a:lnTo>
                  <a:lnTo>
                    <a:pt x="463931" y="192951"/>
                  </a:lnTo>
                  <a:lnTo>
                    <a:pt x="471652" y="186944"/>
                  </a:lnTo>
                  <a:lnTo>
                    <a:pt x="475234" y="184150"/>
                  </a:lnTo>
                  <a:lnTo>
                    <a:pt x="486371" y="191490"/>
                  </a:lnTo>
                  <a:lnTo>
                    <a:pt x="497205" y="197485"/>
                  </a:lnTo>
                  <a:lnTo>
                    <a:pt x="507669" y="202158"/>
                  </a:lnTo>
                  <a:lnTo>
                    <a:pt x="517652" y="205486"/>
                  </a:lnTo>
                  <a:lnTo>
                    <a:pt x="524002" y="186182"/>
                  </a:lnTo>
                  <a:close/>
                </a:path>
                <a:path w="589915" h="266064">
                  <a:moveTo>
                    <a:pt x="589546" y="203454"/>
                  </a:moveTo>
                  <a:lnTo>
                    <a:pt x="586244" y="185674"/>
                  </a:lnTo>
                  <a:lnTo>
                    <a:pt x="583704" y="186182"/>
                  </a:lnTo>
                  <a:lnTo>
                    <a:pt x="577850" y="186182"/>
                  </a:lnTo>
                  <a:lnTo>
                    <a:pt x="574802" y="183388"/>
                  </a:lnTo>
                  <a:lnTo>
                    <a:pt x="574802" y="0"/>
                  </a:lnTo>
                  <a:lnTo>
                    <a:pt x="551688" y="0"/>
                  </a:lnTo>
                  <a:lnTo>
                    <a:pt x="551688" y="174752"/>
                  </a:lnTo>
                  <a:lnTo>
                    <a:pt x="553072" y="187807"/>
                  </a:lnTo>
                  <a:lnTo>
                    <a:pt x="557403" y="197459"/>
                  </a:lnTo>
                  <a:lnTo>
                    <a:pt x="564984" y="203441"/>
                  </a:lnTo>
                  <a:lnTo>
                    <a:pt x="576072" y="205486"/>
                  </a:lnTo>
                  <a:lnTo>
                    <a:pt x="582180" y="205486"/>
                  </a:lnTo>
                  <a:lnTo>
                    <a:pt x="586244" y="204724"/>
                  </a:lnTo>
                  <a:lnTo>
                    <a:pt x="589546" y="20345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055062" y="4242684"/>
              <a:ext cx="128017" cy="144781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208734" y="4242684"/>
              <a:ext cx="126747" cy="20498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364438" y="4197979"/>
              <a:ext cx="132589" cy="186184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535382" y="4242684"/>
              <a:ext cx="128017" cy="144781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9685998" y="4251578"/>
              <a:ext cx="121920" cy="78105"/>
            </a:xfrm>
            <a:custGeom>
              <a:avLst/>
              <a:gdLst/>
              <a:ahLst/>
              <a:cxnLst/>
              <a:rect l="l" t="t" r="r" b="b"/>
              <a:pathLst>
                <a:path w="121920" h="78104">
                  <a:moveTo>
                    <a:pt x="121666" y="60706"/>
                  </a:moveTo>
                  <a:lnTo>
                    <a:pt x="0" y="60706"/>
                  </a:lnTo>
                  <a:lnTo>
                    <a:pt x="0" y="77978"/>
                  </a:lnTo>
                  <a:lnTo>
                    <a:pt x="121666" y="77978"/>
                  </a:lnTo>
                  <a:lnTo>
                    <a:pt x="121666" y="60706"/>
                  </a:lnTo>
                  <a:close/>
                </a:path>
                <a:path w="121920" h="78104">
                  <a:moveTo>
                    <a:pt x="121666" y="0"/>
                  </a:moveTo>
                  <a:lnTo>
                    <a:pt x="0" y="0"/>
                  </a:lnTo>
                  <a:lnTo>
                    <a:pt x="0" y="17272"/>
                  </a:lnTo>
                  <a:lnTo>
                    <a:pt x="121666" y="17272"/>
                  </a:lnTo>
                  <a:lnTo>
                    <a:pt x="12166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827486" y="4194423"/>
              <a:ext cx="118111" cy="189740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8458" y="4194423"/>
              <a:ext cx="118111" cy="189740"/>
            </a:xfrm>
            <a:prstGeom prst="rect">
              <a:avLst/>
            </a:prstGeom>
          </p:spPr>
        </p:pic>
      </p:grpSp>
      <p:grpSp>
        <p:nvGrpSpPr>
          <p:cNvPr id="100" name="object 100" descr=""/>
          <p:cNvGrpSpPr/>
          <p:nvPr/>
        </p:nvGrpSpPr>
        <p:grpSpPr>
          <a:xfrm>
            <a:off x="10109429" y="4194423"/>
            <a:ext cx="1388745" cy="193040"/>
            <a:chOff x="10109429" y="4194423"/>
            <a:chExt cx="1388745" cy="193040"/>
          </a:xfrm>
        </p:grpSpPr>
        <p:pic>
          <p:nvPicPr>
            <p:cNvPr id="101" name="object 10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62593" y="4197979"/>
              <a:ext cx="102109" cy="18618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9429" y="4194423"/>
              <a:ext cx="118111" cy="189740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395437" y="4194423"/>
              <a:ext cx="115571" cy="193042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534630" y="4197979"/>
              <a:ext cx="116587" cy="186184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0677373" y="4194428"/>
              <a:ext cx="677545" cy="193040"/>
            </a:xfrm>
            <a:custGeom>
              <a:avLst/>
              <a:gdLst/>
              <a:ahLst/>
              <a:cxnLst/>
              <a:rect l="l" t="t" r="r" b="b"/>
              <a:pathLst>
                <a:path w="677545" h="193039">
                  <a:moveTo>
                    <a:pt x="115570" y="132588"/>
                  </a:moveTo>
                  <a:lnTo>
                    <a:pt x="111950" y="107061"/>
                  </a:lnTo>
                  <a:lnTo>
                    <a:pt x="103098" y="91440"/>
                  </a:lnTo>
                  <a:lnTo>
                    <a:pt x="101600" y="88811"/>
                  </a:lnTo>
                  <a:lnTo>
                    <a:pt x="93726" y="83502"/>
                  </a:lnTo>
                  <a:lnTo>
                    <a:pt x="93726" y="132588"/>
                  </a:lnTo>
                  <a:lnTo>
                    <a:pt x="91313" y="149936"/>
                  </a:lnTo>
                  <a:lnTo>
                    <a:pt x="84645" y="163322"/>
                  </a:lnTo>
                  <a:lnTo>
                    <a:pt x="74650" y="171958"/>
                  </a:lnTo>
                  <a:lnTo>
                    <a:pt x="62230" y="175006"/>
                  </a:lnTo>
                  <a:lnTo>
                    <a:pt x="46494" y="171107"/>
                  </a:lnTo>
                  <a:lnTo>
                    <a:pt x="34455" y="159639"/>
                  </a:lnTo>
                  <a:lnTo>
                    <a:pt x="26263" y="140931"/>
                  </a:lnTo>
                  <a:lnTo>
                    <a:pt x="22098" y="115316"/>
                  </a:lnTo>
                  <a:lnTo>
                    <a:pt x="31559" y="104305"/>
                  </a:lnTo>
                  <a:lnTo>
                    <a:pt x="41338" y="96901"/>
                  </a:lnTo>
                  <a:lnTo>
                    <a:pt x="41630" y="96774"/>
                  </a:lnTo>
                  <a:lnTo>
                    <a:pt x="51028" y="92748"/>
                  </a:lnTo>
                  <a:lnTo>
                    <a:pt x="60198" y="91440"/>
                  </a:lnTo>
                  <a:lnTo>
                    <a:pt x="74980" y="94335"/>
                  </a:lnTo>
                  <a:lnTo>
                    <a:pt x="85445" y="102590"/>
                  </a:lnTo>
                  <a:lnTo>
                    <a:pt x="91668" y="115557"/>
                  </a:lnTo>
                  <a:lnTo>
                    <a:pt x="93726" y="132588"/>
                  </a:lnTo>
                  <a:lnTo>
                    <a:pt x="93726" y="83502"/>
                  </a:lnTo>
                  <a:lnTo>
                    <a:pt x="85356" y="77838"/>
                  </a:lnTo>
                  <a:lnTo>
                    <a:pt x="64008" y="74168"/>
                  </a:lnTo>
                  <a:lnTo>
                    <a:pt x="52781" y="75742"/>
                  </a:lnTo>
                  <a:lnTo>
                    <a:pt x="41567" y="80238"/>
                  </a:lnTo>
                  <a:lnTo>
                    <a:pt x="30975" y="87350"/>
                  </a:lnTo>
                  <a:lnTo>
                    <a:pt x="21590" y="96774"/>
                  </a:lnTo>
                  <a:lnTo>
                    <a:pt x="25946" y="60236"/>
                  </a:lnTo>
                  <a:lnTo>
                    <a:pt x="36449" y="36322"/>
                  </a:lnTo>
                  <a:lnTo>
                    <a:pt x="51523" y="23266"/>
                  </a:lnTo>
                  <a:lnTo>
                    <a:pt x="69596" y="19304"/>
                  </a:lnTo>
                  <a:lnTo>
                    <a:pt x="78066" y="20281"/>
                  </a:lnTo>
                  <a:lnTo>
                    <a:pt x="86106" y="23088"/>
                  </a:lnTo>
                  <a:lnTo>
                    <a:pt x="93383" y="27559"/>
                  </a:lnTo>
                  <a:lnTo>
                    <a:pt x="99568" y="33528"/>
                  </a:lnTo>
                  <a:lnTo>
                    <a:pt x="112052" y="19304"/>
                  </a:lnTo>
                  <a:lnTo>
                    <a:pt x="68834" y="0"/>
                  </a:lnTo>
                  <a:lnTo>
                    <a:pt x="43218" y="5435"/>
                  </a:lnTo>
                  <a:lnTo>
                    <a:pt x="42964" y="5435"/>
                  </a:lnTo>
                  <a:lnTo>
                    <a:pt x="20891" y="23088"/>
                  </a:lnTo>
                  <a:lnTo>
                    <a:pt x="20802" y="23266"/>
                  </a:lnTo>
                  <a:lnTo>
                    <a:pt x="5689" y="54330"/>
                  </a:lnTo>
                  <a:lnTo>
                    <a:pt x="0" y="100838"/>
                  </a:lnTo>
                  <a:lnTo>
                    <a:pt x="4686" y="141173"/>
                  </a:lnTo>
                  <a:lnTo>
                    <a:pt x="17691" y="169989"/>
                  </a:lnTo>
                  <a:lnTo>
                    <a:pt x="37401" y="187286"/>
                  </a:lnTo>
                  <a:lnTo>
                    <a:pt x="62230" y="193040"/>
                  </a:lnTo>
                  <a:lnTo>
                    <a:pt x="82778" y="188671"/>
                  </a:lnTo>
                  <a:lnTo>
                    <a:pt x="99758" y="176339"/>
                  </a:lnTo>
                  <a:lnTo>
                    <a:pt x="100571" y="175006"/>
                  </a:lnTo>
                  <a:lnTo>
                    <a:pt x="111315" y="157251"/>
                  </a:lnTo>
                  <a:lnTo>
                    <a:pt x="115570" y="132588"/>
                  </a:lnTo>
                  <a:close/>
                </a:path>
                <a:path w="677545" h="193039">
                  <a:moveTo>
                    <a:pt x="259588" y="119888"/>
                  </a:moveTo>
                  <a:lnTo>
                    <a:pt x="234950" y="119888"/>
                  </a:lnTo>
                  <a:lnTo>
                    <a:pt x="234950" y="28956"/>
                  </a:lnTo>
                  <a:lnTo>
                    <a:pt x="234950" y="3556"/>
                  </a:lnTo>
                  <a:lnTo>
                    <a:pt x="214376" y="3556"/>
                  </a:lnTo>
                  <a:lnTo>
                    <a:pt x="214376" y="28956"/>
                  </a:lnTo>
                  <a:lnTo>
                    <a:pt x="213423" y="46037"/>
                  </a:lnTo>
                  <a:lnTo>
                    <a:pt x="213017" y="54965"/>
                  </a:lnTo>
                  <a:lnTo>
                    <a:pt x="212991" y="56388"/>
                  </a:lnTo>
                  <a:lnTo>
                    <a:pt x="212852" y="62738"/>
                  </a:lnTo>
                  <a:lnTo>
                    <a:pt x="212852" y="119888"/>
                  </a:lnTo>
                  <a:lnTo>
                    <a:pt x="155956" y="119888"/>
                  </a:lnTo>
                  <a:lnTo>
                    <a:pt x="198374" y="56388"/>
                  </a:lnTo>
                  <a:lnTo>
                    <a:pt x="202323" y="49530"/>
                  </a:lnTo>
                  <a:lnTo>
                    <a:pt x="206159" y="42672"/>
                  </a:lnTo>
                  <a:lnTo>
                    <a:pt x="209842" y="35814"/>
                  </a:lnTo>
                  <a:lnTo>
                    <a:pt x="213360" y="28956"/>
                  </a:lnTo>
                  <a:lnTo>
                    <a:pt x="214376" y="28956"/>
                  </a:lnTo>
                  <a:lnTo>
                    <a:pt x="214376" y="3556"/>
                  </a:lnTo>
                  <a:lnTo>
                    <a:pt x="209296" y="3556"/>
                  </a:lnTo>
                  <a:lnTo>
                    <a:pt x="131826" y="123190"/>
                  </a:lnTo>
                  <a:lnTo>
                    <a:pt x="131826" y="138430"/>
                  </a:lnTo>
                  <a:lnTo>
                    <a:pt x="212852" y="138430"/>
                  </a:lnTo>
                  <a:lnTo>
                    <a:pt x="212852" y="189738"/>
                  </a:lnTo>
                  <a:lnTo>
                    <a:pt x="234950" y="189738"/>
                  </a:lnTo>
                  <a:lnTo>
                    <a:pt x="234950" y="138430"/>
                  </a:lnTo>
                  <a:lnTo>
                    <a:pt x="259588" y="138430"/>
                  </a:lnTo>
                  <a:lnTo>
                    <a:pt x="259588" y="119888"/>
                  </a:lnTo>
                  <a:close/>
                </a:path>
                <a:path w="677545" h="193039">
                  <a:moveTo>
                    <a:pt x="395998" y="169672"/>
                  </a:moveTo>
                  <a:lnTo>
                    <a:pt x="344424" y="169672"/>
                  </a:lnTo>
                  <a:lnTo>
                    <a:pt x="337058" y="169849"/>
                  </a:lnTo>
                  <a:lnTo>
                    <a:pt x="313944" y="171450"/>
                  </a:lnTo>
                  <a:lnTo>
                    <a:pt x="343776" y="141020"/>
                  </a:lnTo>
                  <a:lnTo>
                    <a:pt x="366776" y="111671"/>
                  </a:lnTo>
                  <a:lnTo>
                    <a:pt x="381596" y="83121"/>
                  </a:lnTo>
                  <a:lnTo>
                    <a:pt x="386854" y="55118"/>
                  </a:lnTo>
                  <a:lnTo>
                    <a:pt x="383070" y="32473"/>
                  </a:lnTo>
                  <a:lnTo>
                    <a:pt x="372275" y="15087"/>
                  </a:lnTo>
                  <a:lnTo>
                    <a:pt x="355231" y="3937"/>
                  </a:lnTo>
                  <a:lnTo>
                    <a:pt x="332740" y="0"/>
                  </a:lnTo>
                  <a:lnTo>
                    <a:pt x="316357" y="1968"/>
                  </a:lnTo>
                  <a:lnTo>
                    <a:pt x="302171" y="7531"/>
                  </a:lnTo>
                  <a:lnTo>
                    <a:pt x="289560" y="16179"/>
                  </a:lnTo>
                  <a:lnTo>
                    <a:pt x="277876" y="27432"/>
                  </a:lnTo>
                  <a:lnTo>
                    <a:pt x="291338" y="40640"/>
                  </a:lnTo>
                  <a:lnTo>
                    <a:pt x="299516" y="32118"/>
                  </a:lnTo>
                  <a:lnTo>
                    <a:pt x="308737" y="25273"/>
                  </a:lnTo>
                  <a:lnTo>
                    <a:pt x="318922" y="20713"/>
                  </a:lnTo>
                  <a:lnTo>
                    <a:pt x="329946" y="19050"/>
                  </a:lnTo>
                  <a:lnTo>
                    <a:pt x="345059" y="21805"/>
                  </a:lnTo>
                  <a:lnTo>
                    <a:pt x="355765" y="29464"/>
                  </a:lnTo>
                  <a:lnTo>
                    <a:pt x="362140" y="41122"/>
                  </a:lnTo>
                  <a:lnTo>
                    <a:pt x="364236" y="55880"/>
                  </a:lnTo>
                  <a:lnTo>
                    <a:pt x="359117" y="80975"/>
                  </a:lnTo>
                  <a:lnTo>
                    <a:pt x="343471" y="108813"/>
                  </a:lnTo>
                  <a:lnTo>
                    <a:pt x="316877" y="140220"/>
                  </a:lnTo>
                  <a:lnTo>
                    <a:pt x="278892" y="176022"/>
                  </a:lnTo>
                  <a:lnTo>
                    <a:pt x="278892" y="189738"/>
                  </a:lnTo>
                  <a:lnTo>
                    <a:pt x="395998" y="189738"/>
                  </a:lnTo>
                  <a:lnTo>
                    <a:pt x="395998" y="169672"/>
                  </a:lnTo>
                  <a:close/>
                </a:path>
                <a:path w="677545" h="193039">
                  <a:moveTo>
                    <a:pt x="541540" y="119888"/>
                  </a:moveTo>
                  <a:lnTo>
                    <a:pt x="516902" y="119888"/>
                  </a:lnTo>
                  <a:lnTo>
                    <a:pt x="516902" y="28956"/>
                  </a:lnTo>
                  <a:lnTo>
                    <a:pt x="516902" y="3556"/>
                  </a:lnTo>
                  <a:lnTo>
                    <a:pt x="496328" y="3556"/>
                  </a:lnTo>
                  <a:lnTo>
                    <a:pt x="496328" y="28956"/>
                  </a:lnTo>
                  <a:lnTo>
                    <a:pt x="495376" y="46037"/>
                  </a:lnTo>
                  <a:lnTo>
                    <a:pt x="494969" y="54965"/>
                  </a:lnTo>
                  <a:lnTo>
                    <a:pt x="494931" y="56388"/>
                  </a:lnTo>
                  <a:lnTo>
                    <a:pt x="494804" y="62738"/>
                  </a:lnTo>
                  <a:lnTo>
                    <a:pt x="494804" y="119888"/>
                  </a:lnTo>
                  <a:lnTo>
                    <a:pt x="437908" y="119888"/>
                  </a:lnTo>
                  <a:lnTo>
                    <a:pt x="480326" y="56388"/>
                  </a:lnTo>
                  <a:lnTo>
                    <a:pt x="495312" y="28956"/>
                  </a:lnTo>
                  <a:lnTo>
                    <a:pt x="496328" y="28956"/>
                  </a:lnTo>
                  <a:lnTo>
                    <a:pt x="496328" y="3556"/>
                  </a:lnTo>
                  <a:lnTo>
                    <a:pt x="491248" y="3556"/>
                  </a:lnTo>
                  <a:lnTo>
                    <a:pt x="413778" y="123190"/>
                  </a:lnTo>
                  <a:lnTo>
                    <a:pt x="413778" y="138430"/>
                  </a:lnTo>
                  <a:lnTo>
                    <a:pt x="494804" y="138430"/>
                  </a:lnTo>
                  <a:lnTo>
                    <a:pt x="494804" y="189738"/>
                  </a:lnTo>
                  <a:lnTo>
                    <a:pt x="516902" y="189738"/>
                  </a:lnTo>
                  <a:lnTo>
                    <a:pt x="516902" y="138430"/>
                  </a:lnTo>
                  <a:lnTo>
                    <a:pt x="541540" y="138430"/>
                  </a:lnTo>
                  <a:lnTo>
                    <a:pt x="541540" y="119888"/>
                  </a:lnTo>
                  <a:close/>
                </a:path>
                <a:path w="677545" h="193039">
                  <a:moveTo>
                    <a:pt x="676922" y="129032"/>
                  </a:moveTo>
                  <a:lnTo>
                    <a:pt x="672503" y="102539"/>
                  </a:lnTo>
                  <a:lnTo>
                    <a:pt x="660476" y="84112"/>
                  </a:lnTo>
                  <a:lnTo>
                    <a:pt x="642632" y="73342"/>
                  </a:lnTo>
                  <a:lnTo>
                    <a:pt x="620788" y="69850"/>
                  </a:lnTo>
                  <a:lnTo>
                    <a:pt x="612889" y="70358"/>
                  </a:lnTo>
                  <a:lnTo>
                    <a:pt x="605802" y="71818"/>
                  </a:lnTo>
                  <a:lnTo>
                    <a:pt x="599287" y="74142"/>
                  </a:lnTo>
                  <a:lnTo>
                    <a:pt x="593102" y="77216"/>
                  </a:lnTo>
                  <a:lnTo>
                    <a:pt x="597674" y="23368"/>
                  </a:lnTo>
                  <a:lnTo>
                    <a:pt x="668032" y="23368"/>
                  </a:lnTo>
                  <a:lnTo>
                    <a:pt x="668032" y="3556"/>
                  </a:lnTo>
                  <a:lnTo>
                    <a:pt x="577354" y="3556"/>
                  </a:lnTo>
                  <a:lnTo>
                    <a:pt x="571512" y="90678"/>
                  </a:lnTo>
                  <a:lnTo>
                    <a:pt x="583958" y="98298"/>
                  </a:lnTo>
                  <a:lnTo>
                    <a:pt x="591553" y="93599"/>
                  </a:lnTo>
                  <a:lnTo>
                    <a:pt x="598779" y="90170"/>
                  </a:lnTo>
                  <a:lnTo>
                    <a:pt x="606348" y="88087"/>
                  </a:lnTo>
                  <a:lnTo>
                    <a:pt x="614946" y="87376"/>
                  </a:lnTo>
                  <a:lnTo>
                    <a:pt x="630834" y="90258"/>
                  </a:lnTo>
                  <a:lnTo>
                    <a:pt x="643013" y="98590"/>
                  </a:lnTo>
                  <a:lnTo>
                    <a:pt x="650811" y="111912"/>
                  </a:lnTo>
                  <a:lnTo>
                    <a:pt x="653554" y="129794"/>
                  </a:lnTo>
                  <a:lnTo>
                    <a:pt x="650430" y="148132"/>
                  </a:lnTo>
                  <a:lnTo>
                    <a:pt x="641934" y="161963"/>
                  </a:lnTo>
                  <a:lnTo>
                    <a:pt x="629335" y="170700"/>
                  </a:lnTo>
                  <a:lnTo>
                    <a:pt x="613930" y="173736"/>
                  </a:lnTo>
                  <a:lnTo>
                    <a:pt x="599173" y="172021"/>
                  </a:lnTo>
                  <a:lnTo>
                    <a:pt x="586968" y="167449"/>
                  </a:lnTo>
                  <a:lnTo>
                    <a:pt x="576821" y="160883"/>
                  </a:lnTo>
                  <a:lnTo>
                    <a:pt x="568210" y="153162"/>
                  </a:lnTo>
                  <a:lnTo>
                    <a:pt x="556780" y="168402"/>
                  </a:lnTo>
                  <a:lnTo>
                    <a:pt x="567207" y="177507"/>
                  </a:lnTo>
                  <a:lnTo>
                    <a:pt x="580174" y="185394"/>
                  </a:lnTo>
                  <a:lnTo>
                    <a:pt x="596252" y="190944"/>
                  </a:lnTo>
                  <a:lnTo>
                    <a:pt x="615962" y="193040"/>
                  </a:lnTo>
                  <a:lnTo>
                    <a:pt x="638771" y="188798"/>
                  </a:lnTo>
                  <a:lnTo>
                    <a:pt x="658253" y="176377"/>
                  </a:lnTo>
                  <a:lnTo>
                    <a:pt x="671830" y="156286"/>
                  </a:lnTo>
                  <a:lnTo>
                    <a:pt x="676922" y="129032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382239" y="4194423"/>
              <a:ext cx="115571" cy="193042"/>
            </a:xfrm>
            <a:prstGeom prst="rect">
              <a:avLst/>
            </a:prstGeom>
          </p:spPr>
        </p:pic>
      </p:grpSp>
      <p:pic>
        <p:nvPicPr>
          <p:cNvPr id="107" name="object 107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98898" y="5038617"/>
            <a:ext cx="184406" cy="224538"/>
          </a:xfrm>
          <a:prstGeom prst="rect">
            <a:avLst/>
          </a:prstGeom>
        </p:spPr>
      </p:pic>
      <p:grpSp>
        <p:nvGrpSpPr>
          <p:cNvPr id="108" name="object 108" descr=""/>
          <p:cNvGrpSpPr/>
          <p:nvPr/>
        </p:nvGrpSpPr>
        <p:grpSpPr>
          <a:xfrm>
            <a:off x="1630549" y="5038617"/>
            <a:ext cx="509905" cy="257810"/>
            <a:chOff x="1630549" y="5038617"/>
            <a:chExt cx="509905" cy="257810"/>
          </a:xfrm>
        </p:grpSpPr>
        <p:pic>
          <p:nvPicPr>
            <p:cNvPr id="109" name="object 10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30549" y="5038617"/>
              <a:ext cx="192534" cy="222760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863978" y="5052841"/>
              <a:ext cx="205996" cy="213616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2097407" y="5215403"/>
              <a:ext cx="43180" cy="80645"/>
            </a:xfrm>
            <a:custGeom>
              <a:avLst/>
              <a:gdLst/>
              <a:ahLst/>
              <a:cxnLst/>
              <a:rect l="l" t="t" r="r" b="b"/>
              <a:pathLst>
                <a:path w="43180" h="80645">
                  <a:moveTo>
                    <a:pt x="5588" y="80519"/>
                  </a:moveTo>
                  <a:lnTo>
                    <a:pt x="0" y="66802"/>
                  </a:lnTo>
                  <a:lnTo>
                    <a:pt x="10576" y="60690"/>
                  </a:lnTo>
                  <a:lnTo>
                    <a:pt x="18510" y="52769"/>
                  </a:lnTo>
                  <a:lnTo>
                    <a:pt x="23538" y="43228"/>
                  </a:lnTo>
                  <a:lnTo>
                    <a:pt x="25400" y="32258"/>
                  </a:lnTo>
                  <a:lnTo>
                    <a:pt x="24384" y="32512"/>
                  </a:lnTo>
                  <a:lnTo>
                    <a:pt x="13716" y="32512"/>
                  </a:lnTo>
                  <a:lnTo>
                    <a:pt x="5588" y="26924"/>
                  </a:lnTo>
                  <a:lnTo>
                    <a:pt x="5588" y="6350"/>
                  </a:lnTo>
                  <a:lnTo>
                    <a:pt x="13716" y="0"/>
                  </a:lnTo>
                  <a:lnTo>
                    <a:pt x="23114" y="0"/>
                  </a:lnTo>
                  <a:lnTo>
                    <a:pt x="31313" y="1893"/>
                  </a:lnTo>
                  <a:lnTo>
                    <a:pt x="37465" y="7334"/>
                  </a:lnTo>
                  <a:lnTo>
                    <a:pt x="41331" y="15966"/>
                  </a:lnTo>
                  <a:lnTo>
                    <a:pt x="42672" y="27432"/>
                  </a:lnTo>
                  <a:lnTo>
                    <a:pt x="40092" y="44656"/>
                  </a:lnTo>
                  <a:lnTo>
                    <a:pt x="32702" y="59500"/>
                  </a:lnTo>
                  <a:lnTo>
                    <a:pt x="21026" y="71581"/>
                  </a:lnTo>
                  <a:lnTo>
                    <a:pt x="5588" y="8051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 descr=""/>
          <p:cNvGrpSpPr/>
          <p:nvPr/>
        </p:nvGrpSpPr>
        <p:grpSpPr>
          <a:xfrm>
            <a:off x="2225576" y="5038871"/>
            <a:ext cx="440055" cy="227329"/>
            <a:chOff x="2225576" y="5038871"/>
            <a:chExt cx="440055" cy="227329"/>
          </a:xfrm>
        </p:grpSpPr>
        <p:pic>
          <p:nvPicPr>
            <p:cNvPr id="113" name="object 11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25576" y="5038871"/>
              <a:ext cx="209806" cy="222506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458497" y="5049539"/>
              <a:ext cx="206758" cy="216664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2748807" y="5038617"/>
            <a:ext cx="427355" cy="227965"/>
            <a:chOff x="2748807" y="5038617"/>
            <a:chExt cx="427355" cy="227965"/>
          </a:xfrm>
        </p:grpSpPr>
        <p:sp>
          <p:nvSpPr>
            <p:cNvPr id="116" name="object 116" descr=""/>
            <p:cNvSpPr/>
            <p:nvPr/>
          </p:nvSpPr>
          <p:spPr>
            <a:xfrm>
              <a:off x="2748800" y="5049519"/>
              <a:ext cx="207010" cy="217170"/>
            </a:xfrm>
            <a:custGeom>
              <a:avLst/>
              <a:gdLst/>
              <a:ahLst/>
              <a:cxnLst/>
              <a:rect l="l" t="t" r="r" b="b"/>
              <a:pathLst>
                <a:path w="207010" h="217170">
                  <a:moveTo>
                    <a:pt x="183896" y="86360"/>
                  </a:moveTo>
                  <a:lnTo>
                    <a:pt x="48260" y="86360"/>
                  </a:lnTo>
                  <a:lnTo>
                    <a:pt x="48260" y="58420"/>
                  </a:lnTo>
                  <a:lnTo>
                    <a:pt x="175768" y="58420"/>
                  </a:lnTo>
                  <a:lnTo>
                    <a:pt x="175768" y="43180"/>
                  </a:lnTo>
                  <a:lnTo>
                    <a:pt x="48260" y="43180"/>
                  </a:lnTo>
                  <a:lnTo>
                    <a:pt x="48260" y="16510"/>
                  </a:lnTo>
                  <a:lnTo>
                    <a:pt x="181102" y="16510"/>
                  </a:lnTo>
                  <a:lnTo>
                    <a:pt x="181102" y="0"/>
                  </a:lnTo>
                  <a:lnTo>
                    <a:pt x="27686" y="0"/>
                  </a:lnTo>
                  <a:lnTo>
                    <a:pt x="27686" y="16510"/>
                  </a:lnTo>
                  <a:lnTo>
                    <a:pt x="27686" y="43180"/>
                  </a:lnTo>
                  <a:lnTo>
                    <a:pt x="27686" y="58420"/>
                  </a:lnTo>
                  <a:lnTo>
                    <a:pt x="27686" y="86360"/>
                  </a:lnTo>
                  <a:lnTo>
                    <a:pt x="27686" y="104140"/>
                  </a:lnTo>
                  <a:lnTo>
                    <a:pt x="183896" y="104140"/>
                  </a:lnTo>
                  <a:lnTo>
                    <a:pt x="183896" y="86360"/>
                  </a:lnTo>
                  <a:close/>
                </a:path>
                <a:path w="207010" h="217170">
                  <a:moveTo>
                    <a:pt x="206756" y="127025"/>
                  </a:moveTo>
                  <a:lnTo>
                    <a:pt x="0" y="127025"/>
                  </a:lnTo>
                  <a:lnTo>
                    <a:pt x="0" y="144043"/>
                  </a:lnTo>
                  <a:lnTo>
                    <a:pt x="92964" y="144043"/>
                  </a:lnTo>
                  <a:lnTo>
                    <a:pt x="92964" y="216941"/>
                  </a:lnTo>
                  <a:lnTo>
                    <a:pt x="113792" y="216941"/>
                  </a:lnTo>
                  <a:lnTo>
                    <a:pt x="113792" y="144043"/>
                  </a:lnTo>
                  <a:lnTo>
                    <a:pt x="206756" y="144043"/>
                  </a:lnTo>
                  <a:lnTo>
                    <a:pt x="206756" y="127025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91126" y="5038617"/>
              <a:ext cx="184914" cy="227840"/>
            </a:xfrm>
            <a:prstGeom prst="rect">
              <a:avLst/>
            </a:prstGeom>
          </p:spPr>
        </p:pic>
      </p:grpSp>
      <p:pic>
        <p:nvPicPr>
          <p:cNvPr id="118" name="object 118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24808" y="5038617"/>
            <a:ext cx="178056" cy="228348"/>
          </a:xfrm>
          <a:prstGeom prst="rect">
            <a:avLst/>
          </a:prstGeom>
        </p:spPr>
      </p:pic>
      <p:sp>
        <p:nvSpPr>
          <p:cNvPr id="119" name="object 119" descr=""/>
          <p:cNvSpPr/>
          <p:nvPr/>
        </p:nvSpPr>
        <p:spPr>
          <a:xfrm>
            <a:off x="3455189" y="5113040"/>
            <a:ext cx="33655" cy="138430"/>
          </a:xfrm>
          <a:custGeom>
            <a:avLst/>
            <a:gdLst/>
            <a:ahLst/>
            <a:cxnLst/>
            <a:rect l="l" t="t" r="r" b="b"/>
            <a:pathLst>
              <a:path w="33654" h="138429">
                <a:moveTo>
                  <a:pt x="25908" y="35560"/>
                </a:moveTo>
                <a:lnTo>
                  <a:pt x="7620" y="35560"/>
                </a:lnTo>
                <a:lnTo>
                  <a:pt x="0" y="28194"/>
                </a:lnTo>
                <a:lnTo>
                  <a:pt x="0" y="7366"/>
                </a:lnTo>
                <a:lnTo>
                  <a:pt x="7620" y="0"/>
                </a:lnTo>
                <a:lnTo>
                  <a:pt x="25908" y="0"/>
                </a:lnTo>
                <a:lnTo>
                  <a:pt x="33528" y="7366"/>
                </a:lnTo>
                <a:lnTo>
                  <a:pt x="33528" y="28194"/>
                </a:lnTo>
                <a:lnTo>
                  <a:pt x="25908" y="35560"/>
                </a:lnTo>
                <a:close/>
              </a:path>
              <a:path w="33654" h="138429">
                <a:moveTo>
                  <a:pt x="25908" y="137923"/>
                </a:moveTo>
                <a:lnTo>
                  <a:pt x="7620" y="137923"/>
                </a:lnTo>
                <a:lnTo>
                  <a:pt x="0" y="130811"/>
                </a:lnTo>
                <a:lnTo>
                  <a:pt x="0" y="109983"/>
                </a:lnTo>
                <a:lnTo>
                  <a:pt x="7620" y="102363"/>
                </a:lnTo>
                <a:lnTo>
                  <a:pt x="25908" y="102363"/>
                </a:lnTo>
                <a:lnTo>
                  <a:pt x="33528" y="109983"/>
                </a:lnTo>
                <a:lnTo>
                  <a:pt x="33528" y="130811"/>
                </a:lnTo>
                <a:lnTo>
                  <a:pt x="25908" y="137923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0" name="object 120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3585889" y="5038617"/>
            <a:ext cx="178056" cy="228348"/>
          </a:xfrm>
          <a:prstGeom prst="rect">
            <a:avLst/>
          </a:prstGeom>
        </p:spPr>
      </p:pic>
      <p:pic>
        <p:nvPicPr>
          <p:cNvPr id="121" name="object 121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811444" y="5052333"/>
            <a:ext cx="205996" cy="214124"/>
          </a:xfrm>
          <a:prstGeom prst="rect">
            <a:avLst/>
          </a:prstGeom>
        </p:spPr>
      </p:pic>
      <p:grpSp>
        <p:nvGrpSpPr>
          <p:cNvPr id="122" name="object 122" descr=""/>
          <p:cNvGrpSpPr/>
          <p:nvPr/>
        </p:nvGrpSpPr>
        <p:grpSpPr>
          <a:xfrm>
            <a:off x="4044873" y="5041157"/>
            <a:ext cx="510540" cy="255270"/>
            <a:chOff x="4044873" y="5041157"/>
            <a:chExt cx="510540" cy="255270"/>
          </a:xfrm>
        </p:grpSpPr>
        <p:sp>
          <p:nvSpPr>
            <p:cNvPr id="123" name="object 123" descr=""/>
            <p:cNvSpPr/>
            <p:nvPr/>
          </p:nvSpPr>
          <p:spPr>
            <a:xfrm>
              <a:off x="4044861" y="5060467"/>
              <a:ext cx="207010" cy="177800"/>
            </a:xfrm>
            <a:custGeom>
              <a:avLst/>
              <a:gdLst/>
              <a:ahLst/>
              <a:cxnLst/>
              <a:rect l="l" t="t" r="r" b="b"/>
              <a:pathLst>
                <a:path w="207010" h="177800">
                  <a:moveTo>
                    <a:pt x="206514" y="160528"/>
                  </a:moveTo>
                  <a:lnTo>
                    <a:pt x="113296" y="160528"/>
                  </a:lnTo>
                  <a:lnTo>
                    <a:pt x="113296" y="108204"/>
                  </a:lnTo>
                  <a:lnTo>
                    <a:pt x="186702" y="108204"/>
                  </a:lnTo>
                  <a:lnTo>
                    <a:pt x="186702" y="91440"/>
                  </a:lnTo>
                  <a:lnTo>
                    <a:pt x="151904" y="91440"/>
                  </a:lnTo>
                  <a:lnTo>
                    <a:pt x="151904" y="16764"/>
                  </a:lnTo>
                  <a:lnTo>
                    <a:pt x="187210" y="16764"/>
                  </a:lnTo>
                  <a:lnTo>
                    <a:pt x="187210" y="0"/>
                  </a:lnTo>
                  <a:lnTo>
                    <a:pt x="131076" y="0"/>
                  </a:lnTo>
                  <a:lnTo>
                    <a:pt x="131076" y="16764"/>
                  </a:lnTo>
                  <a:lnTo>
                    <a:pt x="131076" y="91440"/>
                  </a:lnTo>
                  <a:lnTo>
                    <a:pt x="74434" y="91440"/>
                  </a:lnTo>
                  <a:lnTo>
                    <a:pt x="74434" y="16764"/>
                  </a:lnTo>
                  <a:lnTo>
                    <a:pt x="131076" y="16764"/>
                  </a:lnTo>
                  <a:lnTo>
                    <a:pt x="131076" y="0"/>
                  </a:lnTo>
                  <a:lnTo>
                    <a:pt x="18288" y="0"/>
                  </a:lnTo>
                  <a:lnTo>
                    <a:pt x="18288" y="16764"/>
                  </a:lnTo>
                  <a:lnTo>
                    <a:pt x="53606" y="16764"/>
                  </a:lnTo>
                  <a:lnTo>
                    <a:pt x="53606" y="91440"/>
                  </a:lnTo>
                  <a:lnTo>
                    <a:pt x="18796" y="91440"/>
                  </a:lnTo>
                  <a:lnTo>
                    <a:pt x="18796" y="108204"/>
                  </a:lnTo>
                  <a:lnTo>
                    <a:pt x="92214" y="108204"/>
                  </a:lnTo>
                  <a:lnTo>
                    <a:pt x="92214" y="160528"/>
                  </a:lnTo>
                  <a:lnTo>
                    <a:pt x="0" y="160528"/>
                  </a:lnTo>
                  <a:lnTo>
                    <a:pt x="0" y="177546"/>
                  </a:lnTo>
                  <a:lnTo>
                    <a:pt x="206514" y="177546"/>
                  </a:lnTo>
                  <a:lnTo>
                    <a:pt x="206514" y="160528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278556" y="5041157"/>
              <a:ext cx="205742" cy="222760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4512239" y="5215403"/>
              <a:ext cx="43180" cy="80645"/>
            </a:xfrm>
            <a:custGeom>
              <a:avLst/>
              <a:gdLst/>
              <a:ahLst/>
              <a:cxnLst/>
              <a:rect l="l" t="t" r="r" b="b"/>
              <a:pathLst>
                <a:path w="43179" h="80645">
                  <a:moveTo>
                    <a:pt x="5588" y="80519"/>
                  </a:moveTo>
                  <a:lnTo>
                    <a:pt x="0" y="66802"/>
                  </a:lnTo>
                  <a:lnTo>
                    <a:pt x="10576" y="60690"/>
                  </a:lnTo>
                  <a:lnTo>
                    <a:pt x="18510" y="52769"/>
                  </a:lnTo>
                  <a:lnTo>
                    <a:pt x="23538" y="43228"/>
                  </a:lnTo>
                  <a:lnTo>
                    <a:pt x="25400" y="32258"/>
                  </a:lnTo>
                  <a:lnTo>
                    <a:pt x="24384" y="32512"/>
                  </a:lnTo>
                  <a:lnTo>
                    <a:pt x="13716" y="32512"/>
                  </a:lnTo>
                  <a:lnTo>
                    <a:pt x="5588" y="26924"/>
                  </a:lnTo>
                  <a:lnTo>
                    <a:pt x="5588" y="6350"/>
                  </a:lnTo>
                  <a:lnTo>
                    <a:pt x="13716" y="0"/>
                  </a:lnTo>
                  <a:lnTo>
                    <a:pt x="23114" y="0"/>
                  </a:lnTo>
                  <a:lnTo>
                    <a:pt x="31313" y="1893"/>
                  </a:lnTo>
                  <a:lnTo>
                    <a:pt x="37465" y="7334"/>
                  </a:lnTo>
                  <a:lnTo>
                    <a:pt x="41331" y="15966"/>
                  </a:lnTo>
                  <a:lnTo>
                    <a:pt x="42672" y="27432"/>
                  </a:lnTo>
                  <a:lnTo>
                    <a:pt x="40092" y="44656"/>
                  </a:lnTo>
                  <a:lnTo>
                    <a:pt x="32702" y="59500"/>
                  </a:lnTo>
                  <a:lnTo>
                    <a:pt x="21026" y="71581"/>
                  </a:lnTo>
                  <a:lnTo>
                    <a:pt x="5588" y="8051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4642237" y="5050047"/>
            <a:ext cx="610870" cy="201295"/>
            <a:chOff x="4642237" y="5050047"/>
            <a:chExt cx="610870" cy="201295"/>
          </a:xfrm>
        </p:grpSpPr>
        <p:sp>
          <p:nvSpPr>
            <p:cNvPr id="127" name="object 127" descr=""/>
            <p:cNvSpPr/>
            <p:nvPr/>
          </p:nvSpPr>
          <p:spPr>
            <a:xfrm>
              <a:off x="4642237" y="5050047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26670" y="75692"/>
                  </a:moveTo>
                  <a:lnTo>
                    <a:pt x="17780" y="75692"/>
                  </a:lnTo>
                  <a:lnTo>
                    <a:pt x="10287" y="74010"/>
                  </a:lnTo>
                  <a:lnTo>
                    <a:pt x="4699" y="69088"/>
                  </a:lnTo>
                  <a:lnTo>
                    <a:pt x="1206" y="61119"/>
                  </a:lnTo>
                  <a:lnTo>
                    <a:pt x="0" y="50292"/>
                  </a:lnTo>
                  <a:lnTo>
                    <a:pt x="1972" y="34504"/>
                  </a:lnTo>
                  <a:lnTo>
                    <a:pt x="7778" y="20955"/>
                  </a:lnTo>
                  <a:lnTo>
                    <a:pt x="17252" y="9501"/>
                  </a:lnTo>
                  <a:lnTo>
                    <a:pt x="30226" y="0"/>
                  </a:lnTo>
                  <a:lnTo>
                    <a:pt x="36830" y="10922"/>
                  </a:lnTo>
                  <a:lnTo>
                    <a:pt x="27599" y="18117"/>
                  </a:lnTo>
                  <a:lnTo>
                    <a:pt x="20891" y="26003"/>
                  </a:lnTo>
                  <a:lnTo>
                    <a:pt x="16756" y="35175"/>
                  </a:lnTo>
                  <a:lnTo>
                    <a:pt x="15240" y="46228"/>
                  </a:lnTo>
                  <a:lnTo>
                    <a:pt x="16002" y="45974"/>
                  </a:lnTo>
                  <a:lnTo>
                    <a:pt x="25654" y="45974"/>
                  </a:lnTo>
                  <a:lnTo>
                    <a:pt x="32766" y="51054"/>
                  </a:lnTo>
                  <a:lnTo>
                    <a:pt x="32766" y="70104"/>
                  </a:lnTo>
                  <a:lnTo>
                    <a:pt x="26670" y="75692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7007" y="5057921"/>
              <a:ext cx="118111" cy="189740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0265" y="5057921"/>
              <a:ext cx="116079" cy="193042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988951" y="5057921"/>
              <a:ext cx="263655" cy="189740"/>
            </a:xfrm>
            <a:prstGeom prst="rect">
              <a:avLst/>
            </a:prstGeom>
          </p:spPr>
        </p:pic>
      </p:grpSp>
      <p:grpSp>
        <p:nvGrpSpPr>
          <p:cNvPr id="131" name="object 131" descr=""/>
          <p:cNvGrpSpPr/>
          <p:nvPr/>
        </p:nvGrpSpPr>
        <p:grpSpPr>
          <a:xfrm>
            <a:off x="5339207" y="5038617"/>
            <a:ext cx="436245" cy="227965"/>
            <a:chOff x="5339207" y="5038617"/>
            <a:chExt cx="436245" cy="227965"/>
          </a:xfrm>
        </p:grpSpPr>
        <p:pic>
          <p:nvPicPr>
            <p:cNvPr id="132" name="object 13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339207" y="5038617"/>
              <a:ext cx="185422" cy="227840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565523" y="5038871"/>
              <a:ext cx="209806" cy="222506"/>
            </a:xfrm>
            <a:prstGeom prst="rect">
              <a:avLst/>
            </a:prstGeom>
          </p:spPr>
        </p:pic>
      </p:grpSp>
      <p:sp>
        <p:nvSpPr>
          <p:cNvPr id="134" name="object 134" descr=""/>
          <p:cNvSpPr/>
          <p:nvPr/>
        </p:nvSpPr>
        <p:spPr>
          <a:xfrm>
            <a:off x="5964563" y="5038871"/>
            <a:ext cx="20955" cy="163830"/>
          </a:xfrm>
          <a:custGeom>
            <a:avLst/>
            <a:gdLst/>
            <a:ahLst/>
            <a:cxnLst/>
            <a:rect l="l" t="t" r="r" b="b"/>
            <a:pathLst>
              <a:path w="20954" h="163829">
                <a:moveTo>
                  <a:pt x="20828" y="163578"/>
                </a:moveTo>
                <a:lnTo>
                  <a:pt x="0" y="163578"/>
                </a:lnTo>
                <a:lnTo>
                  <a:pt x="0" y="0"/>
                </a:lnTo>
                <a:lnTo>
                  <a:pt x="20828" y="0"/>
                </a:lnTo>
                <a:lnTo>
                  <a:pt x="20828" y="163578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5810382" y="5049539"/>
            <a:ext cx="428625" cy="217170"/>
            <a:chOff x="5810382" y="5049539"/>
            <a:chExt cx="428625" cy="217170"/>
          </a:xfrm>
        </p:grpSpPr>
        <p:sp>
          <p:nvSpPr>
            <p:cNvPr id="136" name="object 136" descr=""/>
            <p:cNvSpPr/>
            <p:nvPr/>
          </p:nvSpPr>
          <p:spPr>
            <a:xfrm>
              <a:off x="5810377" y="5058409"/>
              <a:ext cx="182245" cy="200660"/>
            </a:xfrm>
            <a:custGeom>
              <a:avLst/>
              <a:gdLst/>
              <a:ahLst/>
              <a:cxnLst/>
              <a:rect l="l" t="t" r="r" b="b"/>
              <a:pathLst>
                <a:path w="182245" h="200660">
                  <a:moveTo>
                    <a:pt x="106426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88900"/>
                  </a:lnTo>
                  <a:lnTo>
                    <a:pt x="0" y="105410"/>
                  </a:lnTo>
                  <a:lnTo>
                    <a:pt x="106426" y="105410"/>
                  </a:lnTo>
                  <a:lnTo>
                    <a:pt x="106426" y="89179"/>
                  </a:lnTo>
                  <a:lnTo>
                    <a:pt x="106426" y="88900"/>
                  </a:lnTo>
                  <a:lnTo>
                    <a:pt x="106426" y="16789"/>
                  </a:lnTo>
                  <a:lnTo>
                    <a:pt x="86106" y="16789"/>
                  </a:lnTo>
                  <a:lnTo>
                    <a:pt x="86106" y="88900"/>
                  </a:lnTo>
                  <a:lnTo>
                    <a:pt x="20320" y="88900"/>
                  </a:lnTo>
                  <a:lnTo>
                    <a:pt x="20320" y="16510"/>
                  </a:lnTo>
                  <a:lnTo>
                    <a:pt x="106426" y="16510"/>
                  </a:lnTo>
                  <a:lnTo>
                    <a:pt x="106426" y="0"/>
                  </a:lnTo>
                  <a:close/>
                </a:path>
                <a:path w="182245" h="200660">
                  <a:moveTo>
                    <a:pt x="181864" y="184150"/>
                  </a:moveTo>
                  <a:lnTo>
                    <a:pt x="49276" y="184150"/>
                  </a:lnTo>
                  <a:lnTo>
                    <a:pt x="49276" y="128270"/>
                  </a:lnTo>
                  <a:lnTo>
                    <a:pt x="28448" y="128270"/>
                  </a:lnTo>
                  <a:lnTo>
                    <a:pt x="28448" y="184150"/>
                  </a:lnTo>
                  <a:lnTo>
                    <a:pt x="28448" y="200660"/>
                  </a:lnTo>
                  <a:lnTo>
                    <a:pt x="181864" y="200660"/>
                  </a:lnTo>
                  <a:lnTo>
                    <a:pt x="181864" y="18415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032127" y="5049539"/>
              <a:ext cx="206758" cy="216664"/>
            </a:xfrm>
            <a:prstGeom prst="rect">
              <a:avLst/>
            </a:prstGeom>
          </p:spPr>
        </p:pic>
      </p:grpSp>
      <p:pic>
        <p:nvPicPr>
          <p:cNvPr id="138" name="object 138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323336" y="5038871"/>
            <a:ext cx="187454" cy="227586"/>
          </a:xfrm>
          <a:prstGeom prst="rect">
            <a:avLst/>
          </a:prstGeom>
        </p:spPr>
      </p:pic>
      <p:grpSp>
        <p:nvGrpSpPr>
          <p:cNvPr id="139" name="object 139" descr=""/>
          <p:cNvGrpSpPr/>
          <p:nvPr/>
        </p:nvGrpSpPr>
        <p:grpSpPr>
          <a:xfrm>
            <a:off x="6556003" y="5038871"/>
            <a:ext cx="887094" cy="227965"/>
            <a:chOff x="6556003" y="5038871"/>
            <a:chExt cx="887094" cy="227965"/>
          </a:xfrm>
        </p:grpSpPr>
        <p:sp>
          <p:nvSpPr>
            <p:cNvPr id="140" name="object 140" descr=""/>
            <p:cNvSpPr/>
            <p:nvPr/>
          </p:nvSpPr>
          <p:spPr>
            <a:xfrm>
              <a:off x="6555994" y="5039359"/>
              <a:ext cx="445134" cy="227965"/>
            </a:xfrm>
            <a:custGeom>
              <a:avLst/>
              <a:gdLst/>
              <a:ahLst/>
              <a:cxnLst/>
              <a:rect l="l" t="t" r="r" b="b"/>
              <a:pathLst>
                <a:path w="445134" h="227964">
                  <a:moveTo>
                    <a:pt x="180594" y="56413"/>
                  </a:moveTo>
                  <a:lnTo>
                    <a:pt x="159766" y="56413"/>
                  </a:lnTo>
                  <a:lnTo>
                    <a:pt x="159766" y="89941"/>
                  </a:lnTo>
                  <a:lnTo>
                    <a:pt x="180594" y="89941"/>
                  </a:lnTo>
                  <a:lnTo>
                    <a:pt x="180594" y="56413"/>
                  </a:lnTo>
                  <a:close/>
                </a:path>
                <a:path w="445134" h="227964">
                  <a:moveTo>
                    <a:pt x="180594" y="8407"/>
                  </a:moveTo>
                  <a:lnTo>
                    <a:pt x="159766" y="8407"/>
                  </a:lnTo>
                  <a:lnTo>
                    <a:pt x="159766" y="39370"/>
                  </a:lnTo>
                  <a:lnTo>
                    <a:pt x="46736" y="39370"/>
                  </a:lnTo>
                  <a:lnTo>
                    <a:pt x="46736" y="8890"/>
                  </a:lnTo>
                  <a:lnTo>
                    <a:pt x="26162" y="8890"/>
                  </a:lnTo>
                  <a:lnTo>
                    <a:pt x="26162" y="39370"/>
                  </a:lnTo>
                  <a:lnTo>
                    <a:pt x="26162" y="55880"/>
                  </a:lnTo>
                  <a:lnTo>
                    <a:pt x="26162" y="90170"/>
                  </a:lnTo>
                  <a:lnTo>
                    <a:pt x="26162" y="106680"/>
                  </a:lnTo>
                  <a:lnTo>
                    <a:pt x="180594" y="106680"/>
                  </a:lnTo>
                  <a:lnTo>
                    <a:pt x="180594" y="90170"/>
                  </a:lnTo>
                  <a:lnTo>
                    <a:pt x="46736" y="90170"/>
                  </a:lnTo>
                  <a:lnTo>
                    <a:pt x="46736" y="55880"/>
                  </a:lnTo>
                  <a:lnTo>
                    <a:pt x="180594" y="55880"/>
                  </a:lnTo>
                  <a:lnTo>
                    <a:pt x="180594" y="39649"/>
                  </a:lnTo>
                  <a:lnTo>
                    <a:pt x="180594" y="39370"/>
                  </a:lnTo>
                  <a:lnTo>
                    <a:pt x="180594" y="8407"/>
                  </a:lnTo>
                  <a:close/>
                </a:path>
                <a:path w="445134" h="227964">
                  <a:moveTo>
                    <a:pt x="206756" y="134391"/>
                  </a:moveTo>
                  <a:lnTo>
                    <a:pt x="0" y="134391"/>
                  </a:lnTo>
                  <a:lnTo>
                    <a:pt x="0" y="151155"/>
                  </a:lnTo>
                  <a:lnTo>
                    <a:pt x="92456" y="151155"/>
                  </a:lnTo>
                  <a:lnTo>
                    <a:pt x="92456" y="227355"/>
                  </a:lnTo>
                  <a:lnTo>
                    <a:pt x="113284" y="227355"/>
                  </a:lnTo>
                  <a:lnTo>
                    <a:pt x="113284" y="151155"/>
                  </a:lnTo>
                  <a:lnTo>
                    <a:pt x="206756" y="151155"/>
                  </a:lnTo>
                  <a:lnTo>
                    <a:pt x="206756" y="134391"/>
                  </a:lnTo>
                  <a:close/>
                </a:path>
                <a:path w="445134" h="227964">
                  <a:moveTo>
                    <a:pt x="348754" y="49530"/>
                  </a:moveTo>
                  <a:lnTo>
                    <a:pt x="328434" y="49530"/>
                  </a:lnTo>
                  <a:lnTo>
                    <a:pt x="328434" y="66040"/>
                  </a:lnTo>
                  <a:lnTo>
                    <a:pt x="328434" y="104140"/>
                  </a:lnTo>
                  <a:lnTo>
                    <a:pt x="263906" y="104140"/>
                  </a:lnTo>
                  <a:lnTo>
                    <a:pt x="263906" y="66040"/>
                  </a:lnTo>
                  <a:lnTo>
                    <a:pt x="328434" y="66040"/>
                  </a:lnTo>
                  <a:lnTo>
                    <a:pt x="328434" y="49530"/>
                  </a:lnTo>
                  <a:lnTo>
                    <a:pt x="263906" y="49530"/>
                  </a:lnTo>
                  <a:lnTo>
                    <a:pt x="263906" y="13970"/>
                  </a:lnTo>
                  <a:lnTo>
                    <a:pt x="243332" y="13970"/>
                  </a:lnTo>
                  <a:lnTo>
                    <a:pt x="243332" y="49530"/>
                  </a:lnTo>
                  <a:lnTo>
                    <a:pt x="243332" y="66040"/>
                  </a:lnTo>
                  <a:lnTo>
                    <a:pt x="243332" y="104140"/>
                  </a:lnTo>
                  <a:lnTo>
                    <a:pt x="243332" y="121920"/>
                  </a:lnTo>
                  <a:lnTo>
                    <a:pt x="348754" y="121920"/>
                  </a:lnTo>
                  <a:lnTo>
                    <a:pt x="348754" y="104673"/>
                  </a:lnTo>
                  <a:lnTo>
                    <a:pt x="348754" y="104140"/>
                  </a:lnTo>
                  <a:lnTo>
                    <a:pt x="348754" y="66040"/>
                  </a:lnTo>
                  <a:lnTo>
                    <a:pt x="348754" y="65557"/>
                  </a:lnTo>
                  <a:lnTo>
                    <a:pt x="348754" y="49530"/>
                  </a:lnTo>
                  <a:close/>
                </a:path>
                <a:path w="445134" h="227964">
                  <a:moveTo>
                    <a:pt x="348754" y="13741"/>
                  </a:moveTo>
                  <a:lnTo>
                    <a:pt x="328434" y="13741"/>
                  </a:lnTo>
                  <a:lnTo>
                    <a:pt x="328434" y="49301"/>
                  </a:lnTo>
                  <a:lnTo>
                    <a:pt x="348754" y="49301"/>
                  </a:lnTo>
                  <a:lnTo>
                    <a:pt x="348754" y="13741"/>
                  </a:lnTo>
                  <a:close/>
                </a:path>
                <a:path w="445134" h="227964">
                  <a:moveTo>
                    <a:pt x="410730" y="148590"/>
                  </a:moveTo>
                  <a:lnTo>
                    <a:pt x="262636" y="148590"/>
                  </a:lnTo>
                  <a:lnTo>
                    <a:pt x="262636" y="166370"/>
                  </a:lnTo>
                  <a:lnTo>
                    <a:pt x="389902" y="166370"/>
                  </a:lnTo>
                  <a:lnTo>
                    <a:pt x="389902" y="227330"/>
                  </a:lnTo>
                  <a:lnTo>
                    <a:pt x="410730" y="227330"/>
                  </a:lnTo>
                  <a:lnTo>
                    <a:pt x="410730" y="166370"/>
                  </a:lnTo>
                  <a:lnTo>
                    <a:pt x="410730" y="148590"/>
                  </a:lnTo>
                  <a:close/>
                </a:path>
                <a:path w="445134" h="227964">
                  <a:moveTo>
                    <a:pt x="444512" y="58420"/>
                  </a:moveTo>
                  <a:lnTo>
                    <a:pt x="410730" y="58420"/>
                  </a:lnTo>
                  <a:lnTo>
                    <a:pt x="410730" y="0"/>
                  </a:lnTo>
                  <a:lnTo>
                    <a:pt x="389902" y="0"/>
                  </a:lnTo>
                  <a:lnTo>
                    <a:pt x="389902" y="58420"/>
                  </a:lnTo>
                  <a:lnTo>
                    <a:pt x="389902" y="76200"/>
                  </a:lnTo>
                  <a:lnTo>
                    <a:pt x="389902" y="137160"/>
                  </a:lnTo>
                  <a:lnTo>
                    <a:pt x="410730" y="137160"/>
                  </a:lnTo>
                  <a:lnTo>
                    <a:pt x="410730" y="76200"/>
                  </a:lnTo>
                  <a:lnTo>
                    <a:pt x="444512" y="76200"/>
                  </a:lnTo>
                  <a:lnTo>
                    <a:pt x="444512" y="5842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033021" y="5038871"/>
              <a:ext cx="201170" cy="224538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258567" y="5038871"/>
              <a:ext cx="184415" cy="227586"/>
            </a:xfrm>
            <a:prstGeom prst="rect">
              <a:avLst/>
            </a:prstGeom>
          </p:spPr>
        </p:pic>
      </p:grpSp>
      <p:grpSp>
        <p:nvGrpSpPr>
          <p:cNvPr id="143" name="object 143" descr=""/>
          <p:cNvGrpSpPr/>
          <p:nvPr/>
        </p:nvGrpSpPr>
        <p:grpSpPr>
          <a:xfrm>
            <a:off x="7495306" y="5038617"/>
            <a:ext cx="487680" cy="228600"/>
            <a:chOff x="7495306" y="5038617"/>
            <a:chExt cx="487680" cy="228600"/>
          </a:xfrm>
        </p:grpSpPr>
        <p:sp>
          <p:nvSpPr>
            <p:cNvPr id="144" name="object 144" descr=""/>
            <p:cNvSpPr/>
            <p:nvPr/>
          </p:nvSpPr>
          <p:spPr>
            <a:xfrm>
              <a:off x="7495306" y="5049285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6604" y="75946"/>
                  </a:moveTo>
                  <a:lnTo>
                    <a:pt x="0" y="65024"/>
                  </a:lnTo>
                  <a:lnTo>
                    <a:pt x="9191" y="57722"/>
                  </a:lnTo>
                  <a:lnTo>
                    <a:pt x="15811" y="49848"/>
                  </a:lnTo>
                  <a:lnTo>
                    <a:pt x="19859" y="40735"/>
                  </a:lnTo>
                  <a:lnTo>
                    <a:pt x="21336" y="29718"/>
                  </a:lnTo>
                  <a:lnTo>
                    <a:pt x="20574" y="29972"/>
                  </a:lnTo>
                  <a:lnTo>
                    <a:pt x="11176" y="29972"/>
                  </a:lnTo>
                  <a:lnTo>
                    <a:pt x="4064" y="24892"/>
                  </a:lnTo>
                  <a:lnTo>
                    <a:pt x="4064" y="5842"/>
                  </a:lnTo>
                  <a:lnTo>
                    <a:pt x="10160" y="0"/>
                  </a:lnTo>
                  <a:lnTo>
                    <a:pt x="18796" y="0"/>
                  </a:lnTo>
                  <a:lnTo>
                    <a:pt x="26329" y="1722"/>
                  </a:lnTo>
                  <a:lnTo>
                    <a:pt x="32004" y="6731"/>
                  </a:lnTo>
                  <a:lnTo>
                    <a:pt x="35584" y="14787"/>
                  </a:lnTo>
                  <a:lnTo>
                    <a:pt x="36830" y="25654"/>
                  </a:lnTo>
                  <a:lnTo>
                    <a:pt x="34857" y="41442"/>
                  </a:lnTo>
                  <a:lnTo>
                    <a:pt x="29051" y="54991"/>
                  </a:lnTo>
                  <a:lnTo>
                    <a:pt x="19578" y="66445"/>
                  </a:lnTo>
                  <a:lnTo>
                    <a:pt x="6604" y="75946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564395" y="5038617"/>
              <a:ext cx="190756" cy="227840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795284" y="5038617"/>
              <a:ext cx="187708" cy="228094"/>
            </a:xfrm>
            <a:prstGeom prst="rect">
              <a:avLst/>
            </a:prstGeom>
          </p:spPr>
        </p:pic>
      </p:grpSp>
      <p:pic>
        <p:nvPicPr>
          <p:cNvPr id="147" name="object 147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8084213" y="5038871"/>
            <a:ext cx="193296" cy="224538"/>
          </a:xfrm>
          <a:prstGeom prst="rect">
            <a:avLst/>
          </a:prstGeom>
        </p:spPr>
      </p:pic>
      <p:pic>
        <p:nvPicPr>
          <p:cNvPr id="148" name="object 148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8322468" y="5038617"/>
            <a:ext cx="183898" cy="227840"/>
          </a:xfrm>
          <a:prstGeom prst="rect">
            <a:avLst/>
          </a:prstGeom>
        </p:spPr>
      </p:pic>
      <p:sp>
        <p:nvSpPr>
          <p:cNvPr id="149" name="object 149" descr=""/>
          <p:cNvSpPr/>
          <p:nvPr/>
        </p:nvSpPr>
        <p:spPr>
          <a:xfrm>
            <a:off x="8562492" y="5039359"/>
            <a:ext cx="201295" cy="222250"/>
          </a:xfrm>
          <a:custGeom>
            <a:avLst/>
            <a:gdLst/>
            <a:ahLst/>
            <a:cxnLst/>
            <a:rect l="l" t="t" r="r" b="b"/>
            <a:pathLst>
              <a:path w="201295" h="222250">
                <a:moveTo>
                  <a:pt x="105410" y="15773"/>
                </a:moveTo>
                <a:lnTo>
                  <a:pt x="85090" y="15773"/>
                </a:lnTo>
                <a:lnTo>
                  <a:pt x="85090" y="53340"/>
                </a:lnTo>
                <a:lnTo>
                  <a:pt x="20574" y="53340"/>
                </a:lnTo>
                <a:lnTo>
                  <a:pt x="20574" y="15240"/>
                </a:lnTo>
                <a:lnTo>
                  <a:pt x="0" y="15240"/>
                </a:lnTo>
                <a:lnTo>
                  <a:pt x="0" y="53340"/>
                </a:lnTo>
                <a:lnTo>
                  <a:pt x="0" y="69850"/>
                </a:lnTo>
                <a:lnTo>
                  <a:pt x="0" y="111760"/>
                </a:lnTo>
                <a:lnTo>
                  <a:pt x="0" y="128270"/>
                </a:lnTo>
                <a:lnTo>
                  <a:pt x="105410" y="128270"/>
                </a:lnTo>
                <a:lnTo>
                  <a:pt x="105410" y="111785"/>
                </a:lnTo>
                <a:lnTo>
                  <a:pt x="105410" y="70129"/>
                </a:lnTo>
                <a:lnTo>
                  <a:pt x="85090" y="70129"/>
                </a:lnTo>
                <a:lnTo>
                  <a:pt x="85090" y="111760"/>
                </a:lnTo>
                <a:lnTo>
                  <a:pt x="20574" y="111760"/>
                </a:lnTo>
                <a:lnTo>
                  <a:pt x="20574" y="69850"/>
                </a:lnTo>
                <a:lnTo>
                  <a:pt x="105410" y="69850"/>
                </a:lnTo>
                <a:lnTo>
                  <a:pt x="105410" y="53873"/>
                </a:lnTo>
                <a:lnTo>
                  <a:pt x="105410" y="53340"/>
                </a:lnTo>
                <a:lnTo>
                  <a:pt x="105410" y="15773"/>
                </a:lnTo>
                <a:close/>
              </a:path>
              <a:path w="201295" h="222250">
                <a:moveTo>
                  <a:pt x="177546" y="204470"/>
                </a:moveTo>
                <a:lnTo>
                  <a:pt x="46482" y="204470"/>
                </a:lnTo>
                <a:lnTo>
                  <a:pt x="46482" y="151130"/>
                </a:lnTo>
                <a:lnTo>
                  <a:pt x="25654" y="151130"/>
                </a:lnTo>
                <a:lnTo>
                  <a:pt x="25654" y="204470"/>
                </a:lnTo>
                <a:lnTo>
                  <a:pt x="25654" y="222250"/>
                </a:lnTo>
                <a:lnTo>
                  <a:pt x="177546" y="222250"/>
                </a:lnTo>
                <a:lnTo>
                  <a:pt x="177546" y="204470"/>
                </a:lnTo>
                <a:close/>
              </a:path>
              <a:path w="201295" h="222250">
                <a:moveTo>
                  <a:pt x="201168" y="68580"/>
                </a:moveTo>
                <a:lnTo>
                  <a:pt x="167386" y="68580"/>
                </a:lnTo>
                <a:lnTo>
                  <a:pt x="167386" y="0"/>
                </a:lnTo>
                <a:lnTo>
                  <a:pt x="146558" y="0"/>
                </a:lnTo>
                <a:lnTo>
                  <a:pt x="146558" y="68580"/>
                </a:lnTo>
                <a:lnTo>
                  <a:pt x="146558" y="86360"/>
                </a:lnTo>
                <a:lnTo>
                  <a:pt x="146558" y="166370"/>
                </a:lnTo>
                <a:lnTo>
                  <a:pt x="167386" y="166370"/>
                </a:lnTo>
                <a:lnTo>
                  <a:pt x="167386" y="86360"/>
                </a:lnTo>
                <a:lnTo>
                  <a:pt x="201168" y="86360"/>
                </a:lnTo>
                <a:lnTo>
                  <a:pt x="201168" y="6858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0" name="object 150" descr=""/>
          <p:cNvGrpSpPr/>
          <p:nvPr/>
        </p:nvGrpSpPr>
        <p:grpSpPr>
          <a:xfrm>
            <a:off x="8843895" y="5038617"/>
            <a:ext cx="421640" cy="228600"/>
            <a:chOff x="8843895" y="5038617"/>
            <a:chExt cx="421640" cy="228600"/>
          </a:xfrm>
        </p:grpSpPr>
        <p:pic>
          <p:nvPicPr>
            <p:cNvPr id="151" name="object 15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843895" y="5046745"/>
              <a:ext cx="205996" cy="219966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081388" y="5038617"/>
              <a:ext cx="183644" cy="228348"/>
            </a:xfrm>
            <a:prstGeom prst="rect">
              <a:avLst/>
            </a:prstGeom>
          </p:spPr>
        </p:pic>
      </p:grpSp>
      <p:sp>
        <p:nvSpPr>
          <p:cNvPr id="153" name="object 153" descr=""/>
          <p:cNvSpPr/>
          <p:nvPr/>
        </p:nvSpPr>
        <p:spPr>
          <a:xfrm>
            <a:off x="9534514" y="5038617"/>
            <a:ext cx="21590" cy="64769"/>
          </a:xfrm>
          <a:custGeom>
            <a:avLst/>
            <a:gdLst/>
            <a:ahLst/>
            <a:cxnLst/>
            <a:rect l="l" t="t" r="r" b="b"/>
            <a:pathLst>
              <a:path w="21590" h="64770">
                <a:moveTo>
                  <a:pt x="21082" y="64262"/>
                </a:moveTo>
                <a:lnTo>
                  <a:pt x="0" y="64262"/>
                </a:lnTo>
                <a:lnTo>
                  <a:pt x="0" y="0"/>
                </a:lnTo>
                <a:lnTo>
                  <a:pt x="21082" y="0"/>
                </a:lnTo>
                <a:lnTo>
                  <a:pt x="21082" y="64262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4" name="object 154" descr=""/>
          <p:cNvGrpSpPr/>
          <p:nvPr/>
        </p:nvGrpSpPr>
        <p:grpSpPr>
          <a:xfrm>
            <a:off x="9379318" y="5038617"/>
            <a:ext cx="410209" cy="228600"/>
            <a:chOff x="9379318" y="5038617"/>
            <a:chExt cx="410209" cy="228600"/>
          </a:xfrm>
        </p:grpSpPr>
        <p:sp>
          <p:nvSpPr>
            <p:cNvPr id="155" name="object 155" descr=""/>
            <p:cNvSpPr/>
            <p:nvPr/>
          </p:nvSpPr>
          <p:spPr>
            <a:xfrm>
              <a:off x="9379319" y="5053329"/>
              <a:ext cx="181610" cy="208279"/>
            </a:xfrm>
            <a:custGeom>
              <a:avLst/>
              <a:gdLst/>
              <a:ahLst/>
              <a:cxnLst/>
              <a:rect l="l" t="t" r="r" b="b"/>
              <a:pathLst>
                <a:path w="181609" h="208279">
                  <a:moveTo>
                    <a:pt x="176276" y="66573"/>
                  </a:moveTo>
                  <a:lnTo>
                    <a:pt x="155194" y="66573"/>
                  </a:lnTo>
                  <a:lnTo>
                    <a:pt x="155194" y="153949"/>
                  </a:lnTo>
                  <a:lnTo>
                    <a:pt x="176276" y="153949"/>
                  </a:lnTo>
                  <a:lnTo>
                    <a:pt x="176276" y="66573"/>
                  </a:lnTo>
                  <a:close/>
                </a:path>
                <a:path w="181609" h="208279">
                  <a:moveTo>
                    <a:pt x="176276" y="49530"/>
                  </a:moveTo>
                  <a:lnTo>
                    <a:pt x="102616" y="49530"/>
                  </a:lnTo>
                  <a:lnTo>
                    <a:pt x="102616" y="40665"/>
                  </a:lnTo>
                  <a:lnTo>
                    <a:pt x="102616" y="533"/>
                  </a:lnTo>
                  <a:lnTo>
                    <a:pt x="82042" y="533"/>
                  </a:lnTo>
                  <a:lnTo>
                    <a:pt x="82042" y="40640"/>
                  </a:lnTo>
                  <a:lnTo>
                    <a:pt x="82042" y="57150"/>
                  </a:lnTo>
                  <a:lnTo>
                    <a:pt x="82042" y="66040"/>
                  </a:lnTo>
                  <a:lnTo>
                    <a:pt x="82042" y="97790"/>
                  </a:lnTo>
                  <a:lnTo>
                    <a:pt x="20574" y="97790"/>
                  </a:lnTo>
                  <a:lnTo>
                    <a:pt x="20574" y="57150"/>
                  </a:lnTo>
                  <a:lnTo>
                    <a:pt x="82042" y="57150"/>
                  </a:lnTo>
                  <a:lnTo>
                    <a:pt x="82042" y="40640"/>
                  </a:lnTo>
                  <a:lnTo>
                    <a:pt x="20574" y="40640"/>
                  </a:lnTo>
                  <a:lnTo>
                    <a:pt x="20574" y="0"/>
                  </a:lnTo>
                  <a:lnTo>
                    <a:pt x="0" y="0"/>
                  </a:lnTo>
                  <a:lnTo>
                    <a:pt x="0" y="115570"/>
                  </a:lnTo>
                  <a:lnTo>
                    <a:pt x="102616" y="115570"/>
                  </a:lnTo>
                  <a:lnTo>
                    <a:pt x="102616" y="97790"/>
                  </a:lnTo>
                  <a:lnTo>
                    <a:pt x="102616" y="66040"/>
                  </a:lnTo>
                  <a:lnTo>
                    <a:pt x="176276" y="66040"/>
                  </a:lnTo>
                  <a:lnTo>
                    <a:pt x="176276" y="57150"/>
                  </a:lnTo>
                  <a:lnTo>
                    <a:pt x="176276" y="49530"/>
                  </a:lnTo>
                  <a:close/>
                </a:path>
                <a:path w="181609" h="208279">
                  <a:moveTo>
                    <a:pt x="181610" y="190500"/>
                  </a:moveTo>
                  <a:lnTo>
                    <a:pt x="50546" y="190500"/>
                  </a:lnTo>
                  <a:lnTo>
                    <a:pt x="50546" y="137160"/>
                  </a:lnTo>
                  <a:lnTo>
                    <a:pt x="29718" y="137160"/>
                  </a:lnTo>
                  <a:lnTo>
                    <a:pt x="29718" y="190500"/>
                  </a:lnTo>
                  <a:lnTo>
                    <a:pt x="29718" y="208280"/>
                  </a:lnTo>
                  <a:lnTo>
                    <a:pt x="181610" y="208280"/>
                  </a:lnTo>
                  <a:lnTo>
                    <a:pt x="181610" y="19050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05127" y="5038617"/>
              <a:ext cx="184152" cy="228094"/>
            </a:xfrm>
            <a:prstGeom prst="rect">
              <a:avLst/>
            </a:prstGeom>
          </p:spPr>
        </p:pic>
      </p:grpSp>
      <p:pic>
        <p:nvPicPr>
          <p:cNvPr id="157" name="object 157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9892068" y="5038617"/>
            <a:ext cx="187708" cy="228094"/>
          </a:xfrm>
          <a:prstGeom prst="rect">
            <a:avLst/>
          </a:prstGeom>
        </p:spPr>
      </p:pic>
      <p:sp>
        <p:nvSpPr>
          <p:cNvPr id="158" name="object 158" descr=""/>
          <p:cNvSpPr/>
          <p:nvPr/>
        </p:nvSpPr>
        <p:spPr>
          <a:xfrm>
            <a:off x="10291360" y="5038617"/>
            <a:ext cx="20955" cy="228600"/>
          </a:xfrm>
          <a:custGeom>
            <a:avLst/>
            <a:gdLst/>
            <a:ahLst/>
            <a:cxnLst/>
            <a:rect l="l" t="t" r="r" b="b"/>
            <a:pathLst>
              <a:path w="20954" h="228600">
                <a:moveTo>
                  <a:pt x="20828" y="228094"/>
                </a:moveTo>
                <a:lnTo>
                  <a:pt x="0" y="228094"/>
                </a:lnTo>
                <a:lnTo>
                  <a:pt x="0" y="0"/>
                </a:lnTo>
                <a:lnTo>
                  <a:pt x="20828" y="0"/>
                </a:lnTo>
                <a:lnTo>
                  <a:pt x="20828" y="228094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10138702" y="5057927"/>
            <a:ext cx="107314" cy="154305"/>
          </a:xfrm>
          <a:custGeom>
            <a:avLst/>
            <a:gdLst/>
            <a:ahLst/>
            <a:cxnLst/>
            <a:rect l="l" t="t" r="r" b="b"/>
            <a:pathLst>
              <a:path w="107315" h="154304">
                <a:moveTo>
                  <a:pt x="107188" y="0"/>
                </a:moveTo>
                <a:lnTo>
                  <a:pt x="86614" y="0"/>
                </a:lnTo>
                <a:lnTo>
                  <a:pt x="86614" y="60172"/>
                </a:lnTo>
                <a:lnTo>
                  <a:pt x="20574" y="60172"/>
                </a:lnTo>
                <a:lnTo>
                  <a:pt x="20574" y="482"/>
                </a:lnTo>
                <a:lnTo>
                  <a:pt x="0" y="482"/>
                </a:lnTo>
                <a:lnTo>
                  <a:pt x="0" y="60172"/>
                </a:lnTo>
                <a:lnTo>
                  <a:pt x="0" y="76682"/>
                </a:lnTo>
                <a:lnTo>
                  <a:pt x="0" y="136372"/>
                </a:lnTo>
                <a:lnTo>
                  <a:pt x="0" y="154152"/>
                </a:lnTo>
                <a:lnTo>
                  <a:pt x="107188" y="154152"/>
                </a:lnTo>
                <a:lnTo>
                  <a:pt x="107188" y="136652"/>
                </a:lnTo>
                <a:lnTo>
                  <a:pt x="107188" y="136372"/>
                </a:lnTo>
                <a:lnTo>
                  <a:pt x="107188" y="76708"/>
                </a:lnTo>
                <a:lnTo>
                  <a:pt x="86614" y="76708"/>
                </a:lnTo>
                <a:lnTo>
                  <a:pt x="86614" y="136372"/>
                </a:lnTo>
                <a:lnTo>
                  <a:pt x="20574" y="136372"/>
                </a:lnTo>
                <a:lnTo>
                  <a:pt x="20574" y="76682"/>
                </a:lnTo>
                <a:lnTo>
                  <a:pt x="107188" y="76682"/>
                </a:lnTo>
                <a:lnTo>
                  <a:pt x="107188" y="60198"/>
                </a:lnTo>
                <a:lnTo>
                  <a:pt x="107188" y="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0" name="object 16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359434" y="5054619"/>
            <a:ext cx="206504" cy="181358"/>
          </a:xfrm>
          <a:prstGeom prst="rect">
            <a:avLst/>
          </a:prstGeom>
        </p:spPr>
      </p:pic>
      <p:pic>
        <p:nvPicPr>
          <p:cNvPr id="161" name="object 161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0650226" y="5038871"/>
            <a:ext cx="192788" cy="222506"/>
          </a:xfrm>
          <a:prstGeom prst="rect">
            <a:avLst/>
          </a:prstGeom>
        </p:spPr>
      </p:pic>
      <p:grpSp>
        <p:nvGrpSpPr>
          <p:cNvPr id="162" name="object 162" descr=""/>
          <p:cNvGrpSpPr/>
          <p:nvPr/>
        </p:nvGrpSpPr>
        <p:grpSpPr>
          <a:xfrm>
            <a:off x="10883655" y="5038617"/>
            <a:ext cx="421640" cy="228600"/>
            <a:chOff x="10883655" y="5038617"/>
            <a:chExt cx="421640" cy="228600"/>
          </a:xfrm>
        </p:grpSpPr>
        <p:sp>
          <p:nvSpPr>
            <p:cNvPr id="163" name="object 163" descr=""/>
            <p:cNvSpPr/>
            <p:nvPr/>
          </p:nvSpPr>
          <p:spPr>
            <a:xfrm>
              <a:off x="10883646" y="5054599"/>
              <a:ext cx="207010" cy="182880"/>
            </a:xfrm>
            <a:custGeom>
              <a:avLst/>
              <a:gdLst/>
              <a:ahLst/>
              <a:cxnLst/>
              <a:rect l="l" t="t" r="r" b="b"/>
              <a:pathLst>
                <a:path w="207009" h="182879">
                  <a:moveTo>
                    <a:pt x="206502" y="165633"/>
                  </a:moveTo>
                  <a:lnTo>
                    <a:pt x="113538" y="165633"/>
                  </a:lnTo>
                  <a:lnTo>
                    <a:pt x="113538" y="116840"/>
                  </a:lnTo>
                  <a:lnTo>
                    <a:pt x="181610" y="116840"/>
                  </a:lnTo>
                  <a:lnTo>
                    <a:pt x="181610" y="100330"/>
                  </a:lnTo>
                  <a:lnTo>
                    <a:pt x="44958" y="100330"/>
                  </a:lnTo>
                  <a:lnTo>
                    <a:pt x="44958" y="58420"/>
                  </a:lnTo>
                  <a:lnTo>
                    <a:pt x="161290" y="58420"/>
                  </a:lnTo>
                  <a:lnTo>
                    <a:pt x="161290" y="99847"/>
                  </a:lnTo>
                  <a:lnTo>
                    <a:pt x="181610" y="99847"/>
                  </a:lnTo>
                  <a:lnTo>
                    <a:pt x="181610" y="279"/>
                  </a:lnTo>
                  <a:lnTo>
                    <a:pt x="161290" y="279"/>
                  </a:lnTo>
                  <a:lnTo>
                    <a:pt x="161290" y="40640"/>
                  </a:lnTo>
                  <a:lnTo>
                    <a:pt x="44958" y="40640"/>
                  </a:lnTo>
                  <a:lnTo>
                    <a:pt x="44958" y="0"/>
                  </a:lnTo>
                  <a:lnTo>
                    <a:pt x="24384" y="0"/>
                  </a:lnTo>
                  <a:lnTo>
                    <a:pt x="24384" y="40640"/>
                  </a:lnTo>
                  <a:lnTo>
                    <a:pt x="24384" y="58420"/>
                  </a:lnTo>
                  <a:lnTo>
                    <a:pt x="24384" y="100330"/>
                  </a:lnTo>
                  <a:lnTo>
                    <a:pt x="24384" y="116840"/>
                  </a:lnTo>
                  <a:lnTo>
                    <a:pt x="92456" y="116840"/>
                  </a:lnTo>
                  <a:lnTo>
                    <a:pt x="92456" y="165633"/>
                  </a:lnTo>
                  <a:lnTo>
                    <a:pt x="0" y="165633"/>
                  </a:lnTo>
                  <a:lnTo>
                    <a:pt x="0" y="182651"/>
                  </a:lnTo>
                  <a:lnTo>
                    <a:pt x="206502" y="182651"/>
                  </a:lnTo>
                  <a:lnTo>
                    <a:pt x="206502" y="165633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121402" y="5038617"/>
              <a:ext cx="183644" cy="228348"/>
            </a:xfrm>
            <a:prstGeom prst="rect">
              <a:avLst/>
            </a:prstGeom>
          </p:spPr>
        </p:pic>
      </p:grpSp>
      <p:sp>
        <p:nvSpPr>
          <p:cNvPr id="165" name="object 165" descr=""/>
          <p:cNvSpPr/>
          <p:nvPr/>
        </p:nvSpPr>
        <p:spPr>
          <a:xfrm>
            <a:off x="11351021" y="5215403"/>
            <a:ext cx="43180" cy="80645"/>
          </a:xfrm>
          <a:custGeom>
            <a:avLst/>
            <a:gdLst/>
            <a:ahLst/>
            <a:cxnLst/>
            <a:rect l="l" t="t" r="r" b="b"/>
            <a:pathLst>
              <a:path w="43179" h="80645">
                <a:moveTo>
                  <a:pt x="5588" y="80519"/>
                </a:moveTo>
                <a:lnTo>
                  <a:pt x="0" y="66802"/>
                </a:lnTo>
                <a:lnTo>
                  <a:pt x="10576" y="60690"/>
                </a:lnTo>
                <a:lnTo>
                  <a:pt x="18510" y="52769"/>
                </a:lnTo>
                <a:lnTo>
                  <a:pt x="23538" y="43228"/>
                </a:lnTo>
                <a:lnTo>
                  <a:pt x="25400" y="32258"/>
                </a:lnTo>
                <a:lnTo>
                  <a:pt x="24384" y="32512"/>
                </a:lnTo>
                <a:lnTo>
                  <a:pt x="13716" y="32512"/>
                </a:lnTo>
                <a:lnTo>
                  <a:pt x="5588" y="26924"/>
                </a:lnTo>
                <a:lnTo>
                  <a:pt x="5588" y="6350"/>
                </a:lnTo>
                <a:lnTo>
                  <a:pt x="13716" y="0"/>
                </a:lnTo>
                <a:lnTo>
                  <a:pt x="23114" y="0"/>
                </a:lnTo>
                <a:lnTo>
                  <a:pt x="31313" y="1893"/>
                </a:lnTo>
                <a:lnTo>
                  <a:pt x="37465" y="7334"/>
                </a:lnTo>
                <a:lnTo>
                  <a:pt x="41331" y="15966"/>
                </a:lnTo>
                <a:lnTo>
                  <a:pt x="42672" y="27432"/>
                </a:lnTo>
                <a:lnTo>
                  <a:pt x="40092" y="44656"/>
                </a:lnTo>
                <a:lnTo>
                  <a:pt x="32702" y="59500"/>
                </a:lnTo>
                <a:lnTo>
                  <a:pt x="21026" y="71581"/>
                </a:lnTo>
                <a:lnTo>
                  <a:pt x="5588" y="80519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6" name="object 166" descr=""/>
          <p:cNvGrpSpPr/>
          <p:nvPr/>
        </p:nvGrpSpPr>
        <p:grpSpPr>
          <a:xfrm>
            <a:off x="11475192" y="5057921"/>
            <a:ext cx="1282065" cy="193040"/>
            <a:chOff x="11475192" y="5057921"/>
            <a:chExt cx="1282065" cy="193040"/>
          </a:xfrm>
        </p:grpSpPr>
        <p:pic>
          <p:nvPicPr>
            <p:cNvPr id="167" name="object 16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75192" y="5057921"/>
              <a:ext cx="118111" cy="189740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18450" y="5057921"/>
              <a:ext cx="116079" cy="193042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1757136" y="5057921"/>
              <a:ext cx="263655" cy="189740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2040603" y="5167651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139410" y="5061477"/>
              <a:ext cx="102109" cy="186184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280382" y="5061477"/>
              <a:ext cx="102109" cy="186184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2410686" y="5167651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97301" y="5057921"/>
              <a:ext cx="118111" cy="189740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40559" y="5057921"/>
              <a:ext cx="116079" cy="193042"/>
            </a:xfrm>
            <a:prstGeom prst="rect">
              <a:avLst/>
            </a:prstGeom>
          </p:spPr>
        </p:pic>
      </p:grpSp>
      <p:grpSp>
        <p:nvGrpSpPr>
          <p:cNvPr id="176" name="object 176" descr=""/>
          <p:cNvGrpSpPr/>
          <p:nvPr/>
        </p:nvGrpSpPr>
        <p:grpSpPr>
          <a:xfrm>
            <a:off x="12839303" y="5037601"/>
            <a:ext cx="513080" cy="253365"/>
            <a:chOff x="12839303" y="5037601"/>
            <a:chExt cx="513080" cy="253365"/>
          </a:xfrm>
        </p:grpSpPr>
        <p:pic>
          <p:nvPicPr>
            <p:cNvPr id="177" name="object 177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839303" y="5037601"/>
              <a:ext cx="210568" cy="225808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3073240" y="5061478"/>
              <a:ext cx="205996" cy="172976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13301840" y="5046979"/>
              <a:ext cx="50800" cy="243840"/>
            </a:xfrm>
            <a:custGeom>
              <a:avLst/>
              <a:gdLst/>
              <a:ahLst/>
              <a:cxnLst/>
              <a:rect l="l" t="t" r="r" b="b"/>
              <a:pathLst>
                <a:path w="50800" h="243839">
                  <a:moveTo>
                    <a:pt x="5054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3020" y="12700"/>
                  </a:lnTo>
                  <a:lnTo>
                    <a:pt x="33020" y="231140"/>
                  </a:lnTo>
                  <a:lnTo>
                    <a:pt x="0" y="231140"/>
                  </a:lnTo>
                  <a:lnTo>
                    <a:pt x="0" y="243840"/>
                  </a:lnTo>
                  <a:lnTo>
                    <a:pt x="50546" y="243840"/>
                  </a:lnTo>
                  <a:lnTo>
                    <a:pt x="50546" y="231140"/>
                  </a:lnTo>
                  <a:lnTo>
                    <a:pt x="50546" y="12700"/>
                  </a:lnTo>
                  <a:lnTo>
                    <a:pt x="5054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 descr=""/>
          <p:cNvGrpSpPr/>
          <p:nvPr/>
        </p:nvGrpSpPr>
        <p:grpSpPr>
          <a:xfrm>
            <a:off x="1406264" y="5477224"/>
            <a:ext cx="7519034" cy="261620"/>
            <a:chOff x="1406264" y="5477224"/>
            <a:chExt cx="7519034" cy="261620"/>
          </a:xfrm>
        </p:grpSpPr>
        <p:pic>
          <p:nvPicPr>
            <p:cNvPr id="181" name="object 181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406264" y="5477224"/>
              <a:ext cx="6674187" cy="261623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8103057" y="5493232"/>
              <a:ext cx="546100" cy="189865"/>
            </a:xfrm>
            <a:custGeom>
              <a:avLst/>
              <a:gdLst/>
              <a:ahLst/>
              <a:cxnLst/>
              <a:rect l="l" t="t" r="r" b="b"/>
              <a:pathLst>
                <a:path w="546100" h="189864">
                  <a:moveTo>
                    <a:pt x="121666" y="114300"/>
                  </a:moveTo>
                  <a:lnTo>
                    <a:pt x="0" y="114300"/>
                  </a:lnTo>
                  <a:lnTo>
                    <a:pt x="0" y="131572"/>
                  </a:lnTo>
                  <a:lnTo>
                    <a:pt x="121666" y="131572"/>
                  </a:lnTo>
                  <a:lnTo>
                    <a:pt x="121666" y="114300"/>
                  </a:lnTo>
                  <a:close/>
                </a:path>
                <a:path w="546100" h="189864">
                  <a:moveTo>
                    <a:pt x="121666" y="53594"/>
                  </a:moveTo>
                  <a:lnTo>
                    <a:pt x="0" y="53594"/>
                  </a:lnTo>
                  <a:lnTo>
                    <a:pt x="0" y="70866"/>
                  </a:lnTo>
                  <a:lnTo>
                    <a:pt x="121666" y="70866"/>
                  </a:lnTo>
                  <a:lnTo>
                    <a:pt x="121666" y="53594"/>
                  </a:lnTo>
                  <a:close/>
                </a:path>
                <a:path w="546100" h="189864">
                  <a:moveTo>
                    <a:pt x="264160" y="116332"/>
                  </a:moveTo>
                  <a:lnTo>
                    <a:pt x="239522" y="116332"/>
                  </a:lnTo>
                  <a:lnTo>
                    <a:pt x="239522" y="25400"/>
                  </a:lnTo>
                  <a:lnTo>
                    <a:pt x="239522" y="0"/>
                  </a:lnTo>
                  <a:lnTo>
                    <a:pt x="218948" y="0"/>
                  </a:lnTo>
                  <a:lnTo>
                    <a:pt x="218948" y="25400"/>
                  </a:lnTo>
                  <a:lnTo>
                    <a:pt x="217995" y="42481"/>
                  </a:lnTo>
                  <a:lnTo>
                    <a:pt x="217589" y="51409"/>
                  </a:lnTo>
                  <a:lnTo>
                    <a:pt x="217563" y="52832"/>
                  </a:lnTo>
                  <a:lnTo>
                    <a:pt x="217424" y="59182"/>
                  </a:lnTo>
                  <a:lnTo>
                    <a:pt x="217424" y="116332"/>
                  </a:lnTo>
                  <a:lnTo>
                    <a:pt x="160528" y="116332"/>
                  </a:lnTo>
                  <a:lnTo>
                    <a:pt x="202946" y="52832"/>
                  </a:lnTo>
                  <a:lnTo>
                    <a:pt x="206895" y="45974"/>
                  </a:lnTo>
                  <a:lnTo>
                    <a:pt x="210718" y="39116"/>
                  </a:lnTo>
                  <a:lnTo>
                    <a:pt x="214414" y="32258"/>
                  </a:lnTo>
                  <a:lnTo>
                    <a:pt x="217932" y="25400"/>
                  </a:lnTo>
                  <a:lnTo>
                    <a:pt x="218948" y="25400"/>
                  </a:lnTo>
                  <a:lnTo>
                    <a:pt x="218948" y="0"/>
                  </a:lnTo>
                  <a:lnTo>
                    <a:pt x="213868" y="0"/>
                  </a:lnTo>
                  <a:lnTo>
                    <a:pt x="136398" y="119634"/>
                  </a:lnTo>
                  <a:lnTo>
                    <a:pt x="136398" y="134874"/>
                  </a:lnTo>
                  <a:lnTo>
                    <a:pt x="217424" y="134874"/>
                  </a:lnTo>
                  <a:lnTo>
                    <a:pt x="217424" y="186182"/>
                  </a:lnTo>
                  <a:lnTo>
                    <a:pt x="239522" y="186182"/>
                  </a:lnTo>
                  <a:lnTo>
                    <a:pt x="239522" y="134874"/>
                  </a:lnTo>
                  <a:lnTo>
                    <a:pt x="264160" y="134874"/>
                  </a:lnTo>
                  <a:lnTo>
                    <a:pt x="264160" y="116332"/>
                  </a:lnTo>
                  <a:close/>
                </a:path>
                <a:path w="546100" h="189864">
                  <a:moveTo>
                    <a:pt x="399542" y="125476"/>
                  </a:moveTo>
                  <a:lnTo>
                    <a:pt x="395122" y="98983"/>
                  </a:lnTo>
                  <a:lnTo>
                    <a:pt x="383095" y="80556"/>
                  </a:lnTo>
                  <a:lnTo>
                    <a:pt x="365252" y="69786"/>
                  </a:lnTo>
                  <a:lnTo>
                    <a:pt x="343408" y="66294"/>
                  </a:lnTo>
                  <a:lnTo>
                    <a:pt x="335508" y="66802"/>
                  </a:lnTo>
                  <a:lnTo>
                    <a:pt x="328422" y="68262"/>
                  </a:lnTo>
                  <a:lnTo>
                    <a:pt x="321906" y="70586"/>
                  </a:lnTo>
                  <a:lnTo>
                    <a:pt x="315722" y="73660"/>
                  </a:lnTo>
                  <a:lnTo>
                    <a:pt x="320294" y="19812"/>
                  </a:lnTo>
                  <a:lnTo>
                    <a:pt x="390652" y="19812"/>
                  </a:lnTo>
                  <a:lnTo>
                    <a:pt x="390652" y="0"/>
                  </a:lnTo>
                  <a:lnTo>
                    <a:pt x="299974" y="0"/>
                  </a:lnTo>
                  <a:lnTo>
                    <a:pt x="294132" y="87122"/>
                  </a:lnTo>
                  <a:lnTo>
                    <a:pt x="306578" y="94742"/>
                  </a:lnTo>
                  <a:lnTo>
                    <a:pt x="314172" y="90043"/>
                  </a:lnTo>
                  <a:lnTo>
                    <a:pt x="321398" y="86614"/>
                  </a:lnTo>
                  <a:lnTo>
                    <a:pt x="328968" y="84531"/>
                  </a:lnTo>
                  <a:lnTo>
                    <a:pt x="337566" y="83820"/>
                  </a:lnTo>
                  <a:lnTo>
                    <a:pt x="353453" y="86702"/>
                  </a:lnTo>
                  <a:lnTo>
                    <a:pt x="365633" y="95034"/>
                  </a:lnTo>
                  <a:lnTo>
                    <a:pt x="373430" y="108356"/>
                  </a:lnTo>
                  <a:lnTo>
                    <a:pt x="376174" y="126238"/>
                  </a:lnTo>
                  <a:lnTo>
                    <a:pt x="373049" y="144576"/>
                  </a:lnTo>
                  <a:lnTo>
                    <a:pt x="364553" y="158407"/>
                  </a:lnTo>
                  <a:lnTo>
                    <a:pt x="351955" y="167144"/>
                  </a:lnTo>
                  <a:lnTo>
                    <a:pt x="336550" y="170180"/>
                  </a:lnTo>
                  <a:lnTo>
                    <a:pt x="321792" y="168465"/>
                  </a:lnTo>
                  <a:lnTo>
                    <a:pt x="309587" y="163893"/>
                  </a:lnTo>
                  <a:lnTo>
                    <a:pt x="299440" y="157327"/>
                  </a:lnTo>
                  <a:lnTo>
                    <a:pt x="290830" y="149606"/>
                  </a:lnTo>
                  <a:lnTo>
                    <a:pt x="279400" y="164846"/>
                  </a:lnTo>
                  <a:lnTo>
                    <a:pt x="289826" y="173951"/>
                  </a:lnTo>
                  <a:lnTo>
                    <a:pt x="302793" y="181838"/>
                  </a:lnTo>
                  <a:lnTo>
                    <a:pt x="318871" y="187388"/>
                  </a:lnTo>
                  <a:lnTo>
                    <a:pt x="338582" y="189484"/>
                  </a:lnTo>
                  <a:lnTo>
                    <a:pt x="361391" y="185242"/>
                  </a:lnTo>
                  <a:lnTo>
                    <a:pt x="380873" y="172821"/>
                  </a:lnTo>
                  <a:lnTo>
                    <a:pt x="394449" y="152730"/>
                  </a:lnTo>
                  <a:lnTo>
                    <a:pt x="399542" y="125476"/>
                  </a:lnTo>
                  <a:close/>
                </a:path>
                <a:path w="546100" h="189864">
                  <a:moveTo>
                    <a:pt x="546100" y="116332"/>
                  </a:moveTo>
                  <a:lnTo>
                    <a:pt x="521462" y="116332"/>
                  </a:lnTo>
                  <a:lnTo>
                    <a:pt x="521462" y="25400"/>
                  </a:lnTo>
                  <a:lnTo>
                    <a:pt x="521462" y="0"/>
                  </a:lnTo>
                  <a:lnTo>
                    <a:pt x="500888" y="0"/>
                  </a:lnTo>
                  <a:lnTo>
                    <a:pt x="500888" y="25400"/>
                  </a:lnTo>
                  <a:lnTo>
                    <a:pt x="499935" y="42481"/>
                  </a:lnTo>
                  <a:lnTo>
                    <a:pt x="499529" y="51409"/>
                  </a:lnTo>
                  <a:lnTo>
                    <a:pt x="499503" y="52832"/>
                  </a:lnTo>
                  <a:lnTo>
                    <a:pt x="499364" y="59182"/>
                  </a:lnTo>
                  <a:lnTo>
                    <a:pt x="499364" y="116332"/>
                  </a:lnTo>
                  <a:lnTo>
                    <a:pt x="442468" y="116332"/>
                  </a:lnTo>
                  <a:lnTo>
                    <a:pt x="484886" y="52832"/>
                  </a:lnTo>
                  <a:lnTo>
                    <a:pt x="488835" y="45974"/>
                  </a:lnTo>
                  <a:lnTo>
                    <a:pt x="492671" y="39116"/>
                  </a:lnTo>
                  <a:lnTo>
                    <a:pt x="496354" y="32258"/>
                  </a:lnTo>
                  <a:lnTo>
                    <a:pt x="499872" y="25400"/>
                  </a:lnTo>
                  <a:lnTo>
                    <a:pt x="500888" y="25400"/>
                  </a:lnTo>
                  <a:lnTo>
                    <a:pt x="500888" y="0"/>
                  </a:lnTo>
                  <a:lnTo>
                    <a:pt x="495808" y="0"/>
                  </a:lnTo>
                  <a:lnTo>
                    <a:pt x="418338" y="119634"/>
                  </a:lnTo>
                  <a:lnTo>
                    <a:pt x="418338" y="134874"/>
                  </a:lnTo>
                  <a:lnTo>
                    <a:pt x="499364" y="134874"/>
                  </a:lnTo>
                  <a:lnTo>
                    <a:pt x="499364" y="186182"/>
                  </a:lnTo>
                  <a:lnTo>
                    <a:pt x="521462" y="186182"/>
                  </a:lnTo>
                  <a:lnTo>
                    <a:pt x="521462" y="134874"/>
                  </a:lnTo>
                  <a:lnTo>
                    <a:pt x="546100" y="134874"/>
                  </a:lnTo>
                  <a:lnTo>
                    <a:pt x="546100" y="116332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669739" y="5489671"/>
              <a:ext cx="116079" cy="193042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805630" y="5489671"/>
              <a:ext cx="119381" cy="193042"/>
            </a:xfrm>
            <a:prstGeom prst="rect">
              <a:avLst/>
            </a:prstGeom>
          </p:spPr>
        </p:pic>
      </p:grpSp>
      <p:grpSp>
        <p:nvGrpSpPr>
          <p:cNvPr id="185" name="object 185" descr=""/>
          <p:cNvGrpSpPr/>
          <p:nvPr/>
        </p:nvGrpSpPr>
        <p:grpSpPr>
          <a:xfrm>
            <a:off x="1397120" y="6334119"/>
            <a:ext cx="421640" cy="226695"/>
            <a:chOff x="1397120" y="6334119"/>
            <a:chExt cx="421640" cy="226695"/>
          </a:xfrm>
        </p:grpSpPr>
        <p:pic>
          <p:nvPicPr>
            <p:cNvPr id="186" name="object 186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97120" y="6334119"/>
              <a:ext cx="209806" cy="222506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633089" y="6334119"/>
              <a:ext cx="185676" cy="226570"/>
            </a:xfrm>
            <a:prstGeom prst="rect">
              <a:avLst/>
            </a:prstGeom>
          </p:spPr>
        </p:pic>
      </p:grpSp>
      <p:grpSp>
        <p:nvGrpSpPr>
          <p:cNvPr id="188" name="object 188" descr=""/>
          <p:cNvGrpSpPr/>
          <p:nvPr/>
        </p:nvGrpSpPr>
        <p:grpSpPr>
          <a:xfrm>
            <a:off x="1873884" y="6333865"/>
            <a:ext cx="411480" cy="227329"/>
            <a:chOff x="1873884" y="6333865"/>
            <a:chExt cx="411480" cy="227329"/>
          </a:xfrm>
        </p:grpSpPr>
        <p:pic>
          <p:nvPicPr>
            <p:cNvPr id="189" name="object 189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73884" y="6333865"/>
              <a:ext cx="200408" cy="226824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102233" y="6334119"/>
              <a:ext cx="182882" cy="224538"/>
            </a:xfrm>
            <a:prstGeom prst="rect">
              <a:avLst/>
            </a:prstGeom>
          </p:spPr>
        </p:pic>
      </p:grpSp>
      <p:sp>
        <p:nvSpPr>
          <p:cNvPr id="191" name="object 191" descr=""/>
          <p:cNvSpPr/>
          <p:nvPr/>
        </p:nvSpPr>
        <p:spPr>
          <a:xfrm>
            <a:off x="2336170" y="6408288"/>
            <a:ext cx="33655" cy="138430"/>
          </a:xfrm>
          <a:custGeom>
            <a:avLst/>
            <a:gdLst/>
            <a:ahLst/>
            <a:cxnLst/>
            <a:rect l="l" t="t" r="r" b="b"/>
            <a:pathLst>
              <a:path w="33655" h="138429">
                <a:moveTo>
                  <a:pt x="25908" y="35560"/>
                </a:moveTo>
                <a:lnTo>
                  <a:pt x="7620" y="35560"/>
                </a:lnTo>
                <a:lnTo>
                  <a:pt x="0" y="28194"/>
                </a:lnTo>
                <a:lnTo>
                  <a:pt x="0" y="7366"/>
                </a:lnTo>
                <a:lnTo>
                  <a:pt x="7620" y="0"/>
                </a:lnTo>
                <a:lnTo>
                  <a:pt x="25908" y="0"/>
                </a:lnTo>
                <a:lnTo>
                  <a:pt x="33528" y="7366"/>
                </a:lnTo>
                <a:lnTo>
                  <a:pt x="33528" y="28194"/>
                </a:lnTo>
                <a:lnTo>
                  <a:pt x="25908" y="35560"/>
                </a:lnTo>
                <a:close/>
              </a:path>
              <a:path w="33655" h="138429">
                <a:moveTo>
                  <a:pt x="25908" y="137923"/>
                </a:moveTo>
                <a:lnTo>
                  <a:pt x="7620" y="137923"/>
                </a:lnTo>
                <a:lnTo>
                  <a:pt x="0" y="130811"/>
                </a:lnTo>
                <a:lnTo>
                  <a:pt x="0" y="109983"/>
                </a:lnTo>
                <a:lnTo>
                  <a:pt x="7620" y="102363"/>
                </a:lnTo>
                <a:lnTo>
                  <a:pt x="25908" y="102363"/>
                </a:lnTo>
                <a:lnTo>
                  <a:pt x="33528" y="109983"/>
                </a:lnTo>
                <a:lnTo>
                  <a:pt x="33528" y="130811"/>
                </a:lnTo>
                <a:lnTo>
                  <a:pt x="25908" y="137923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2" name="object 192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466854" y="6333865"/>
            <a:ext cx="178056" cy="228348"/>
          </a:xfrm>
          <a:prstGeom prst="rect">
            <a:avLst/>
          </a:prstGeom>
        </p:spPr>
      </p:pic>
      <p:pic>
        <p:nvPicPr>
          <p:cNvPr id="193" name="object 193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692409" y="6347581"/>
            <a:ext cx="205996" cy="214124"/>
          </a:xfrm>
          <a:prstGeom prst="rect">
            <a:avLst/>
          </a:prstGeom>
        </p:spPr>
      </p:pic>
      <p:grpSp>
        <p:nvGrpSpPr>
          <p:cNvPr id="194" name="object 194" descr=""/>
          <p:cNvGrpSpPr/>
          <p:nvPr/>
        </p:nvGrpSpPr>
        <p:grpSpPr>
          <a:xfrm>
            <a:off x="2925838" y="6336405"/>
            <a:ext cx="510540" cy="255270"/>
            <a:chOff x="2925838" y="6336405"/>
            <a:chExt cx="510540" cy="255270"/>
          </a:xfrm>
        </p:grpSpPr>
        <p:sp>
          <p:nvSpPr>
            <p:cNvPr id="195" name="object 195" descr=""/>
            <p:cNvSpPr/>
            <p:nvPr/>
          </p:nvSpPr>
          <p:spPr>
            <a:xfrm>
              <a:off x="2925826" y="6355714"/>
              <a:ext cx="207010" cy="177800"/>
            </a:xfrm>
            <a:custGeom>
              <a:avLst/>
              <a:gdLst/>
              <a:ahLst/>
              <a:cxnLst/>
              <a:rect l="l" t="t" r="r" b="b"/>
              <a:pathLst>
                <a:path w="207010" h="177800">
                  <a:moveTo>
                    <a:pt x="206514" y="160528"/>
                  </a:moveTo>
                  <a:lnTo>
                    <a:pt x="113296" y="160528"/>
                  </a:lnTo>
                  <a:lnTo>
                    <a:pt x="113296" y="108204"/>
                  </a:lnTo>
                  <a:lnTo>
                    <a:pt x="186702" y="108204"/>
                  </a:lnTo>
                  <a:lnTo>
                    <a:pt x="186702" y="91440"/>
                  </a:lnTo>
                  <a:lnTo>
                    <a:pt x="151904" y="91440"/>
                  </a:lnTo>
                  <a:lnTo>
                    <a:pt x="151904" y="16764"/>
                  </a:lnTo>
                  <a:lnTo>
                    <a:pt x="187210" y="16764"/>
                  </a:lnTo>
                  <a:lnTo>
                    <a:pt x="187210" y="0"/>
                  </a:lnTo>
                  <a:lnTo>
                    <a:pt x="131076" y="0"/>
                  </a:lnTo>
                  <a:lnTo>
                    <a:pt x="131076" y="16764"/>
                  </a:lnTo>
                  <a:lnTo>
                    <a:pt x="131076" y="91440"/>
                  </a:lnTo>
                  <a:lnTo>
                    <a:pt x="74434" y="91440"/>
                  </a:lnTo>
                  <a:lnTo>
                    <a:pt x="74434" y="16764"/>
                  </a:lnTo>
                  <a:lnTo>
                    <a:pt x="131076" y="16764"/>
                  </a:lnTo>
                  <a:lnTo>
                    <a:pt x="131076" y="0"/>
                  </a:lnTo>
                  <a:lnTo>
                    <a:pt x="18288" y="0"/>
                  </a:lnTo>
                  <a:lnTo>
                    <a:pt x="18288" y="16764"/>
                  </a:lnTo>
                  <a:lnTo>
                    <a:pt x="53606" y="16764"/>
                  </a:lnTo>
                  <a:lnTo>
                    <a:pt x="53606" y="91440"/>
                  </a:lnTo>
                  <a:lnTo>
                    <a:pt x="18796" y="91440"/>
                  </a:lnTo>
                  <a:lnTo>
                    <a:pt x="18796" y="108204"/>
                  </a:lnTo>
                  <a:lnTo>
                    <a:pt x="92214" y="108204"/>
                  </a:lnTo>
                  <a:lnTo>
                    <a:pt x="92214" y="160528"/>
                  </a:lnTo>
                  <a:lnTo>
                    <a:pt x="0" y="160528"/>
                  </a:lnTo>
                  <a:lnTo>
                    <a:pt x="0" y="177546"/>
                  </a:lnTo>
                  <a:lnTo>
                    <a:pt x="206514" y="177546"/>
                  </a:lnTo>
                  <a:lnTo>
                    <a:pt x="206514" y="160528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159521" y="6336405"/>
              <a:ext cx="205742" cy="222760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3393203" y="6510651"/>
              <a:ext cx="43180" cy="80645"/>
            </a:xfrm>
            <a:custGeom>
              <a:avLst/>
              <a:gdLst/>
              <a:ahLst/>
              <a:cxnLst/>
              <a:rect l="l" t="t" r="r" b="b"/>
              <a:pathLst>
                <a:path w="43179" h="80645">
                  <a:moveTo>
                    <a:pt x="5588" y="80519"/>
                  </a:moveTo>
                  <a:lnTo>
                    <a:pt x="0" y="66802"/>
                  </a:lnTo>
                  <a:lnTo>
                    <a:pt x="10576" y="60690"/>
                  </a:lnTo>
                  <a:lnTo>
                    <a:pt x="18510" y="52769"/>
                  </a:lnTo>
                  <a:lnTo>
                    <a:pt x="23538" y="43228"/>
                  </a:lnTo>
                  <a:lnTo>
                    <a:pt x="25400" y="32258"/>
                  </a:lnTo>
                  <a:lnTo>
                    <a:pt x="24384" y="32512"/>
                  </a:lnTo>
                  <a:lnTo>
                    <a:pt x="13716" y="32512"/>
                  </a:lnTo>
                  <a:lnTo>
                    <a:pt x="5588" y="26924"/>
                  </a:lnTo>
                  <a:lnTo>
                    <a:pt x="5588" y="6350"/>
                  </a:lnTo>
                  <a:lnTo>
                    <a:pt x="13716" y="0"/>
                  </a:lnTo>
                  <a:lnTo>
                    <a:pt x="23114" y="0"/>
                  </a:lnTo>
                  <a:lnTo>
                    <a:pt x="31313" y="1893"/>
                  </a:lnTo>
                  <a:lnTo>
                    <a:pt x="37465" y="7334"/>
                  </a:lnTo>
                  <a:lnTo>
                    <a:pt x="41331" y="15966"/>
                  </a:lnTo>
                  <a:lnTo>
                    <a:pt x="42672" y="27432"/>
                  </a:lnTo>
                  <a:lnTo>
                    <a:pt x="40092" y="44656"/>
                  </a:lnTo>
                  <a:lnTo>
                    <a:pt x="32702" y="59500"/>
                  </a:lnTo>
                  <a:lnTo>
                    <a:pt x="21026" y="71581"/>
                  </a:lnTo>
                  <a:lnTo>
                    <a:pt x="5588" y="80519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8" name="object 198" descr=""/>
          <p:cNvGrpSpPr/>
          <p:nvPr/>
        </p:nvGrpSpPr>
        <p:grpSpPr>
          <a:xfrm>
            <a:off x="3523192" y="6345295"/>
            <a:ext cx="610870" cy="201295"/>
            <a:chOff x="3523192" y="6345295"/>
            <a:chExt cx="610870" cy="201295"/>
          </a:xfrm>
        </p:grpSpPr>
        <p:sp>
          <p:nvSpPr>
            <p:cNvPr id="199" name="object 199" descr=""/>
            <p:cNvSpPr/>
            <p:nvPr/>
          </p:nvSpPr>
          <p:spPr>
            <a:xfrm>
              <a:off x="3523192" y="6345295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26670" y="75692"/>
                  </a:moveTo>
                  <a:lnTo>
                    <a:pt x="17780" y="75692"/>
                  </a:lnTo>
                  <a:lnTo>
                    <a:pt x="10287" y="74010"/>
                  </a:lnTo>
                  <a:lnTo>
                    <a:pt x="4699" y="69088"/>
                  </a:lnTo>
                  <a:lnTo>
                    <a:pt x="1206" y="61119"/>
                  </a:lnTo>
                  <a:lnTo>
                    <a:pt x="0" y="50292"/>
                  </a:lnTo>
                  <a:lnTo>
                    <a:pt x="1972" y="34504"/>
                  </a:lnTo>
                  <a:lnTo>
                    <a:pt x="7778" y="20955"/>
                  </a:lnTo>
                  <a:lnTo>
                    <a:pt x="17252" y="9501"/>
                  </a:lnTo>
                  <a:lnTo>
                    <a:pt x="30226" y="0"/>
                  </a:lnTo>
                  <a:lnTo>
                    <a:pt x="36830" y="10922"/>
                  </a:lnTo>
                  <a:lnTo>
                    <a:pt x="27599" y="18117"/>
                  </a:lnTo>
                  <a:lnTo>
                    <a:pt x="20891" y="26003"/>
                  </a:lnTo>
                  <a:lnTo>
                    <a:pt x="16756" y="35175"/>
                  </a:lnTo>
                  <a:lnTo>
                    <a:pt x="15240" y="46228"/>
                  </a:lnTo>
                  <a:lnTo>
                    <a:pt x="16002" y="45974"/>
                  </a:lnTo>
                  <a:lnTo>
                    <a:pt x="25654" y="45974"/>
                  </a:lnTo>
                  <a:lnTo>
                    <a:pt x="32766" y="51054"/>
                  </a:lnTo>
                  <a:lnTo>
                    <a:pt x="32766" y="70104"/>
                  </a:lnTo>
                  <a:lnTo>
                    <a:pt x="26670" y="75692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7963" y="6353169"/>
              <a:ext cx="118111" cy="189740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1221" y="6353169"/>
              <a:ext cx="116079" cy="193042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869907" y="6353169"/>
              <a:ext cx="263655" cy="189740"/>
            </a:xfrm>
            <a:prstGeom prst="rect">
              <a:avLst/>
            </a:prstGeom>
          </p:spPr>
        </p:pic>
      </p:grpSp>
      <p:grpSp>
        <p:nvGrpSpPr>
          <p:cNvPr id="203" name="object 203" descr=""/>
          <p:cNvGrpSpPr/>
          <p:nvPr/>
        </p:nvGrpSpPr>
        <p:grpSpPr>
          <a:xfrm>
            <a:off x="4220095" y="6333865"/>
            <a:ext cx="436245" cy="227965"/>
            <a:chOff x="4220095" y="6333865"/>
            <a:chExt cx="436245" cy="227965"/>
          </a:xfrm>
        </p:grpSpPr>
        <p:pic>
          <p:nvPicPr>
            <p:cNvPr id="204" name="object 204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220095" y="6333865"/>
              <a:ext cx="185422" cy="227840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446412" y="6334119"/>
              <a:ext cx="209806" cy="222506"/>
            </a:xfrm>
            <a:prstGeom prst="rect">
              <a:avLst/>
            </a:prstGeom>
          </p:spPr>
        </p:pic>
      </p:grpSp>
      <p:sp>
        <p:nvSpPr>
          <p:cNvPr id="206" name="object 206" descr=""/>
          <p:cNvSpPr/>
          <p:nvPr/>
        </p:nvSpPr>
        <p:spPr>
          <a:xfrm>
            <a:off x="4845451" y="6334119"/>
            <a:ext cx="20955" cy="163830"/>
          </a:xfrm>
          <a:custGeom>
            <a:avLst/>
            <a:gdLst/>
            <a:ahLst/>
            <a:cxnLst/>
            <a:rect l="l" t="t" r="r" b="b"/>
            <a:pathLst>
              <a:path w="20954" h="163829">
                <a:moveTo>
                  <a:pt x="20828" y="163578"/>
                </a:moveTo>
                <a:lnTo>
                  <a:pt x="0" y="163578"/>
                </a:lnTo>
                <a:lnTo>
                  <a:pt x="0" y="0"/>
                </a:lnTo>
                <a:lnTo>
                  <a:pt x="20828" y="0"/>
                </a:lnTo>
                <a:lnTo>
                  <a:pt x="20828" y="163578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4691265" y="6353809"/>
            <a:ext cx="182245" cy="200660"/>
          </a:xfrm>
          <a:custGeom>
            <a:avLst/>
            <a:gdLst/>
            <a:ahLst/>
            <a:cxnLst/>
            <a:rect l="l" t="t" r="r" b="b"/>
            <a:pathLst>
              <a:path w="182245" h="200659">
                <a:moveTo>
                  <a:pt x="106426" y="0"/>
                </a:moveTo>
                <a:lnTo>
                  <a:pt x="0" y="0"/>
                </a:lnTo>
                <a:lnTo>
                  <a:pt x="0" y="16510"/>
                </a:lnTo>
                <a:lnTo>
                  <a:pt x="0" y="88900"/>
                </a:lnTo>
                <a:lnTo>
                  <a:pt x="0" y="105410"/>
                </a:lnTo>
                <a:lnTo>
                  <a:pt x="106426" y="105410"/>
                </a:lnTo>
                <a:lnTo>
                  <a:pt x="106426" y="89027"/>
                </a:lnTo>
                <a:lnTo>
                  <a:pt x="106426" y="88900"/>
                </a:lnTo>
                <a:lnTo>
                  <a:pt x="106426" y="16637"/>
                </a:lnTo>
                <a:lnTo>
                  <a:pt x="86106" y="16637"/>
                </a:lnTo>
                <a:lnTo>
                  <a:pt x="86106" y="88900"/>
                </a:lnTo>
                <a:lnTo>
                  <a:pt x="20320" y="88900"/>
                </a:lnTo>
                <a:lnTo>
                  <a:pt x="20320" y="16510"/>
                </a:lnTo>
                <a:lnTo>
                  <a:pt x="106426" y="16510"/>
                </a:lnTo>
                <a:lnTo>
                  <a:pt x="106426" y="0"/>
                </a:lnTo>
                <a:close/>
              </a:path>
              <a:path w="182245" h="200659">
                <a:moveTo>
                  <a:pt x="181864" y="182880"/>
                </a:moveTo>
                <a:lnTo>
                  <a:pt x="49276" y="182880"/>
                </a:lnTo>
                <a:lnTo>
                  <a:pt x="49276" y="128270"/>
                </a:lnTo>
                <a:lnTo>
                  <a:pt x="28448" y="128270"/>
                </a:lnTo>
                <a:lnTo>
                  <a:pt x="28448" y="182880"/>
                </a:lnTo>
                <a:lnTo>
                  <a:pt x="28448" y="200660"/>
                </a:lnTo>
                <a:lnTo>
                  <a:pt x="181864" y="200660"/>
                </a:lnTo>
                <a:lnTo>
                  <a:pt x="181864" y="18288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8" name="object 208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204291" y="6334119"/>
            <a:ext cx="187454" cy="227586"/>
          </a:xfrm>
          <a:prstGeom prst="rect">
            <a:avLst/>
          </a:prstGeom>
        </p:spPr>
      </p:pic>
      <p:pic>
        <p:nvPicPr>
          <p:cNvPr id="209" name="object 209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913016" y="6344787"/>
            <a:ext cx="206758" cy="216664"/>
          </a:xfrm>
          <a:prstGeom prst="rect">
            <a:avLst/>
          </a:prstGeom>
        </p:spPr>
      </p:pic>
      <p:sp>
        <p:nvSpPr>
          <p:cNvPr id="210" name="object 210" descr=""/>
          <p:cNvSpPr/>
          <p:nvPr/>
        </p:nvSpPr>
        <p:spPr>
          <a:xfrm>
            <a:off x="5436946" y="6333489"/>
            <a:ext cx="445134" cy="228600"/>
          </a:xfrm>
          <a:custGeom>
            <a:avLst/>
            <a:gdLst/>
            <a:ahLst/>
            <a:cxnLst/>
            <a:rect l="l" t="t" r="r" b="b"/>
            <a:pathLst>
              <a:path w="445135" h="228600">
                <a:moveTo>
                  <a:pt x="180606" y="57531"/>
                </a:moveTo>
                <a:lnTo>
                  <a:pt x="159778" y="57531"/>
                </a:lnTo>
                <a:lnTo>
                  <a:pt x="159778" y="91059"/>
                </a:lnTo>
                <a:lnTo>
                  <a:pt x="180606" y="91059"/>
                </a:lnTo>
                <a:lnTo>
                  <a:pt x="180606" y="57531"/>
                </a:lnTo>
                <a:close/>
              </a:path>
              <a:path w="445135" h="228600">
                <a:moveTo>
                  <a:pt x="180606" y="9525"/>
                </a:moveTo>
                <a:lnTo>
                  <a:pt x="159778" y="9525"/>
                </a:lnTo>
                <a:lnTo>
                  <a:pt x="159778" y="40640"/>
                </a:lnTo>
                <a:lnTo>
                  <a:pt x="46748" y="40640"/>
                </a:lnTo>
                <a:lnTo>
                  <a:pt x="46748" y="8890"/>
                </a:lnTo>
                <a:lnTo>
                  <a:pt x="26174" y="8890"/>
                </a:lnTo>
                <a:lnTo>
                  <a:pt x="26174" y="40640"/>
                </a:lnTo>
                <a:lnTo>
                  <a:pt x="26174" y="57150"/>
                </a:lnTo>
                <a:lnTo>
                  <a:pt x="26174" y="91440"/>
                </a:lnTo>
                <a:lnTo>
                  <a:pt x="26174" y="107950"/>
                </a:lnTo>
                <a:lnTo>
                  <a:pt x="180606" y="107950"/>
                </a:lnTo>
                <a:lnTo>
                  <a:pt x="180606" y="91440"/>
                </a:lnTo>
                <a:lnTo>
                  <a:pt x="46748" y="91440"/>
                </a:lnTo>
                <a:lnTo>
                  <a:pt x="46748" y="57150"/>
                </a:lnTo>
                <a:lnTo>
                  <a:pt x="180606" y="57150"/>
                </a:lnTo>
                <a:lnTo>
                  <a:pt x="180606" y="40767"/>
                </a:lnTo>
                <a:lnTo>
                  <a:pt x="180606" y="40640"/>
                </a:lnTo>
                <a:lnTo>
                  <a:pt x="180606" y="9525"/>
                </a:lnTo>
                <a:close/>
              </a:path>
              <a:path w="445135" h="228600">
                <a:moveTo>
                  <a:pt x="206768" y="135509"/>
                </a:moveTo>
                <a:lnTo>
                  <a:pt x="0" y="135509"/>
                </a:lnTo>
                <a:lnTo>
                  <a:pt x="0" y="152273"/>
                </a:lnTo>
                <a:lnTo>
                  <a:pt x="92468" y="152273"/>
                </a:lnTo>
                <a:lnTo>
                  <a:pt x="92468" y="228473"/>
                </a:lnTo>
                <a:lnTo>
                  <a:pt x="113296" y="228473"/>
                </a:lnTo>
                <a:lnTo>
                  <a:pt x="113296" y="152273"/>
                </a:lnTo>
                <a:lnTo>
                  <a:pt x="206768" y="152273"/>
                </a:lnTo>
                <a:lnTo>
                  <a:pt x="206768" y="135509"/>
                </a:lnTo>
                <a:close/>
              </a:path>
              <a:path w="445135" h="228600">
                <a:moveTo>
                  <a:pt x="348754" y="50800"/>
                </a:moveTo>
                <a:lnTo>
                  <a:pt x="263918" y="50800"/>
                </a:lnTo>
                <a:lnTo>
                  <a:pt x="263918" y="15240"/>
                </a:lnTo>
                <a:lnTo>
                  <a:pt x="243344" y="15240"/>
                </a:lnTo>
                <a:lnTo>
                  <a:pt x="243344" y="50800"/>
                </a:lnTo>
                <a:lnTo>
                  <a:pt x="243344" y="66040"/>
                </a:lnTo>
                <a:lnTo>
                  <a:pt x="243344" y="105410"/>
                </a:lnTo>
                <a:lnTo>
                  <a:pt x="243344" y="121920"/>
                </a:lnTo>
                <a:lnTo>
                  <a:pt x="348754" y="121920"/>
                </a:lnTo>
                <a:lnTo>
                  <a:pt x="348754" y="105791"/>
                </a:lnTo>
                <a:lnTo>
                  <a:pt x="348754" y="105410"/>
                </a:lnTo>
                <a:lnTo>
                  <a:pt x="348754" y="66675"/>
                </a:lnTo>
                <a:lnTo>
                  <a:pt x="328434" y="66675"/>
                </a:lnTo>
                <a:lnTo>
                  <a:pt x="328434" y="105410"/>
                </a:lnTo>
                <a:lnTo>
                  <a:pt x="263918" y="105410"/>
                </a:lnTo>
                <a:lnTo>
                  <a:pt x="263918" y="66040"/>
                </a:lnTo>
                <a:lnTo>
                  <a:pt x="348754" y="66040"/>
                </a:lnTo>
                <a:lnTo>
                  <a:pt x="348754" y="50800"/>
                </a:lnTo>
                <a:close/>
              </a:path>
              <a:path w="445135" h="228600">
                <a:moveTo>
                  <a:pt x="348754" y="14859"/>
                </a:moveTo>
                <a:lnTo>
                  <a:pt x="328434" y="14859"/>
                </a:lnTo>
                <a:lnTo>
                  <a:pt x="328434" y="50419"/>
                </a:lnTo>
                <a:lnTo>
                  <a:pt x="348754" y="50419"/>
                </a:lnTo>
                <a:lnTo>
                  <a:pt x="348754" y="14859"/>
                </a:lnTo>
                <a:close/>
              </a:path>
              <a:path w="445135" h="228600">
                <a:moveTo>
                  <a:pt x="410730" y="149860"/>
                </a:moveTo>
                <a:lnTo>
                  <a:pt x="262648" y="149860"/>
                </a:lnTo>
                <a:lnTo>
                  <a:pt x="262648" y="166370"/>
                </a:lnTo>
                <a:lnTo>
                  <a:pt x="389902" y="166370"/>
                </a:lnTo>
                <a:lnTo>
                  <a:pt x="389902" y="228600"/>
                </a:lnTo>
                <a:lnTo>
                  <a:pt x="410730" y="228600"/>
                </a:lnTo>
                <a:lnTo>
                  <a:pt x="410730" y="166370"/>
                </a:lnTo>
                <a:lnTo>
                  <a:pt x="410730" y="149860"/>
                </a:lnTo>
                <a:close/>
              </a:path>
              <a:path w="445135" h="228600">
                <a:moveTo>
                  <a:pt x="444512" y="59690"/>
                </a:moveTo>
                <a:lnTo>
                  <a:pt x="410730" y="59690"/>
                </a:lnTo>
                <a:lnTo>
                  <a:pt x="410730" y="0"/>
                </a:lnTo>
                <a:lnTo>
                  <a:pt x="389902" y="0"/>
                </a:lnTo>
                <a:lnTo>
                  <a:pt x="389902" y="59690"/>
                </a:lnTo>
                <a:lnTo>
                  <a:pt x="389902" y="76200"/>
                </a:lnTo>
                <a:lnTo>
                  <a:pt x="389902" y="138430"/>
                </a:lnTo>
                <a:lnTo>
                  <a:pt x="410730" y="138430"/>
                </a:lnTo>
                <a:lnTo>
                  <a:pt x="410730" y="76200"/>
                </a:lnTo>
                <a:lnTo>
                  <a:pt x="444512" y="76200"/>
                </a:lnTo>
                <a:lnTo>
                  <a:pt x="444512" y="5969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1" name="object 211" descr=""/>
          <p:cNvGrpSpPr/>
          <p:nvPr/>
        </p:nvGrpSpPr>
        <p:grpSpPr>
          <a:xfrm>
            <a:off x="5913976" y="6334119"/>
            <a:ext cx="410209" cy="227965"/>
            <a:chOff x="5913976" y="6334119"/>
            <a:chExt cx="410209" cy="227965"/>
          </a:xfrm>
        </p:grpSpPr>
        <p:pic>
          <p:nvPicPr>
            <p:cNvPr id="212" name="object 21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139522" y="6334119"/>
              <a:ext cx="184415" cy="227586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913976" y="6334119"/>
              <a:ext cx="201170" cy="224538"/>
            </a:xfrm>
            <a:prstGeom prst="rect">
              <a:avLst/>
            </a:prstGeom>
          </p:spPr>
        </p:pic>
      </p:grpSp>
      <p:grpSp>
        <p:nvGrpSpPr>
          <p:cNvPr id="214" name="object 214" descr=""/>
          <p:cNvGrpSpPr/>
          <p:nvPr/>
        </p:nvGrpSpPr>
        <p:grpSpPr>
          <a:xfrm>
            <a:off x="6376262" y="6333865"/>
            <a:ext cx="487680" cy="228600"/>
            <a:chOff x="6376262" y="6333865"/>
            <a:chExt cx="487680" cy="228600"/>
          </a:xfrm>
        </p:grpSpPr>
        <p:sp>
          <p:nvSpPr>
            <p:cNvPr id="215" name="object 215" descr=""/>
            <p:cNvSpPr/>
            <p:nvPr/>
          </p:nvSpPr>
          <p:spPr>
            <a:xfrm>
              <a:off x="6376262" y="6344533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6604" y="75946"/>
                  </a:moveTo>
                  <a:lnTo>
                    <a:pt x="0" y="65024"/>
                  </a:lnTo>
                  <a:lnTo>
                    <a:pt x="9191" y="57722"/>
                  </a:lnTo>
                  <a:lnTo>
                    <a:pt x="15811" y="49848"/>
                  </a:lnTo>
                  <a:lnTo>
                    <a:pt x="19859" y="40735"/>
                  </a:lnTo>
                  <a:lnTo>
                    <a:pt x="21336" y="29718"/>
                  </a:lnTo>
                  <a:lnTo>
                    <a:pt x="20574" y="29972"/>
                  </a:lnTo>
                  <a:lnTo>
                    <a:pt x="11176" y="29972"/>
                  </a:lnTo>
                  <a:lnTo>
                    <a:pt x="4064" y="24892"/>
                  </a:lnTo>
                  <a:lnTo>
                    <a:pt x="4064" y="5842"/>
                  </a:lnTo>
                  <a:lnTo>
                    <a:pt x="10160" y="0"/>
                  </a:lnTo>
                  <a:lnTo>
                    <a:pt x="18796" y="0"/>
                  </a:lnTo>
                  <a:lnTo>
                    <a:pt x="26329" y="1722"/>
                  </a:lnTo>
                  <a:lnTo>
                    <a:pt x="32004" y="6731"/>
                  </a:lnTo>
                  <a:lnTo>
                    <a:pt x="35584" y="14787"/>
                  </a:lnTo>
                  <a:lnTo>
                    <a:pt x="36830" y="25654"/>
                  </a:lnTo>
                  <a:lnTo>
                    <a:pt x="34857" y="41442"/>
                  </a:lnTo>
                  <a:lnTo>
                    <a:pt x="29051" y="54991"/>
                  </a:lnTo>
                  <a:lnTo>
                    <a:pt x="19578" y="66445"/>
                  </a:lnTo>
                  <a:lnTo>
                    <a:pt x="6604" y="75946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445351" y="6333865"/>
              <a:ext cx="190756" cy="227840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676240" y="6333865"/>
              <a:ext cx="187708" cy="228094"/>
            </a:xfrm>
            <a:prstGeom prst="rect">
              <a:avLst/>
            </a:prstGeom>
          </p:spPr>
        </p:pic>
      </p:grpSp>
      <p:pic>
        <p:nvPicPr>
          <p:cNvPr id="218" name="object 218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6965178" y="6334119"/>
            <a:ext cx="193296" cy="224538"/>
          </a:xfrm>
          <a:prstGeom prst="rect">
            <a:avLst/>
          </a:prstGeom>
        </p:spPr>
      </p:pic>
      <p:pic>
        <p:nvPicPr>
          <p:cNvPr id="219" name="object 219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7203433" y="6333865"/>
            <a:ext cx="183898" cy="227840"/>
          </a:xfrm>
          <a:prstGeom prst="rect">
            <a:avLst/>
          </a:prstGeom>
        </p:spPr>
      </p:pic>
      <p:sp>
        <p:nvSpPr>
          <p:cNvPr id="220" name="object 220" descr=""/>
          <p:cNvSpPr/>
          <p:nvPr/>
        </p:nvSpPr>
        <p:spPr>
          <a:xfrm>
            <a:off x="7443457" y="6333489"/>
            <a:ext cx="201295" cy="223520"/>
          </a:xfrm>
          <a:custGeom>
            <a:avLst/>
            <a:gdLst/>
            <a:ahLst/>
            <a:cxnLst/>
            <a:rect l="l" t="t" r="r" b="b"/>
            <a:pathLst>
              <a:path w="201295" h="223520">
                <a:moveTo>
                  <a:pt x="105410" y="71247"/>
                </a:moveTo>
                <a:lnTo>
                  <a:pt x="85090" y="71247"/>
                </a:lnTo>
                <a:lnTo>
                  <a:pt x="85090" y="112903"/>
                </a:lnTo>
                <a:lnTo>
                  <a:pt x="105410" y="112903"/>
                </a:lnTo>
                <a:lnTo>
                  <a:pt x="105410" y="71247"/>
                </a:lnTo>
                <a:close/>
              </a:path>
              <a:path w="201295" h="223520">
                <a:moveTo>
                  <a:pt x="105410" y="16891"/>
                </a:moveTo>
                <a:lnTo>
                  <a:pt x="85090" y="16891"/>
                </a:lnTo>
                <a:lnTo>
                  <a:pt x="85090" y="54610"/>
                </a:lnTo>
                <a:lnTo>
                  <a:pt x="20574" y="54610"/>
                </a:lnTo>
                <a:lnTo>
                  <a:pt x="20574" y="16510"/>
                </a:lnTo>
                <a:lnTo>
                  <a:pt x="0" y="16510"/>
                </a:lnTo>
                <a:lnTo>
                  <a:pt x="0" y="54610"/>
                </a:lnTo>
                <a:lnTo>
                  <a:pt x="0" y="71120"/>
                </a:lnTo>
                <a:lnTo>
                  <a:pt x="0" y="113030"/>
                </a:lnTo>
                <a:lnTo>
                  <a:pt x="0" y="129540"/>
                </a:lnTo>
                <a:lnTo>
                  <a:pt x="105410" y="129540"/>
                </a:lnTo>
                <a:lnTo>
                  <a:pt x="105410" y="113030"/>
                </a:lnTo>
                <a:lnTo>
                  <a:pt x="20574" y="113030"/>
                </a:lnTo>
                <a:lnTo>
                  <a:pt x="20574" y="71120"/>
                </a:lnTo>
                <a:lnTo>
                  <a:pt x="105410" y="71120"/>
                </a:lnTo>
                <a:lnTo>
                  <a:pt x="105410" y="54991"/>
                </a:lnTo>
                <a:lnTo>
                  <a:pt x="105410" y="54610"/>
                </a:lnTo>
                <a:lnTo>
                  <a:pt x="105410" y="16891"/>
                </a:lnTo>
                <a:close/>
              </a:path>
              <a:path w="201295" h="223520">
                <a:moveTo>
                  <a:pt x="177546" y="205740"/>
                </a:moveTo>
                <a:lnTo>
                  <a:pt x="46482" y="205740"/>
                </a:lnTo>
                <a:lnTo>
                  <a:pt x="46482" y="151130"/>
                </a:lnTo>
                <a:lnTo>
                  <a:pt x="25654" y="151130"/>
                </a:lnTo>
                <a:lnTo>
                  <a:pt x="25654" y="205740"/>
                </a:lnTo>
                <a:lnTo>
                  <a:pt x="25654" y="223520"/>
                </a:lnTo>
                <a:lnTo>
                  <a:pt x="177546" y="223520"/>
                </a:lnTo>
                <a:lnTo>
                  <a:pt x="177546" y="205740"/>
                </a:lnTo>
                <a:close/>
              </a:path>
              <a:path w="201295" h="223520">
                <a:moveTo>
                  <a:pt x="201168" y="69850"/>
                </a:moveTo>
                <a:lnTo>
                  <a:pt x="167386" y="69850"/>
                </a:lnTo>
                <a:lnTo>
                  <a:pt x="167386" y="0"/>
                </a:lnTo>
                <a:lnTo>
                  <a:pt x="146558" y="0"/>
                </a:lnTo>
                <a:lnTo>
                  <a:pt x="146558" y="69850"/>
                </a:lnTo>
                <a:lnTo>
                  <a:pt x="146558" y="86360"/>
                </a:lnTo>
                <a:lnTo>
                  <a:pt x="146558" y="167640"/>
                </a:lnTo>
                <a:lnTo>
                  <a:pt x="167386" y="167640"/>
                </a:lnTo>
                <a:lnTo>
                  <a:pt x="167386" y="86360"/>
                </a:lnTo>
                <a:lnTo>
                  <a:pt x="201168" y="86360"/>
                </a:lnTo>
                <a:lnTo>
                  <a:pt x="201168" y="6985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 descr=""/>
          <p:cNvGrpSpPr/>
          <p:nvPr/>
        </p:nvGrpSpPr>
        <p:grpSpPr>
          <a:xfrm>
            <a:off x="7724861" y="6333865"/>
            <a:ext cx="421640" cy="228600"/>
            <a:chOff x="7724861" y="6333865"/>
            <a:chExt cx="421640" cy="228600"/>
          </a:xfrm>
        </p:grpSpPr>
        <p:pic>
          <p:nvPicPr>
            <p:cNvPr id="222" name="object 22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724861" y="6341993"/>
              <a:ext cx="205996" cy="219966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962354" y="6333865"/>
              <a:ext cx="183644" cy="228348"/>
            </a:xfrm>
            <a:prstGeom prst="rect">
              <a:avLst/>
            </a:prstGeom>
          </p:spPr>
        </p:pic>
      </p:grpSp>
      <p:sp>
        <p:nvSpPr>
          <p:cNvPr id="224" name="object 224" descr=""/>
          <p:cNvSpPr/>
          <p:nvPr/>
        </p:nvSpPr>
        <p:spPr>
          <a:xfrm>
            <a:off x="8415403" y="6333865"/>
            <a:ext cx="21590" cy="64769"/>
          </a:xfrm>
          <a:custGeom>
            <a:avLst/>
            <a:gdLst/>
            <a:ahLst/>
            <a:cxnLst/>
            <a:rect l="l" t="t" r="r" b="b"/>
            <a:pathLst>
              <a:path w="21590" h="64770">
                <a:moveTo>
                  <a:pt x="21082" y="64262"/>
                </a:moveTo>
                <a:lnTo>
                  <a:pt x="0" y="64262"/>
                </a:lnTo>
                <a:lnTo>
                  <a:pt x="0" y="0"/>
                </a:lnTo>
                <a:lnTo>
                  <a:pt x="21082" y="0"/>
                </a:lnTo>
                <a:lnTo>
                  <a:pt x="21082" y="64262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5" name="object 225" descr=""/>
          <p:cNvGrpSpPr/>
          <p:nvPr/>
        </p:nvGrpSpPr>
        <p:grpSpPr>
          <a:xfrm>
            <a:off x="8260207" y="6333865"/>
            <a:ext cx="410209" cy="228600"/>
            <a:chOff x="8260207" y="6333865"/>
            <a:chExt cx="410209" cy="228600"/>
          </a:xfrm>
        </p:grpSpPr>
        <p:sp>
          <p:nvSpPr>
            <p:cNvPr id="226" name="object 226" descr=""/>
            <p:cNvSpPr/>
            <p:nvPr/>
          </p:nvSpPr>
          <p:spPr>
            <a:xfrm>
              <a:off x="8260207" y="6348729"/>
              <a:ext cx="181610" cy="208279"/>
            </a:xfrm>
            <a:custGeom>
              <a:avLst/>
              <a:gdLst/>
              <a:ahLst/>
              <a:cxnLst/>
              <a:rect l="l" t="t" r="r" b="b"/>
              <a:pathLst>
                <a:path w="181609" h="208279">
                  <a:moveTo>
                    <a:pt x="102616" y="381"/>
                  </a:moveTo>
                  <a:lnTo>
                    <a:pt x="82042" y="381"/>
                  </a:lnTo>
                  <a:lnTo>
                    <a:pt x="82042" y="40513"/>
                  </a:lnTo>
                  <a:lnTo>
                    <a:pt x="102616" y="40513"/>
                  </a:lnTo>
                  <a:lnTo>
                    <a:pt x="102616" y="381"/>
                  </a:lnTo>
                  <a:close/>
                </a:path>
                <a:path w="181609" h="208279">
                  <a:moveTo>
                    <a:pt x="176276" y="66421"/>
                  </a:moveTo>
                  <a:lnTo>
                    <a:pt x="155194" y="66421"/>
                  </a:lnTo>
                  <a:lnTo>
                    <a:pt x="155194" y="153797"/>
                  </a:lnTo>
                  <a:lnTo>
                    <a:pt x="176276" y="153797"/>
                  </a:lnTo>
                  <a:lnTo>
                    <a:pt x="176276" y="66421"/>
                  </a:lnTo>
                  <a:close/>
                </a:path>
                <a:path w="181609" h="208279">
                  <a:moveTo>
                    <a:pt x="176276" y="49530"/>
                  </a:moveTo>
                  <a:lnTo>
                    <a:pt x="102616" y="49530"/>
                  </a:lnTo>
                  <a:lnTo>
                    <a:pt x="102616" y="40640"/>
                  </a:lnTo>
                  <a:lnTo>
                    <a:pt x="82042" y="40640"/>
                  </a:lnTo>
                  <a:lnTo>
                    <a:pt x="82042" y="57150"/>
                  </a:lnTo>
                  <a:lnTo>
                    <a:pt x="82042" y="66040"/>
                  </a:lnTo>
                  <a:lnTo>
                    <a:pt x="82042" y="97790"/>
                  </a:lnTo>
                  <a:lnTo>
                    <a:pt x="20574" y="97790"/>
                  </a:lnTo>
                  <a:lnTo>
                    <a:pt x="20574" y="57150"/>
                  </a:lnTo>
                  <a:lnTo>
                    <a:pt x="82042" y="57150"/>
                  </a:lnTo>
                  <a:lnTo>
                    <a:pt x="82042" y="40640"/>
                  </a:lnTo>
                  <a:lnTo>
                    <a:pt x="20574" y="40640"/>
                  </a:lnTo>
                  <a:lnTo>
                    <a:pt x="20574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102616" y="114300"/>
                  </a:lnTo>
                  <a:lnTo>
                    <a:pt x="102616" y="97790"/>
                  </a:lnTo>
                  <a:lnTo>
                    <a:pt x="102616" y="66040"/>
                  </a:lnTo>
                  <a:lnTo>
                    <a:pt x="176276" y="66040"/>
                  </a:lnTo>
                  <a:lnTo>
                    <a:pt x="176276" y="57150"/>
                  </a:lnTo>
                  <a:lnTo>
                    <a:pt x="176276" y="49530"/>
                  </a:lnTo>
                  <a:close/>
                </a:path>
                <a:path w="181609" h="208279">
                  <a:moveTo>
                    <a:pt x="181610" y="190500"/>
                  </a:moveTo>
                  <a:lnTo>
                    <a:pt x="50546" y="190500"/>
                  </a:lnTo>
                  <a:lnTo>
                    <a:pt x="50546" y="137160"/>
                  </a:lnTo>
                  <a:lnTo>
                    <a:pt x="29718" y="137160"/>
                  </a:lnTo>
                  <a:lnTo>
                    <a:pt x="29718" y="190500"/>
                  </a:lnTo>
                  <a:lnTo>
                    <a:pt x="29718" y="208280"/>
                  </a:lnTo>
                  <a:lnTo>
                    <a:pt x="181610" y="208280"/>
                  </a:lnTo>
                  <a:lnTo>
                    <a:pt x="181610" y="19050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7" name="object 227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486016" y="6333865"/>
              <a:ext cx="184152" cy="228094"/>
            </a:xfrm>
            <a:prstGeom prst="rect">
              <a:avLst/>
            </a:prstGeom>
          </p:spPr>
        </p:pic>
      </p:grpSp>
      <p:pic>
        <p:nvPicPr>
          <p:cNvPr id="228" name="object 228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8773023" y="6333865"/>
            <a:ext cx="187708" cy="228094"/>
          </a:xfrm>
          <a:prstGeom prst="rect">
            <a:avLst/>
          </a:prstGeom>
        </p:spPr>
      </p:pic>
      <p:sp>
        <p:nvSpPr>
          <p:cNvPr id="229" name="object 229" descr=""/>
          <p:cNvSpPr/>
          <p:nvPr/>
        </p:nvSpPr>
        <p:spPr>
          <a:xfrm>
            <a:off x="9172316" y="6333865"/>
            <a:ext cx="20955" cy="228600"/>
          </a:xfrm>
          <a:custGeom>
            <a:avLst/>
            <a:gdLst/>
            <a:ahLst/>
            <a:cxnLst/>
            <a:rect l="l" t="t" r="r" b="b"/>
            <a:pathLst>
              <a:path w="20954" h="228600">
                <a:moveTo>
                  <a:pt x="20828" y="228094"/>
                </a:moveTo>
                <a:lnTo>
                  <a:pt x="0" y="228094"/>
                </a:lnTo>
                <a:lnTo>
                  <a:pt x="0" y="0"/>
                </a:lnTo>
                <a:lnTo>
                  <a:pt x="20828" y="0"/>
                </a:lnTo>
                <a:lnTo>
                  <a:pt x="20828" y="228094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 descr=""/>
          <p:cNvSpPr/>
          <p:nvPr/>
        </p:nvSpPr>
        <p:spPr>
          <a:xfrm>
            <a:off x="9019654" y="6352539"/>
            <a:ext cx="107314" cy="153670"/>
          </a:xfrm>
          <a:custGeom>
            <a:avLst/>
            <a:gdLst/>
            <a:ahLst/>
            <a:cxnLst/>
            <a:rect l="l" t="t" r="r" b="b"/>
            <a:pathLst>
              <a:path w="107315" h="153670">
                <a:moveTo>
                  <a:pt x="107188" y="60960"/>
                </a:moveTo>
                <a:lnTo>
                  <a:pt x="86614" y="60960"/>
                </a:lnTo>
                <a:lnTo>
                  <a:pt x="86614" y="77470"/>
                </a:lnTo>
                <a:lnTo>
                  <a:pt x="86614" y="137160"/>
                </a:lnTo>
                <a:lnTo>
                  <a:pt x="20574" y="137160"/>
                </a:lnTo>
                <a:lnTo>
                  <a:pt x="20574" y="77470"/>
                </a:lnTo>
                <a:lnTo>
                  <a:pt x="86614" y="77470"/>
                </a:lnTo>
                <a:lnTo>
                  <a:pt x="86614" y="60960"/>
                </a:lnTo>
                <a:lnTo>
                  <a:pt x="20574" y="60960"/>
                </a:lnTo>
                <a:lnTo>
                  <a:pt x="20574" y="0"/>
                </a:lnTo>
                <a:lnTo>
                  <a:pt x="0" y="0"/>
                </a:lnTo>
                <a:lnTo>
                  <a:pt x="0" y="60960"/>
                </a:lnTo>
                <a:lnTo>
                  <a:pt x="0" y="77470"/>
                </a:lnTo>
                <a:lnTo>
                  <a:pt x="0" y="137160"/>
                </a:lnTo>
                <a:lnTo>
                  <a:pt x="0" y="153670"/>
                </a:lnTo>
                <a:lnTo>
                  <a:pt x="107188" y="153670"/>
                </a:lnTo>
                <a:lnTo>
                  <a:pt x="107188" y="137287"/>
                </a:lnTo>
                <a:lnTo>
                  <a:pt x="107188" y="137160"/>
                </a:lnTo>
                <a:lnTo>
                  <a:pt x="107188" y="77470"/>
                </a:lnTo>
                <a:lnTo>
                  <a:pt x="107188" y="77343"/>
                </a:lnTo>
                <a:lnTo>
                  <a:pt x="107188" y="60960"/>
                </a:lnTo>
                <a:close/>
              </a:path>
              <a:path w="107315" h="153670">
                <a:moveTo>
                  <a:pt x="107188" y="635"/>
                </a:moveTo>
                <a:lnTo>
                  <a:pt x="86614" y="635"/>
                </a:lnTo>
                <a:lnTo>
                  <a:pt x="86614" y="60833"/>
                </a:lnTo>
                <a:lnTo>
                  <a:pt x="107188" y="60833"/>
                </a:lnTo>
                <a:lnTo>
                  <a:pt x="107188" y="635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1" name="object 23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240389" y="6349867"/>
            <a:ext cx="206504" cy="181358"/>
          </a:xfrm>
          <a:prstGeom prst="rect">
            <a:avLst/>
          </a:prstGeom>
        </p:spPr>
      </p:pic>
      <p:pic>
        <p:nvPicPr>
          <p:cNvPr id="232" name="object 232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9531181" y="6334119"/>
            <a:ext cx="192788" cy="222506"/>
          </a:xfrm>
          <a:prstGeom prst="rect">
            <a:avLst/>
          </a:prstGeom>
        </p:spPr>
      </p:pic>
      <p:grpSp>
        <p:nvGrpSpPr>
          <p:cNvPr id="233" name="object 233" descr=""/>
          <p:cNvGrpSpPr/>
          <p:nvPr/>
        </p:nvGrpSpPr>
        <p:grpSpPr>
          <a:xfrm>
            <a:off x="9764610" y="6333865"/>
            <a:ext cx="421640" cy="228600"/>
            <a:chOff x="9764610" y="6333865"/>
            <a:chExt cx="421640" cy="228600"/>
          </a:xfrm>
        </p:grpSpPr>
        <p:sp>
          <p:nvSpPr>
            <p:cNvPr id="234" name="object 234" descr=""/>
            <p:cNvSpPr/>
            <p:nvPr/>
          </p:nvSpPr>
          <p:spPr>
            <a:xfrm>
              <a:off x="9764598" y="6349999"/>
              <a:ext cx="207010" cy="182880"/>
            </a:xfrm>
            <a:custGeom>
              <a:avLst/>
              <a:gdLst/>
              <a:ahLst/>
              <a:cxnLst/>
              <a:rect l="l" t="t" r="r" b="b"/>
              <a:pathLst>
                <a:path w="207009" h="182879">
                  <a:moveTo>
                    <a:pt x="206514" y="165481"/>
                  </a:moveTo>
                  <a:lnTo>
                    <a:pt x="113550" y="165481"/>
                  </a:lnTo>
                  <a:lnTo>
                    <a:pt x="113550" y="116840"/>
                  </a:lnTo>
                  <a:lnTo>
                    <a:pt x="181622" y="116840"/>
                  </a:lnTo>
                  <a:lnTo>
                    <a:pt x="181622" y="99695"/>
                  </a:lnTo>
                  <a:lnTo>
                    <a:pt x="181622" y="99060"/>
                  </a:lnTo>
                  <a:lnTo>
                    <a:pt x="181622" y="57785"/>
                  </a:lnTo>
                  <a:lnTo>
                    <a:pt x="161302" y="57785"/>
                  </a:lnTo>
                  <a:lnTo>
                    <a:pt x="161302" y="99060"/>
                  </a:lnTo>
                  <a:lnTo>
                    <a:pt x="44970" y="99060"/>
                  </a:lnTo>
                  <a:lnTo>
                    <a:pt x="44970" y="57150"/>
                  </a:lnTo>
                  <a:lnTo>
                    <a:pt x="181622" y="57150"/>
                  </a:lnTo>
                  <a:lnTo>
                    <a:pt x="181622" y="40767"/>
                  </a:lnTo>
                  <a:lnTo>
                    <a:pt x="181622" y="40640"/>
                  </a:lnTo>
                  <a:lnTo>
                    <a:pt x="181622" y="127"/>
                  </a:lnTo>
                  <a:lnTo>
                    <a:pt x="161302" y="127"/>
                  </a:lnTo>
                  <a:lnTo>
                    <a:pt x="161302" y="40640"/>
                  </a:lnTo>
                  <a:lnTo>
                    <a:pt x="44970" y="40640"/>
                  </a:lnTo>
                  <a:lnTo>
                    <a:pt x="44970" y="0"/>
                  </a:lnTo>
                  <a:lnTo>
                    <a:pt x="24396" y="0"/>
                  </a:lnTo>
                  <a:lnTo>
                    <a:pt x="24396" y="40640"/>
                  </a:lnTo>
                  <a:lnTo>
                    <a:pt x="24396" y="57150"/>
                  </a:lnTo>
                  <a:lnTo>
                    <a:pt x="24396" y="99060"/>
                  </a:lnTo>
                  <a:lnTo>
                    <a:pt x="24396" y="116840"/>
                  </a:lnTo>
                  <a:lnTo>
                    <a:pt x="92468" y="116840"/>
                  </a:lnTo>
                  <a:lnTo>
                    <a:pt x="92468" y="165481"/>
                  </a:lnTo>
                  <a:lnTo>
                    <a:pt x="0" y="165481"/>
                  </a:lnTo>
                  <a:lnTo>
                    <a:pt x="0" y="182499"/>
                  </a:lnTo>
                  <a:lnTo>
                    <a:pt x="206514" y="182499"/>
                  </a:lnTo>
                  <a:lnTo>
                    <a:pt x="206514" y="165481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0002357" y="6333865"/>
              <a:ext cx="183644" cy="228348"/>
            </a:xfrm>
            <a:prstGeom prst="rect">
              <a:avLst/>
            </a:prstGeom>
          </p:spPr>
        </p:pic>
      </p:grpSp>
      <p:sp>
        <p:nvSpPr>
          <p:cNvPr id="236" name="object 236" descr=""/>
          <p:cNvSpPr/>
          <p:nvPr/>
        </p:nvSpPr>
        <p:spPr>
          <a:xfrm>
            <a:off x="10231976" y="6510651"/>
            <a:ext cx="43180" cy="80645"/>
          </a:xfrm>
          <a:custGeom>
            <a:avLst/>
            <a:gdLst/>
            <a:ahLst/>
            <a:cxnLst/>
            <a:rect l="l" t="t" r="r" b="b"/>
            <a:pathLst>
              <a:path w="43179" h="80645">
                <a:moveTo>
                  <a:pt x="5588" y="80519"/>
                </a:moveTo>
                <a:lnTo>
                  <a:pt x="0" y="66802"/>
                </a:lnTo>
                <a:lnTo>
                  <a:pt x="10576" y="60690"/>
                </a:lnTo>
                <a:lnTo>
                  <a:pt x="18510" y="52769"/>
                </a:lnTo>
                <a:lnTo>
                  <a:pt x="23538" y="43228"/>
                </a:lnTo>
                <a:lnTo>
                  <a:pt x="25400" y="32258"/>
                </a:lnTo>
                <a:lnTo>
                  <a:pt x="24384" y="32512"/>
                </a:lnTo>
                <a:lnTo>
                  <a:pt x="13716" y="32512"/>
                </a:lnTo>
                <a:lnTo>
                  <a:pt x="5588" y="26924"/>
                </a:lnTo>
                <a:lnTo>
                  <a:pt x="5588" y="6350"/>
                </a:lnTo>
                <a:lnTo>
                  <a:pt x="13716" y="0"/>
                </a:lnTo>
                <a:lnTo>
                  <a:pt x="23114" y="0"/>
                </a:lnTo>
                <a:lnTo>
                  <a:pt x="31313" y="1893"/>
                </a:lnTo>
                <a:lnTo>
                  <a:pt x="37465" y="7334"/>
                </a:lnTo>
                <a:lnTo>
                  <a:pt x="41331" y="15966"/>
                </a:lnTo>
                <a:lnTo>
                  <a:pt x="42672" y="27432"/>
                </a:lnTo>
                <a:lnTo>
                  <a:pt x="40092" y="44656"/>
                </a:lnTo>
                <a:lnTo>
                  <a:pt x="32702" y="59500"/>
                </a:lnTo>
                <a:lnTo>
                  <a:pt x="21026" y="71581"/>
                </a:lnTo>
                <a:lnTo>
                  <a:pt x="5588" y="80519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7" name="object 237" descr=""/>
          <p:cNvGrpSpPr/>
          <p:nvPr/>
        </p:nvGrpSpPr>
        <p:grpSpPr>
          <a:xfrm>
            <a:off x="10356081" y="6353169"/>
            <a:ext cx="1281430" cy="193040"/>
            <a:chOff x="10356081" y="6353169"/>
            <a:chExt cx="1281430" cy="193040"/>
          </a:xfrm>
        </p:grpSpPr>
        <p:pic>
          <p:nvPicPr>
            <p:cNvPr id="238" name="object 23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56081" y="6353169"/>
              <a:ext cx="118111" cy="189740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99339" y="6353169"/>
              <a:ext cx="116079" cy="193042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638025" y="6353169"/>
              <a:ext cx="263655" cy="189740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10921492" y="6462898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1020300" y="6356725"/>
              <a:ext cx="102109" cy="186184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1161271" y="6356725"/>
              <a:ext cx="102109" cy="186184"/>
            </a:xfrm>
            <a:prstGeom prst="rect">
              <a:avLst/>
            </a:prstGeom>
          </p:spPr>
        </p:pic>
        <p:sp>
          <p:nvSpPr>
            <p:cNvPr id="244" name="object 244" descr=""/>
            <p:cNvSpPr/>
            <p:nvPr/>
          </p:nvSpPr>
          <p:spPr>
            <a:xfrm>
              <a:off x="11291575" y="6462898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1390382" y="6356725"/>
              <a:ext cx="102109" cy="186184"/>
            </a:xfrm>
            <a:prstGeom prst="rect">
              <a:avLst/>
            </a:prstGeom>
          </p:spPr>
        </p:pic>
        <p:pic>
          <p:nvPicPr>
            <p:cNvPr id="246" name="object 2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19162" y="6353169"/>
              <a:ext cx="118111" cy="189740"/>
            </a:xfrm>
            <a:prstGeom prst="rect">
              <a:avLst/>
            </a:prstGeom>
          </p:spPr>
        </p:pic>
      </p:grpSp>
      <p:grpSp>
        <p:nvGrpSpPr>
          <p:cNvPr id="247" name="object 247" descr=""/>
          <p:cNvGrpSpPr/>
          <p:nvPr/>
        </p:nvGrpSpPr>
        <p:grpSpPr>
          <a:xfrm>
            <a:off x="11720268" y="6332849"/>
            <a:ext cx="513080" cy="253365"/>
            <a:chOff x="11720268" y="6332849"/>
            <a:chExt cx="513080" cy="253365"/>
          </a:xfrm>
        </p:grpSpPr>
        <p:pic>
          <p:nvPicPr>
            <p:cNvPr id="248" name="object 248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720268" y="6332849"/>
              <a:ext cx="210568" cy="225808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1954205" y="6356725"/>
              <a:ext cx="205996" cy="172976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12182805" y="6342379"/>
              <a:ext cx="50800" cy="243840"/>
            </a:xfrm>
            <a:custGeom>
              <a:avLst/>
              <a:gdLst/>
              <a:ahLst/>
              <a:cxnLst/>
              <a:rect l="l" t="t" r="r" b="b"/>
              <a:pathLst>
                <a:path w="50800" h="243840">
                  <a:moveTo>
                    <a:pt x="5054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3020" y="12700"/>
                  </a:lnTo>
                  <a:lnTo>
                    <a:pt x="33020" y="229870"/>
                  </a:lnTo>
                  <a:lnTo>
                    <a:pt x="0" y="229870"/>
                  </a:lnTo>
                  <a:lnTo>
                    <a:pt x="0" y="243840"/>
                  </a:lnTo>
                  <a:lnTo>
                    <a:pt x="50546" y="243840"/>
                  </a:lnTo>
                  <a:lnTo>
                    <a:pt x="50546" y="229870"/>
                  </a:lnTo>
                  <a:lnTo>
                    <a:pt x="50546" y="12700"/>
                  </a:lnTo>
                  <a:lnTo>
                    <a:pt x="5054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1" name="object 251" descr=""/>
          <p:cNvGrpSpPr/>
          <p:nvPr/>
        </p:nvGrpSpPr>
        <p:grpSpPr>
          <a:xfrm>
            <a:off x="1406264" y="6772472"/>
            <a:ext cx="9280525" cy="266065"/>
            <a:chOff x="1406264" y="6772472"/>
            <a:chExt cx="9280525" cy="266065"/>
          </a:xfrm>
        </p:grpSpPr>
        <p:pic>
          <p:nvPicPr>
            <p:cNvPr id="252" name="object 252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406264" y="6772472"/>
              <a:ext cx="6399864" cy="265687"/>
            </a:xfrm>
            <a:prstGeom prst="rect">
              <a:avLst/>
            </a:prstGeom>
          </p:spPr>
        </p:pic>
        <p:pic>
          <p:nvPicPr>
            <p:cNvPr id="253" name="object 253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839403" y="6784918"/>
              <a:ext cx="2567971" cy="193042"/>
            </a:xfrm>
            <a:prstGeom prst="rect">
              <a:avLst/>
            </a:prstGeom>
          </p:spPr>
        </p:pic>
        <p:sp>
          <p:nvSpPr>
            <p:cNvPr id="254" name="object 254" descr=""/>
            <p:cNvSpPr/>
            <p:nvPr/>
          </p:nvSpPr>
          <p:spPr>
            <a:xfrm>
              <a:off x="10426166" y="6836740"/>
              <a:ext cx="260350" cy="197485"/>
            </a:xfrm>
            <a:custGeom>
              <a:avLst/>
              <a:gdLst/>
              <a:ahLst/>
              <a:cxnLst/>
              <a:rect l="l" t="t" r="r" b="b"/>
              <a:pathLst>
                <a:path w="260350" h="197484">
                  <a:moveTo>
                    <a:pt x="121666" y="66040"/>
                  </a:moveTo>
                  <a:lnTo>
                    <a:pt x="0" y="66040"/>
                  </a:lnTo>
                  <a:lnTo>
                    <a:pt x="0" y="83312"/>
                  </a:lnTo>
                  <a:lnTo>
                    <a:pt x="121666" y="83312"/>
                  </a:lnTo>
                  <a:lnTo>
                    <a:pt x="121666" y="66040"/>
                  </a:lnTo>
                  <a:close/>
                </a:path>
                <a:path w="260350" h="197484">
                  <a:moveTo>
                    <a:pt x="121666" y="5334"/>
                  </a:moveTo>
                  <a:lnTo>
                    <a:pt x="0" y="5334"/>
                  </a:lnTo>
                  <a:lnTo>
                    <a:pt x="0" y="22606"/>
                  </a:lnTo>
                  <a:lnTo>
                    <a:pt x="121666" y="22606"/>
                  </a:lnTo>
                  <a:lnTo>
                    <a:pt x="121666" y="5334"/>
                  </a:lnTo>
                  <a:close/>
                </a:path>
                <a:path w="260350" h="197484">
                  <a:moveTo>
                    <a:pt x="260350" y="0"/>
                  </a:moveTo>
                  <a:lnTo>
                    <a:pt x="237744" y="0"/>
                  </a:lnTo>
                  <a:lnTo>
                    <a:pt x="213106" y="76708"/>
                  </a:lnTo>
                  <a:lnTo>
                    <a:pt x="201422" y="115316"/>
                  </a:lnTo>
                  <a:lnTo>
                    <a:pt x="200152" y="115316"/>
                  </a:lnTo>
                  <a:lnTo>
                    <a:pt x="186944" y="76708"/>
                  </a:lnTo>
                  <a:lnTo>
                    <a:pt x="158750" y="0"/>
                  </a:lnTo>
                  <a:lnTo>
                    <a:pt x="134620" y="0"/>
                  </a:lnTo>
                  <a:lnTo>
                    <a:pt x="189992" y="138176"/>
                  </a:lnTo>
                  <a:lnTo>
                    <a:pt x="186944" y="148590"/>
                  </a:lnTo>
                  <a:lnTo>
                    <a:pt x="181914" y="160413"/>
                  </a:lnTo>
                  <a:lnTo>
                    <a:pt x="175133" y="169837"/>
                  </a:lnTo>
                  <a:lnTo>
                    <a:pt x="166446" y="176060"/>
                  </a:lnTo>
                  <a:lnTo>
                    <a:pt x="155702" y="178308"/>
                  </a:lnTo>
                  <a:lnTo>
                    <a:pt x="152146" y="178308"/>
                  </a:lnTo>
                  <a:lnTo>
                    <a:pt x="145288" y="176022"/>
                  </a:lnTo>
                  <a:lnTo>
                    <a:pt x="140716" y="194564"/>
                  </a:lnTo>
                  <a:lnTo>
                    <a:pt x="145034" y="196342"/>
                  </a:lnTo>
                  <a:lnTo>
                    <a:pt x="150368" y="197358"/>
                  </a:lnTo>
                  <a:lnTo>
                    <a:pt x="156972" y="197358"/>
                  </a:lnTo>
                  <a:lnTo>
                    <a:pt x="175209" y="193687"/>
                  </a:lnTo>
                  <a:lnTo>
                    <a:pt x="189293" y="183553"/>
                  </a:lnTo>
                  <a:lnTo>
                    <a:pt x="200050" y="168325"/>
                  </a:lnTo>
                  <a:lnTo>
                    <a:pt x="208280" y="149352"/>
                  </a:lnTo>
                  <a:lnTo>
                    <a:pt x="260350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 descr=""/>
          <p:cNvGrpSpPr/>
          <p:nvPr/>
        </p:nvGrpSpPr>
        <p:grpSpPr>
          <a:xfrm>
            <a:off x="1396104" y="7629122"/>
            <a:ext cx="427990" cy="227965"/>
            <a:chOff x="1396104" y="7629122"/>
            <a:chExt cx="427990" cy="227965"/>
          </a:xfrm>
        </p:grpSpPr>
        <p:pic>
          <p:nvPicPr>
            <p:cNvPr id="256" name="object 256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396104" y="7635726"/>
              <a:ext cx="206250" cy="220982"/>
            </a:xfrm>
            <a:prstGeom prst="rect">
              <a:avLst/>
            </a:prstGeom>
          </p:spPr>
        </p:pic>
        <p:pic>
          <p:nvPicPr>
            <p:cNvPr id="257" name="object 257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629787" y="7629122"/>
              <a:ext cx="193804" cy="227586"/>
            </a:xfrm>
            <a:prstGeom prst="rect">
              <a:avLst/>
            </a:prstGeom>
          </p:spPr>
        </p:pic>
      </p:grpSp>
      <p:sp>
        <p:nvSpPr>
          <p:cNvPr id="258" name="object 258" descr=""/>
          <p:cNvSpPr/>
          <p:nvPr/>
        </p:nvSpPr>
        <p:spPr>
          <a:xfrm>
            <a:off x="1863458" y="7645400"/>
            <a:ext cx="207645" cy="182880"/>
          </a:xfrm>
          <a:custGeom>
            <a:avLst/>
            <a:gdLst/>
            <a:ahLst/>
            <a:cxnLst/>
            <a:rect l="l" t="t" r="r" b="b"/>
            <a:pathLst>
              <a:path w="207644" h="182879">
                <a:moveTo>
                  <a:pt x="207022" y="166370"/>
                </a:moveTo>
                <a:lnTo>
                  <a:pt x="113804" y="166370"/>
                </a:lnTo>
                <a:lnTo>
                  <a:pt x="113804" y="123190"/>
                </a:lnTo>
                <a:lnTo>
                  <a:pt x="186702" y="123190"/>
                </a:lnTo>
                <a:lnTo>
                  <a:pt x="186702" y="106680"/>
                </a:lnTo>
                <a:lnTo>
                  <a:pt x="46482" y="106680"/>
                </a:lnTo>
                <a:lnTo>
                  <a:pt x="46482" y="69850"/>
                </a:lnTo>
                <a:lnTo>
                  <a:pt x="181368" y="69850"/>
                </a:lnTo>
                <a:lnTo>
                  <a:pt x="181368" y="53340"/>
                </a:lnTo>
                <a:lnTo>
                  <a:pt x="181368" y="17780"/>
                </a:lnTo>
                <a:lnTo>
                  <a:pt x="181368" y="0"/>
                </a:lnTo>
                <a:lnTo>
                  <a:pt x="25400" y="0"/>
                </a:lnTo>
                <a:lnTo>
                  <a:pt x="25400" y="17780"/>
                </a:lnTo>
                <a:lnTo>
                  <a:pt x="161048" y="17780"/>
                </a:lnTo>
                <a:lnTo>
                  <a:pt x="161048" y="53340"/>
                </a:lnTo>
                <a:lnTo>
                  <a:pt x="25908" y="53340"/>
                </a:lnTo>
                <a:lnTo>
                  <a:pt x="25908" y="69850"/>
                </a:lnTo>
                <a:lnTo>
                  <a:pt x="25908" y="106680"/>
                </a:lnTo>
                <a:lnTo>
                  <a:pt x="25908" y="123190"/>
                </a:lnTo>
                <a:lnTo>
                  <a:pt x="92722" y="123190"/>
                </a:lnTo>
                <a:lnTo>
                  <a:pt x="92722" y="166370"/>
                </a:lnTo>
                <a:lnTo>
                  <a:pt x="0" y="166370"/>
                </a:lnTo>
                <a:lnTo>
                  <a:pt x="0" y="182880"/>
                </a:lnTo>
                <a:lnTo>
                  <a:pt x="207022" y="182880"/>
                </a:lnTo>
                <a:lnTo>
                  <a:pt x="207022" y="16637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 descr=""/>
          <p:cNvSpPr/>
          <p:nvPr/>
        </p:nvSpPr>
        <p:spPr>
          <a:xfrm>
            <a:off x="2154186" y="7645386"/>
            <a:ext cx="207010" cy="182880"/>
          </a:xfrm>
          <a:custGeom>
            <a:avLst/>
            <a:gdLst/>
            <a:ahLst/>
            <a:cxnLst/>
            <a:rect l="l" t="t" r="r" b="b"/>
            <a:pathLst>
              <a:path w="207010" h="182879">
                <a:moveTo>
                  <a:pt x="181610" y="0"/>
                </a:moveTo>
                <a:lnTo>
                  <a:pt x="161290" y="0"/>
                </a:lnTo>
                <a:lnTo>
                  <a:pt x="161290" y="40640"/>
                </a:lnTo>
                <a:lnTo>
                  <a:pt x="181610" y="40640"/>
                </a:lnTo>
                <a:lnTo>
                  <a:pt x="181610" y="0"/>
                </a:lnTo>
                <a:close/>
              </a:path>
              <a:path w="207010" h="182879">
                <a:moveTo>
                  <a:pt x="206502" y="165354"/>
                </a:moveTo>
                <a:lnTo>
                  <a:pt x="113538" y="165354"/>
                </a:lnTo>
                <a:lnTo>
                  <a:pt x="113538" y="116852"/>
                </a:lnTo>
                <a:lnTo>
                  <a:pt x="181610" y="116852"/>
                </a:lnTo>
                <a:lnTo>
                  <a:pt x="181610" y="99568"/>
                </a:lnTo>
                <a:lnTo>
                  <a:pt x="181610" y="99072"/>
                </a:lnTo>
                <a:lnTo>
                  <a:pt x="181610" y="57658"/>
                </a:lnTo>
                <a:lnTo>
                  <a:pt x="161290" y="57658"/>
                </a:lnTo>
                <a:lnTo>
                  <a:pt x="161290" y="99072"/>
                </a:lnTo>
                <a:lnTo>
                  <a:pt x="44958" y="99072"/>
                </a:lnTo>
                <a:lnTo>
                  <a:pt x="44958" y="57162"/>
                </a:lnTo>
                <a:lnTo>
                  <a:pt x="181610" y="57162"/>
                </a:lnTo>
                <a:lnTo>
                  <a:pt x="181610" y="40652"/>
                </a:lnTo>
                <a:lnTo>
                  <a:pt x="44958" y="40652"/>
                </a:lnTo>
                <a:lnTo>
                  <a:pt x="44958" y="12"/>
                </a:lnTo>
                <a:lnTo>
                  <a:pt x="24384" y="12"/>
                </a:lnTo>
                <a:lnTo>
                  <a:pt x="24384" y="40652"/>
                </a:lnTo>
                <a:lnTo>
                  <a:pt x="24384" y="57162"/>
                </a:lnTo>
                <a:lnTo>
                  <a:pt x="24384" y="99072"/>
                </a:lnTo>
                <a:lnTo>
                  <a:pt x="24384" y="116852"/>
                </a:lnTo>
                <a:lnTo>
                  <a:pt x="92456" y="116852"/>
                </a:lnTo>
                <a:lnTo>
                  <a:pt x="92456" y="165354"/>
                </a:lnTo>
                <a:lnTo>
                  <a:pt x="0" y="165354"/>
                </a:lnTo>
                <a:lnTo>
                  <a:pt x="0" y="182372"/>
                </a:lnTo>
                <a:lnTo>
                  <a:pt x="206502" y="182372"/>
                </a:lnTo>
                <a:lnTo>
                  <a:pt x="206502" y="165354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2415565" y="7637779"/>
            <a:ext cx="154940" cy="77470"/>
          </a:xfrm>
          <a:custGeom>
            <a:avLst/>
            <a:gdLst/>
            <a:ahLst/>
            <a:cxnLst/>
            <a:rect l="l" t="t" r="r" b="b"/>
            <a:pathLst>
              <a:path w="154939" h="77470">
                <a:moveTo>
                  <a:pt x="154940" y="59690"/>
                </a:moveTo>
                <a:lnTo>
                  <a:pt x="20828" y="59690"/>
                </a:lnTo>
                <a:lnTo>
                  <a:pt x="20828" y="0"/>
                </a:lnTo>
                <a:lnTo>
                  <a:pt x="0" y="0"/>
                </a:lnTo>
                <a:lnTo>
                  <a:pt x="0" y="59690"/>
                </a:lnTo>
                <a:lnTo>
                  <a:pt x="0" y="77470"/>
                </a:lnTo>
                <a:lnTo>
                  <a:pt x="154940" y="77470"/>
                </a:lnTo>
                <a:lnTo>
                  <a:pt x="154940" y="5969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2387612" y="7745209"/>
            <a:ext cx="207010" cy="106045"/>
          </a:xfrm>
          <a:custGeom>
            <a:avLst/>
            <a:gdLst/>
            <a:ahLst/>
            <a:cxnLst/>
            <a:rect l="l" t="t" r="r" b="b"/>
            <a:pathLst>
              <a:path w="207010" h="106045">
                <a:moveTo>
                  <a:pt x="184162" y="89420"/>
                </a:moveTo>
                <a:lnTo>
                  <a:pt x="47256" y="89420"/>
                </a:lnTo>
                <a:lnTo>
                  <a:pt x="47256" y="39890"/>
                </a:lnTo>
                <a:lnTo>
                  <a:pt x="26428" y="39890"/>
                </a:lnTo>
                <a:lnTo>
                  <a:pt x="26428" y="89420"/>
                </a:lnTo>
                <a:lnTo>
                  <a:pt x="26428" y="105930"/>
                </a:lnTo>
                <a:lnTo>
                  <a:pt x="184162" y="105930"/>
                </a:lnTo>
                <a:lnTo>
                  <a:pt x="184162" y="89420"/>
                </a:lnTo>
                <a:close/>
              </a:path>
              <a:path w="207010" h="106045">
                <a:moveTo>
                  <a:pt x="206514" y="0"/>
                </a:moveTo>
                <a:lnTo>
                  <a:pt x="0" y="0"/>
                </a:lnTo>
                <a:lnTo>
                  <a:pt x="0" y="16764"/>
                </a:lnTo>
                <a:lnTo>
                  <a:pt x="206514" y="16764"/>
                </a:lnTo>
                <a:lnTo>
                  <a:pt x="206514" y="0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2" name="object 262" descr=""/>
          <p:cNvGrpSpPr/>
          <p:nvPr/>
        </p:nvGrpSpPr>
        <p:grpSpPr>
          <a:xfrm>
            <a:off x="2677426" y="7629122"/>
            <a:ext cx="428625" cy="227965"/>
            <a:chOff x="2677426" y="7629122"/>
            <a:chExt cx="428625" cy="227965"/>
          </a:xfrm>
        </p:grpSpPr>
        <p:pic>
          <p:nvPicPr>
            <p:cNvPr id="263" name="object 263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677426" y="7629376"/>
              <a:ext cx="211584" cy="227332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914919" y="7629122"/>
              <a:ext cx="190756" cy="227840"/>
            </a:xfrm>
            <a:prstGeom prst="rect">
              <a:avLst/>
            </a:prstGeom>
          </p:spPr>
        </p:pic>
      </p:grpSp>
      <p:grpSp>
        <p:nvGrpSpPr>
          <p:cNvPr id="265" name="object 265" descr=""/>
          <p:cNvGrpSpPr/>
          <p:nvPr/>
        </p:nvGrpSpPr>
        <p:grpSpPr>
          <a:xfrm>
            <a:off x="3208023" y="7629376"/>
            <a:ext cx="434975" cy="227965"/>
            <a:chOff x="3208023" y="7629376"/>
            <a:chExt cx="434975" cy="227965"/>
          </a:xfrm>
        </p:grpSpPr>
        <p:pic>
          <p:nvPicPr>
            <p:cNvPr id="266" name="object 266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3208023" y="7629376"/>
              <a:ext cx="188470" cy="222506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436625" y="7643854"/>
              <a:ext cx="205996" cy="213362"/>
            </a:xfrm>
            <a:prstGeom prst="rect">
              <a:avLst/>
            </a:prstGeom>
          </p:spPr>
        </p:pic>
      </p:grpSp>
      <p:grpSp>
        <p:nvGrpSpPr>
          <p:cNvPr id="268" name="object 268" descr=""/>
          <p:cNvGrpSpPr/>
          <p:nvPr/>
        </p:nvGrpSpPr>
        <p:grpSpPr>
          <a:xfrm>
            <a:off x="3738797" y="7648426"/>
            <a:ext cx="725805" cy="193040"/>
            <a:chOff x="3738797" y="7648426"/>
            <a:chExt cx="725805" cy="193040"/>
          </a:xfrm>
        </p:grpSpPr>
        <p:pic>
          <p:nvPicPr>
            <p:cNvPr id="269" name="object 269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3738797" y="7648426"/>
              <a:ext cx="312423" cy="193042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091353" y="7651982"/>
              <a:ext cx="134621" cy="186184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265854" y="7651982"/>
              <a:ext cx="134621" cy="186184"/>
            </a:xfrm>
            <a:prstGeom prst="rect">
              <a:avLst/>
            </a:prstGeom>
          </p:spPr>
        </p:pic>
        <p:sp>
          <p:nvSpPr>
            <p:cNvPr id="272" name="object 272" descr=""/>
            <p:cNvSpPr/>
            <p:nvPr/>
          </p:nvSpPr>
          <p:spPr>
            <a:xfrm>
              <a:off x="4440354" y="7651982"/>
              <a:ext cx="24130" cy="186690"/>
            </a:xfrm>
            <a:custGeom>
              <a:avLst/>
              <a:gdLst/>
              <a:ahLst/>
              <a:cxnLst/>
              <a:rect l="l" t="t" r="r" b="b"/>
              <a:pathLst>
                <a:path w="24129" h="186690">
                  <a:moveTo>
                    <a:pt x="23622" y="186184"/>
                  </a:moveTo>
                  <a:lnTo>
                    <a:pt x="0" y="186184"/>
                  </a:lnTo>
                  <a:lnTo>
                    <a:pt x="0" y="0"/>
                  </a:lnTo>
                  <a:lnTo>
                    <a:pt x="23622" y="0"/>
                  </a:lnTo>
                  <a:lnTo>
                    <a:pt x="23622" y="186184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3" name="object 273" descr=""/>
          <p:cNvGrpSpPr/>
          <p:nvPr/>
        </p:nvGrpSpPr>
        <p:grpSpPr>
          <a:xfrm>
            <a:off x="4559443" y="7629122"/>
            <a:ext cx="427990" cy="227965"/>
            <a:chOff x="4559443" y="7629122"/>
            <a:chExt cx="427990" cy="227965"/>
          </a:xfrm>
        </p:grpSpPr>
        <p:pic>
          <p:nvPicPr>
            <p:cNvPr id="274" name="object 274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559443" y="7635726"/>
              <a:ext cx="206250" cy="220982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793125" y="7629122"/>
              <a:ext cx="193804" cy="227586"/>
            </a:xfrm>
            <a:prstGeom prst="rect">
              <a:avLst/>
            </a:prstGeom>
          </p:spPr>
        </p:pic>
      </p:grpSp>
      <p:grpSp>
        <p:nvGrpSpPr>
          <p:cNvPr id="276" name="object 276" descr=""/>
          <p:cNvGrpSpPr/>
          <p:nvPr/>
        </p:nvGrpSpPr>
        <p:grpSpPr>
          <a:xfrm>
            <a:off x="5083943" y="7629122"/>
            <a:ext cx="661035" cy="227965"/>
            <a:chOff x="5083943" y="7629122"/>
            <a:chExt cx="661035" cy="227965"/>
          </a:xfrm>
        </p:grpSpPr>
        <p:sp>
          <p:nvSpPr>
            <p:cNvPr id="277" name="object 277" descr=""/>
            <p:cNvSpPr/>
            <p:nvPr/>
          </p:nvSpPr>
          <p:spPr>
            <a:xfrm>
              <a:off x="5083937" y="7640320"/>
              <a:ext cx="206375" cy="217170"/>
            </a:xfrm>
            <a:custGeom>
              <a:avLst/>
              <a:gdLst/>
              <a:ahLst/>
              <a:cxnLst/>
              <a:rect l="l" t="t" r="r" b="b"/>
              <a:pathLst>
                <a:path w="206375" h="217170">
                  <a:moveTo>
                    <a:pt x="181610" y="66040"/>
                  </a:moveTo>
                  <a:lnTo>
                    <a:pt x="46990" y="66040"/>
                  </a:lnTo>
                  <a:lnTo>
                    <a:pt x="46990" y="0"/>
                  </a:lnTo>
                  <a:lnTo>
                    <a:pt x="26162" y="0"/>
                  </a:lnTo>
                  <a:lnTo>
                    <a:pt x="26162" y="66040"/>
                  </a:lnTo>
                  <a:lnTo>
                    <a:pt x="26162" y="82550"/>
                  </a:lnTo>
                  <a:lnTo>
                    <a:pt x="181610" y="82550"/>
                  </a:lnTo>
                  <a:lnTo>
                    <a:pt x="181610" y="66040"/>
                  </a:lnTo>
                  <a:close/>
                </a:path>
                <a:path w="206375" h="217170">
                  <a:moveTo>
                    <a:pt x="205994" y="115303"/>
                  </a:moveTo>
                  <a:lnTo>
                    <a:pt x="0" y="115303"/>
                  </a:lnTo>
                  <a:lnTo>
                    <a:pt x="0" y="132575"/>
                  </a:lnTo>
                  <a:lnTo>
                    <a:pt x="53340" y="132575"/>
                  </a:lnTo>
                  <a:lnTo>
                    <a:pt x="53340" y="216649"/>
                  </a:lnTo>
                  <a:lnTo>
                    <a:pt x="73914" y="216649"/>
                  </a:lnTo>
                  <a:lnTo>
                    <a:pt x="73914" y="132575"/>
                  </a:lnTo>
                  <a:lnTo>
                    <a:pt x="131826" y="132575"/>
                  </a:lnTo>
                  <a:lnTo>
                    <a:pt x="131826" y="216649"/>
                  </a:lnTo>
                  <a:lnTo>
                    <a:pt x="152654" y="216649"/>
                  </a:lnTo>
                  <a:lnTo>
                    <a:pt x="152654" y="132575"/>
                  </a:lnTo>
                  <a:lnTo>
                    <a:pt x="205994" y="132575"/>
                  </a:lnTo>
                  <a:lnTo>
                    <a:pt x="205994" y="115303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317626" y="7645124"/>
              <a:ext cx="206504" cy="181358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558167" y="7629122"/>
              <a:ext cx="186692" cy="227840"/>
            </a:xfrm>
            <a:prstGeom prst="rect">
              <a:avLst/>
            </a:prstGeom>
          </p:spPr>
        </p:pic>
      </p:grpSp>
      <p:pic>
        <p:nvPicPr>
          <p:cNvPr id="280" name="object 280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795406" y="7628868"/>
            <a:ext cx="177294" cy="228348"/>
          </a:xfrm>
          <a:prstGeom prst="rect">
            <a:avLst/>
          </a:prstGeom>
        </p:spPr>
      </p:pic>
      <p:sp>
        <p:nvSpPr>
          <p:cNvPr id="281" name="object 281" descr=""/>
          <p:cNvSpPr/>
          <p:nvPr/>
        </p:nvSpPr>
        <p:spPr>
          <a:xfrm>
            <a:off x="6018674" y="7805908"/>
            <a:ext cx="43180" cy="80645"/>
          </a:xfrm>
          <a:custGeom>
            <a:avLst/>
            <a:gdLst/>
            <a:ahLst/>
            <a:cxnLst/>
            <a:rect l="l" t="t" r="r" b="b"/>
            <a:pathLst>
              <a:path w="43179" h="80645">
                <a:moveTo>
                  <a:pt x="5588" y="80519"/>
                </a:moveTo>
                <a:lnTo>
                  <a:pt x="0" y="66802"/>
                </a:lnTo>
                <a:lnTo>
                  <a:pt x="10576" y="60690"/>
                </a:lnTo>
                <a:lnTo>
                  <a:pt x="18510" y="52769"/>
                </a:lnTo>
                <a:lnTo>
                  <a:pt x="23538" y="43228"/>
                </a:lnTo>
                <a:lnTo>
                  <a:pt x="25400" y="32258"/>
                </a:lnTo>
                <a:lnTo>
                  <a:pt x="24384" y="32512"/>
                </a:lnTo>
                <a:lnTo>
                  <a:pt x="13716" y="32512"/>
                </a:lnTo>
                <a:lnTo>
                  <a:pt x="5588" y="26924"/>
                </a:lnTo>
                <a:lnTo>
                  <a:pt x="5588" y="6350"/>
                </a:lnTo>
                <a:lnTo>
                  <a:pt x="13716" y="0"/>
                </a:lnTo>
                <a:lnTo>
                  <a:pt x="23114" y="0"/>
                </a:lnTo>
                <a:lnTo>
                  <a:pt x="31313" y="1893"/>
                </a:lnTo>
                <a:lnTo>
                  <a:pt x="37465" y="7334"/>
                </a:lnTo>
                <a:lnTo>
                  <a:pt x="41331" y="15966"/>
                </a:lnTo>
                <a:lnTo>
                  <a:pt x="42672" y="27432"/>
                </a:lnTo>
                <a:lnTo>
                  <a:pt x="40092" y="44656"/>
                </a:lnTo>
                <a:lnTo>
                  <a:pt x="32702" y="59500"/>
                </a:lnTo>
                <a:lnTo>
                  <a:pt x="21026" y="71581"/>
                </a:lnTo>
                <a:lnTo>
                  <a:pt x="5588" y="80519"/>
                </a:lnTo>
                <a:close/>
              </a:path>
            </a:pathLst>
          </a:custGeom>
          <a:solidFill>
            <a:srgbClr val="0B5E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2" name="object 282" descr=""/>
          <p:cNvGrpSpPr/>
          <p:nvPr/>
        </p:nvGrpSpPr>
        <p:grpSpPr>
          <a:xfrm>
            <a:off x="6142754" y="7632678"/>
            <a:ext cx="1003300" cy="208915"/>
            <a:chOff x="6142754" y="7632678"/>
            <a:chExt cx="1003300" cy="208915"/>
          </a:xfrm>
        </p:grpSpPr>
        <p:pic>
          <p:nvPicPr>
            <p:cNvPr id="283" name="object 28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2754" y="7648426"/>
              <a:ext cx="118111" cy="189740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012" y="7648426"/>
              <a:ext cx="116079" cy="193042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424698" y="7648426"/>
              <a:ext cx="263655" cy="189740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6708165" y="7758155"/>
              <a:ext cx="65405" cy="17780"/>
            </a:xfrm>
            <a:custGeom>
              <a:avLst/>
              <a:gdLst/>
              <a:ahLst/>
              <a:cxnLst/>
              <a:rect l="l" t="t" r="r" b="b"/>
              <a:pathLst>
                <a:path w="65404" h="17779">
                  <a:moveTo>
                    <a:pt x="65024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65024" y="0"/>
                  </a:lnTo>
                  <a:lnTo>
                    <a:pt x="65024" y="1778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4781" y="7648426"/>
              <a:ext cx="118111" cy="189740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939055" y="7632678"/>
              <a:ext cx="206504" cy="197614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7229602" y="7628106"/>
            <a:ext cx="513080" cy="254000"/>
            <a:chOff x="7229602" y="7628106"/>
            <a:chExt cx="513080" cy="254000"/>
          </a:xfrm>
        </p:grpSpPr>
        <p:pic>
          <p:nvPicPr>
            <p:cNvPr id="290" name="object 290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229602" y="7628106"/>
              <a:ext cx="210568" cy="225808"/>
            </a:xfrm>
            <a:prstGeom prst="rect">
              <a:avLst/>
            </a:prstGeom>
          </p:spPr>
        </p:pic>
        <p:pic>
          <p:nvPicPr>
            <p:cNvPr id="291" name="object 291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463539" y="7651982"/>
              <a:ext cx="205996" cy="172976"/>
            </a:xfrm>
            <a:prstGeom prst="rect">
              <a:avLst/>
            </a:prstGeom>
          </p:spPr>
        </p:pic>
        <p:sp>
          <p:nvSpPr>
            <p:cNvPr id="292" name="object 292" descr=""/>
            <p:cNvSpPr/>
            <p:nvPr/>
          </p:nvSpPr>
          <p:spPr>
            <a:xfrm>
              <a:off x="7692136" y="7637779"/>
              <a:ext cx="50800" cy="243840"/>
            </a:xfrm>
            <a:custGeom>
              <a:avLst/>
              <a:gdLst/>
              <a:ahLst/>
              <a:cxnLst/>
              <a:rect l="l" t="t" r="r" b="b"/>
              <a:pathLst>
                <a:path w="50800" h="243840">
                  <a:moveTo>
                    <a:pt x="5054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3020" y="12700"/>
                  </a:lnTo>
                  <a:lnTo>
                    <a:pt x="33020" y="229870"/>
                  </a:lnTo>
                  <a:lnTo>
                    <a:pt x="0" y="229870"/>
                  </a:lnTo>
                  <a:lnTo>
                    <a:pt x="0" y="243840"/>
                  </a:lnTo>
                  <a:lnTo>
                    <a:pt x="50546" y="243840"/>
                  </a:lnTo>
                  <a:lnTo>
                    <a:pt x="50546" y="229870"/>
                  </a:lnTo>
                  <a:lnTo>
                    <a:pt x="50546" y="12700"/>
                  </a:lnTo>
                  <a:lnTo>
                    <a:pt x="50546" y="0"/>
                  </a:lnTo>
                  <a:close/>
                </a:path>
              </a:pathLst>
            </a:custGeom>
            <a:solidFill>
              <a:srgbClr val="0B5EC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3" name="object 293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406264" y="8067729"/>
            <a:ext cx="8328764" cy="261623"/>
          </a:xfrm>
          <a:prstGeom prst="rect">
            <a:avLst/>
          </a:prstGeom>
        </p:spPr>
      </p:pic>
      <p:sp>
        <p:nvSpPr>
          <p:cNvPr id="294" name="object 294" descr=""/>
          <p:cNvSpPr/>
          <p:nvPr/>
        </p:nvSpPr>
        <p:spPr>
          <a:xfrm>
            <a:off x="1132192" y="1435226"/>
            <a:ext cx="765175" cy="406400"/>
          </a:xfrm>
          <a:custGeom>
            <a:avLst/>
            <a:gdLst/>
            <a:ahLst/>
            <a:cxnLst/>
            <a:rect l="l" t="t" r="r" b="b"/>
            <a:pathLst>
              <a:path w="765175" h="406400">
                <a:moveTo>
                  <a:pt x="248031" y="186245"/>
                </a:moveTo>
                <a:lnTo>
                  <a:pt x="206298" y="169456"/>
                </a:lnTo>
                <a:lnTo>
                  <a:pt x="159829" y="118046"/>
                </a:lnTo>
                <a:lnTo>
                  <a:pt x="153352" y="88011"/>
                </a:lnTo>
                <a:lnTo>
                  <a:pt x="234251" y="88011"/>
                </a:lnTo>
                <a:lnTo>
                  <a:pt x="234251" y="41783"/>
                </a:lnTo>
                <a:lnTo>
                  <a:pt x="153352" y="41783"/>
                </a:lnTo>
                <a:lnTo>
                  <a:pt x="153352" y="0"/>
                </a:lnTo>
                <a:lnTo>
                  <a:pt x="94678" y="0"/>
                </a:lnTo>
                <a:lnTo>
                  <a:pt x="94678" y="41783"/>
                </a:lnTo>
                <a:lnTo>
                  <a:pt x="14668" y="41783"/>
                </a:lnTo>
                <a:lnTo>
                  <a:pt x="14668" y="88011"/>
                </a:lnTo>
                <a:lnTo>
                  <a:pt x="94678" y="88011"/>
                </a:lnTo>
                <a:lnTo>
                  <a:pt x="88328" y="120726"/>
                </a:lnTo>
                <a:lnTo>
                  <a:pt x="70840" y="150685"/>
                </a:lnTo>
                <a:lnTo>
                  <a:pt x="41605" y="175653"/>
                </a:lnTo>
                <a:lnTo>
                  <a:pt x="0" y="193357"/>
                </a:lnTo>
                <a:lnTo>
                  <a:pt x="27114" y="238696"/>
                </a:lnTo>
                <a:lnTo>
                  <a:pt x="59956" y="226047"/>
                </a:lnTo>
                <a:lnTo>
                  <a:pt x="87172" y="208534"/>
                </a:lnTo>
                <a:lnTo>
                  <a:pt x="108813" y="186753"/>
                </a:lnTo>
                <a:lnTo>
                  <a:pt x="124904" y="161353"/>
                </a:lnTo>
                <a:lnTo>
                  <a:pt x="141351" y="184518"/>
                </a:lnTo>
                <a:lnTo>
                  <a:pt x="162801" y="204304"/>
                </a:lnTo>
                <a:lnTo>
                  <a:pt x="189407" y="220179"/>
                </a:lnTo>
                <a:lnTo>
                  <a:pt x="221361" y="231584"/>
                </a:lnTo>
                <a:lnTo>
                  <a:pt x="248031" y="186245"/>
                </a:lnTo>
                <a:close/>
              </a:path>
              <a:path w="765175" h="406400">
                <a:moveTo>
                  <a:pt x="325374" y="258254"/>
                </a:moveTo>
                <a:lnTo>
                  <a:pt x="268033" y="258254"/>
                </a:lnTo>
                <a:lnTo>
                  <a:pt x="268033" y="304038"/>
                </a:lnTo>
                <a:lnTo>
                  <a:pt x="268033" y="360045"/>
                </a:lnTo>
                <a:lnTo>
                  <a:pt x="116903" y="360045"/>
                </a:lnTo>
                <a:lnTo>
                  <a:pt x="116903" y="304038"/>
                </a:lnTo>
                <a:lnTo>
                  <a:pt x="268033" y="304038"/>
                </a:lnTo>
                <a:lnTo>
                  <a:pt x="268033" y="258254"/>
                </a:lnTo>
                <a:lnTo>
                  <a:pt x="59118" y="258254"/>
                </a:lnTo>
                <a:lnTo>
                  <a:pt x="59118" y="405828"/>
                </a:lnTo>
                <a:lnTo>
                  <a:pt x="325374" y="405828"/>
                </a:lnTo>
                <a:lnTo>
                  <a:pt x="325374" y="360045"/>
                </a:lnTo>
                <a:lnTo>
                  <a:pt x="325374" y="304038"/>
                </a:lnTo>
                <a:lnTo>
                  <a:pt x="325374" y="258254"/>
                </a:lnTo>
                <a:close/>
              </a:path>
              <a:path w="765175" h="406400">
                <a:moveTo>
                  <a:pt x="379603" y="97345"/>
                </a:moveTo>
                <a:lnTo>
                  <a:pt x="325374" y="97345"/>
                </a:lnTo>
                <a:lnTo>
                  <a:pt x="325374" y="1333"/>
                </a:lnTo>
                <a:lnTo>
                  <a:pt x="266700" y="1333"/>
                </a:lnTo>
                <a:lnTo>
                  <a:pt x="266700" y="240919"/>
                </a:lnTo>
                <a:lnTo>
                  <a:pt x="325374" y="240919"/>
                </a:lnTo>
                <a:lnTo>
                  <a:pt x="325374" y="145351"/>
                </a:lnTo>
                <a:lnTo>
                  <a:pt x="379603" y="145351"/>
                </a:lnTo>
                <a:lnTo>
                  <a:pt x="379603" y="97345"/>
                </a:lnTo>
                <a:close/>
              </a:path>
              <a:path w="765175" h="406400">
                <a:moveTo>
                  <a:pt x="729424" y="36449"/>
                </a:moveTo>
                <a:lnTo>
                  <a:pt x="432054" y="36449"/>
                </a:lnTo>
                <a:lnTo>
                  <a:pt x="432054" y="83121"/>
                </a:lnTo>
                <a:lnTo>
                  <a:pt x="670750" y="83121"/>
                </a:lnTo>
                <a:lnTo>
                  <a:pt x="670369" y="120713"/>
                </a:lnTo>
                <a:lnTo>
                  <a:pt x="668362" y="162852"/>
                </a:lnTo>
                <a:lnTo>
                  <a:pt x="663448" y="210578"/>
                </a:lnTo>
                <a:lnTo>
                  <a:pt x="654304" y="264922"/>
                </a:lnTo>
                <a:lnTo>
                  <a:pt x="712978" y="271589"/>
                </a:lnTo>
                <a:lnTo>
                  <a:pt x="722490" y="211404"/>
                </a:lnTo>
                <a:lnTo>
                  <a:pt x="722566" y="210578"/>
                </a:lnTo>
                <a:lnTo>
                  <a:pt x="727379" y="160083"/>
                </a:lnTo>
                <a:lnTo>
                  <a:pt x="729170" y="115506"/>
                </a:lnTo>
                <a:lnTo>
                  <a:pt x="729386" y="83121"/>
                </a:lnTo>
                <a:lnTo>
                  <a:pt x="729424" y="36449"/>
                </a:lnTo>
                <a:close/>
              </a:path>
              <a:path w="765175" h="406400">
                <a:moveTo>
                  <a:pt x="764984" y="314261"/>
                </a:moveTo>
                <a:lnTo>
                  <a:pt x="584073" y="314261"/>
                </a:lnTo>
                <a:lnTo>
                  <a:pt x="584073" y="173355"/>
                </a:lnTo>
                <a:lnTo>
                  <a:pt x="525399" y="173355"/>
                </a:lnTo>
                <a:lnTo>
                  <a:pt x="525399" y="314261"/>
                </a:lnTo>
                <a:lnTo>
                  <a:pt x="394716" y="314261"/>
                </a:lnTo>
                <a:lnTo>
                  <a:pt x="394716" y="361378"/>
                </a:lnTo>
                <a:lnTo>
                  <a:pt x="764984" y="361378"/>
                </a:lnTo>
                <a:lnTo>
                  <a:pt x="764984" y="314261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 descr=""/>
          <p:cNvSpPr/>
          <p:nvPr/>
        </p:nvSpPr>
        <p:spPr>
          <a:xfrm>
            <a:off x="1917179" y="1435671"/>
            <a:ext cx="742950" cy="403860"/>
          </a:xfrm>
          <a:custGeom>
            <a:avLst/>
            <a:gdLst/>
            <a:ahLst/>
            <a:cxnLst/>
            <a:rect l="l" t="t" r="r" b="b"/>
            <a:pathLst>
              <a:path w="742950" h="403860">
                <a:moveTo>
                  <a:pt x="323608" y="17716"/>
                </a:moveTo>
                <a:lnTo>
                  <a:pt x="45783" y="17716"/>
                </a:lnTo>
                <a:lnTo>
                  <a:pt x="45783" y="63436"/>
                </a:lnTo>
                <a:lnTo>
                  <a:pt x="45783" y="124396"/>
                </a:lnTo>
                <a:lnTo>
                  <a:pt x="45783" y="170116"/>
                </a:lnTo>
                <a:lnTo>
                  <a:pt x="323608" y="170116"/>
                </a:lnTo>
                <a:lnTo>
                  <a:pt x="323608" y="124460"/>
                </a:lnTo>
                <a:lnTo>
                  <a:pt x="323608" y="64008"/>
                </a:lnTo>
                <a:lnTo>
                  <a:pt x="265823" y="64008"/>
                </a:lnTo>
                <a:lnTo>
                  <a:pt x="265823" y="124396"/>
                </a:lnTo>
                <a:lnTo>
                  <a:pt x="103568" y="124396"/>
                </a:lnTo>
                <a:lnTo>
                  <a:pt x="103568" y="63436"/>
                </a:lnTo>
                <a:lnTo>
                  <a:pt x="323608" y="63436"/>
                </a:lnTo>
                <a:lnTo>
                  <a:pt x="323608" y="17716"/>
                </a:lnTo>
                <a:close/>
              </a:path>
              <a:path w="742950" h="403860">
                <a:moveTo>
                  <a:pt x="329831" y="356806"/>
                </a:moveTo>
                <a:lnTo>
                  <a:pt x="101790" y="356806"/>
                </a:lnTo>
                <a:lnTo>
                  <a:pt x="101790" y="284416"/>
                </a:lnTo>
                <a:lnTo>
                  <a:pt x="43116" y="284416"/>
                </a:lnTo>
                <a:lnTo>
                  <a:pt x="43116" y="356806"/>
                </a:lnTo>
                <a:lnTo>
                  <a:pt x="43116" y="403796"/>
                </a:lnTo>
                <a:lnTo>
                  <a:pt x="329831" y="403796"/>
                </a:lnTo>
                <a:lnTo>
                  <a:pt x="329831" y="356806"/>
                </a:lnTo>
                <a:close/>
              </a:path>
              <a:path w="742950" h="403860">
                <a:moveTo>
                  <a:pt x="370725" y="203136"/>
                </a:moveTo>
                <a:lnTo>
                  <a:pt x="0" y="203136"/>
                </a:lnTo>
                <a:lnTo>
                  <a:pt x="0" y="249364"/>
                </a:lnTo>
                <a:lnTo>
                  <a:pt x="161366" y="249364"/>
                </a:lnTo>
                <a:lnTo>
                  <a:pt x="161366" y="319151"/>
                </a:lnTo>
                <a:lnTo>
                  <a:pt x="220040" y="319151"/>
                </a:lnTo>
                <a:lnTo>
                  <a:pt x="220040" y="249364"/>
                </a:lnTo>
                <a:lnTo>
                  <a:pt x="370725" y="249364"/>
                </a:lnTo>
                <a:lnTo>
                  <a:pt x="370725" y="203136"/>
                </a:lnTo>
                <a:close/>
              </a:path>
              <a:path w="742950" h="403860">
                <a:moveTo>
                  <a:pt x="610755" y="183134"/>
                </a:moveTo>
                <a:lnTo>
                  <a:pt x="603402" y="151345"/>
                </a:lnTo>
                <a:lnTo>
                  <a:pt x="603288" y="151193"/>
                </a:lnTo>
                <a:lnTo>
                  <a:pt x="601408" y="148907"/>
                </a:lnTo>
                <a:lnTo>
                  <a:pt x="582968" y="126466"/>
                </a:lnTo>
                <a:lnTo>
                  <a:pt x="554748" y="111760"/>
                </a:lnTo>
                <a:lnTo>
                  <a:pt x="554748" y="183134"/>
                </a:lnTo>
                <a:lnTo>
                  <a:pt x="551649" y="197929"/>
                </a:lnTo>
                <a:lnTo>
                  <a:pt x="542963" y="208813"/>
                </a:lnTo>
                <a:lnTo>
                  <a:pt x="529615" y="215519"/>
                </a:lnTo>
                <a:lnTo>
                  <a:pt x="512521" y="217805"/>
                </a:lnTo>
                <a:lnTo>
                  <a:pt x="495414" y="215519"/>
                </a:lnTo>
                <a:lnTo>
                  <a:pt x="482066" y="208813"/>
                </a:lnTo>
                <a:lnTo>
                  <a:pt x="473392" y="197929"/>
                </a:lnTo>
                <a:lnTo>
                  <a:pt x="470293" y="183134"/>
                </a:lnTo>
                <a:lnTo>
                  <a:pt x="473392" y="168605"/>
                </a:lnTo>
                <a:lnTo>
                  <a:pt x="482066" y="157861"/>
                </a:lnTo>
                <a:lnTo>
                  <a:pt x="495414" y="151193"/>
                </a:lnTo>
                <a:lnTo>
                  <a:pt x="512521" y="148907"/>
                </a:lnTo>
                <a:lnTo>
                  <a:pt x="529615" y="151193"/>
                </a:lnTo>
                <a:lnTo>
                  <a:pt x="542963" y="157861"/>
                </a:lnTo>
                <a:lnTo>
                  <a:pt x="551649" y="168605"/>
                </a:lnTo>
                <a:lnTo>
                  <a:pt x="554748" y="183134"/>
                </a:lnTo>
                <a:lnTo>
                  <a:pt x="554748" y="111760"/>
                </a:lnTo>
                <a:lnTo>
                  <a:pt x="551865" y="110248"/>
                </a:lnTo>
                <a:lnTo>
                  <a:pt x="512521" y="104457"/>
                </a:lnTo>
                <a:lnTo>
                  <a:pt x="473163" y="110248"/>
                </a:lnTo>
                <a:lnTo>
                  <a:pt x="442061" y="126466"/>
                </a:lnTo>
                <a:lnTo>
                  <a:pt x="421627" y="151345"/>
                </a:lnTo>
                <a:lnTo>
                  <a:pt x="414286" y="183134"/>
                </a:lnTo>
                <a:lnTo>
                  <a:pt x="421627" y="215188"/>
                </a:lnTo>
                <a:lnTo>
                  <a:pt x="442061" y="240195"/>
                </a:lnTo>
                <a:lnTo>
                  <a:pt x="473163" y="256463"/>
                </a:lnTo>
                <a:lnTo>
                  <a:pt x="512521" y="262255"/>
                </a:lnTo>
                <a:lnTo>
                  <a:pt x="551865" y="256463"/>
                </a:lnTo>
                <a:lnTo>
                  <a:pt x="582968" y="240195"/>
                </a:lnTo>
                <a:lnTo>
                  <a:pt x="601268" y="217805"/>
                </a:lnTo>
                <a:lnTo>
                  <a:pt x="603402" y="215188"/>
                </a:lnTo>
                <a:lnTo>
                  <a:pt x="610755" y="183134"/>
                </a:lnTo>
                <a:close/>
              </a:path>
              <a:path w="742950" h="403860">
                <a:moveTo>
                  <a:pt x="632091" y="44005"/>
                </a:moveTo>
                <a:lnTo>
                  <a:pt x="541413" y="44005"/>
                </a:lnTo>
                <a:lnTo>
                  <a:pt x="541413" y="0"/>
                </a:lnTo>
                <a:lnTo>
                  <a:pt x="482739" y="0"/>
                </a:lnTo>
                <a:lnTo>
                  <a:pt x="482739" y="44005"/>
                </a:lnTo>
                <a:lnTo>
                  <a:pt x="392506" y="44005"/>
                </a:lnTo>
                <a:lnTo>
                  <a:pt x="392506" y="89789"/>
                </a:lnTo>
                <a:lnTo>
                  <a:pt x="632091" y="89789"/>
                </a:lnTo>
                <a:lnTo>
                  <a:pt x="632091" y="44005"/>
                </a:lnTo>
                <a:close/>
              </a:path>
              <a:path w="742950" h="403860">
                <a:moveTo>
                  <a:pt x="733882" y="889"/>
                </a:moveTo>
                <a:lnTo>
                  <a:pt x="675208" y="889"/>
                </a:lnTo>
                <a:lnTo>
                  <a:pt x="675208" y="138684"/>
                </a:lnTo>
                <a:lnTo>
                  <a:pt x="623201" y="138684"/>
                </a:lnTo>
                <a:lnTo>
                  <a:pt x="623201" y="186245"/>
                </a:lnTo>
                <a:lnTo>
                  <a:pt x="675208" y="186245"/>
                </a:lnTo>
                <a:lnTo>
                  <a:pt x="675208" y="308927"/>
                </a:lnTo>
                <a:lnTo>
                  <a:pt x="733882" y="308927"/>
                </a:lnTo>
                <a:lnTo>
                  <a:pt x="733882" y="889"/>
                </a:lnTo>
                <a:close/>
              </a:path>
              <a:path w="742950" h="403860">
                <a:moveTo>
                  <a:pt x="742772" y="356489"/>
                </a:moveTo>
                <a:lnTo>
                  <a:pt x="522300" y="356489"/>
                </a:lnTo>
                <a:lnTo>
                  <a:pt x="522300" y="284035"/>
                </a:lnTo>
                <a:lnTo>
                  <a:pt x="463626" y="284035"/>
                </a:lnTo>
                <a:lnTo>
                  <a:pt x="463626" y="403161"/>
                </a:lnTo>
                <a:lnTo>
                  <a:pt x="742772" y="403161"/>
                </a:lnTo>
                <a:lnTo>
                  <a:pt x="742772" y="356489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6" name="object 296" descr=""/>
          <p:cNvGrpSpPr/>
          <p:nvPr/>
        </p:nvGrpSpPr>
        <p:grpSpPr>
          <a:xfrm>
            <a:off x="1131205" y="1056907"/>
            <a:ext cx="192405" cy="186690"/>
            <a:chOff x="1131205" y="1056907"/>
            <a:chExt cx="192405" cy="186690"/>
          </a:xfrm>
        </p:grpSpPr>
        <p:pic>
          <p:nvPicPr>
            <p:cNvPr id="297" name="object 297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131205" y="1056907"/>
              <a:ext cx="137659" cy="186276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1293490" y="1059689"/>
              <a:ext cx="29845" cy="73660"/>
            </a:xfrm>
            <a:custGeom>
              <a:avLst/>
              <a:gdLst/>
              <a:ahLst/>
              <a:cxnLst/>
              <a:rect l="l" t="t" r="r" b="b"/>
              <a:pathLst>
                <a:path w="29844" h="73659">
                  <a:moveTo>
                    <a:pt x="0" y="0"/>
                  </a:moveTo>
                  <a:lnTo>
                    <a:pt x="29640" y="0"/>
                  </a:lnTo>
                  <a:lnTo>
                    <a:pt x="29640" y="73659"/>
                  </a:lnTo>
                  <a:lnTo>
                    <a:pt x="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9" name="object 299" descr=""/>
          <p:cNvGrpSpPr/>
          <p:nvPr/>
        </p:nvGrpSpPr>
        <p:grpSpPr>
          <a:xfrm>
            <a:off x="1293490" y="1058767"/>
            <a:ext cx="898525" cy="182880"/>
            <a:chOff x="1293490" y="1058767"/>
            <a:chExt cx="898525" cy="182880"/>
          </a:xfrm>
        </p:grpSpPr>
        <p:sp>
          <p:nvSpPr>
            <p:cNvPr id="300" name="object 300" descr=""/>
            <p:cNvSpPr/>
            <p:nvPr/>
          </p:nvSpPr>
          <p:spPr>
            <a:xfrm>
              <a:off x="1293482" y="1058773"/>
              <a:ext cx="730885" cy="182880"/>
            </a:xfrm>
            <a:custGeom>
              <a:avLst/>
              <a:gdLst/>
              <a:ahLst/>
              <a:cxnLst/>
              <a:rect l="l" t="t" r="r" b="b"/>
              <a:pathLst>
                <a:path w="730885" h="182880">
                  <a:moveTo>
                    <a:pt x="143002" y="927"/>
                  </a:moveTo>
                  <a:lnTo>
                    <a:pt x="113233" y="927"/>
                  </a:lnTo>
                  <a:lnTo>
                    <a:pt x="113233" y="74587"/>
                  </a:lnTo>
                  <a:lnTo>
                    <a:pt x="0" y="74587"/>
                  </a:lnTo>
                  <a:lnTo>
                    <a:pt x="0" y="99987"/>
                  </a:lnTo>
                  <a:lnTo>
                    <a:pt x="0" y="182537"/>
                  </a:lnTo>
                  <a:lnTo>
                    <a:pt x="29641" y="182537"/>
                  </a:lnTo>
                  <a:lnTo>
                    <a:pt x="29641" y="99987"/>
                  </a:lnTo>
                  <a:lnTo>
                    <a:pt x="113233" y="99987"/>
                  </a:lnTo>
                  <a:lnTo>
                    <a:pt x="113233" y="182537"/>
                  </a:lnTo>
                  <a:lnTo>
                    <a:pt x="143002" y="182537"/>
                  </a:lnTo>
                  <a:lnTo>
                    <a:pt x="143002" y="99987"/>
                  </a:lnTo>
                  <a:lnTo>
                    <a:pt x="143002" y="74587"/>
                  </a:lnTo>
                  <a:lnTo>
                    <a:pt x="143002" y="927"/>
                  </a:lnTo>
                  <a:close/>
                </a:path>
                <a:path w="730885" h="182880">
                  <a:moveTo>
                    <a:pt x="327113" y="182067"/>
                  </a:moveTo>
                  <a:lnTo>
                    <a:pt x="308356" y="131711"/>
                  </a:lnTo>
                  <a:lnTo>
                    <a:pt x="298831" y="106159"/>
                  </a:lnTo>
                  <a:lnTo>
                    <a:pt x="269697" y="27978"/>
                  </a:lnTo>
                  <a:lnTo>
                    <a:pt x="269697" y="106159"/>
                  </a:lnTo>
                  <a:lnTo>
                    <a:pt x="216865" y="106159"/>
                  </a:lnTo>
                  <a:lnTo>
                    <a:pt x="233235" y="58915"/>
                  </a:lnTo>
                  <a:lnTo>
                    <a:pt x="237007" y="48209"/>
                  </a:lnTo>
                  <a:lnTo>
                    <a:pt x="239293" y="41160"/>
                  </a:lnTo>
                  <a:lnTo>
                    <a:pt x="240995" y="34645"/>
                  </a:lnTo>
                  <a:lnTo>
                    <a:pt x="243027" y="25552"/>
                  </a:lnTo>
                  <a:lnTo>
                    <a:pt x="244271" y="30505"/>
                  </a:lnTo>
                  <a:lnTo>
                    <a:pt x="250837" y="51841"/>
                  </a:lnTo>
                  <a:lnTo>
                    <a:pt x="252704" y="56807"/>
                  </a:lnTo>
                  <a:lnTo>
                    <a:pt x="269697" y="106159"/>
                  </a:lnTo>
                  <a:lnTo>
                    <a:pt x="269697" y="27978"/>
                  </a:lnTo>
                  <a:lnTo>
                    <a:pt x="268795" y="25552"/>
                  </a:lnTo>
                  <a:lnTo>
                    <a:pt x="259270" y="0"/>
                  </a:lnTo>
                  <a:lnTo>
                    <a:pt x="227025" y="0"/>
                  </a:lnTo>
                  <a:lnTo>
                    <a:pt x="159194" y="182067"/>
                  </a:lnTo>
                  <a:lnTo>
                    <a:pt x="190449" y="182067"/>
                  </a:lnTo>
                  <a:lnTo>
                    <a:pt x="208178" y="131711"/>
                  </a:lnTo>
                  <a:lnTo>
                    <a:pt x="277507" y="131711"/>
                  </a:lnTo>
                  <a:lnTo>
                    <a:pt x="295617" y="182067"/>
                  </a:lnTo>
                  <a:lnTo>
                    <a:pt x="327113" y="182067"/>
                  </a:lnTo>
                  <a:close/>
                </a:path>
                <a:path w="730885" h="182880">
                  <a:moveTo>
                    <a:pt x="463486" y="55562"/>
                  </a:moveTo>
                  <a:lnTo>
                    <a:pt x="446557" y="14630"/>
                  </a:lnTo>
                  <a:lnTo>
                    <a:pt x="432968" y="5067"/>
                  </a:lnTo>
                  <a:lnTo>
                    <a:pt x="432968" y="40932"/>
                  </a:lnTo>
                  <a:lnTo>
                    <a:pt x="432968" y="56553"/>
                  </a:lnTo>
                  <a:lnTo>
                    <a:pt x="410121" y="88303"/>
                  </a:lnTo>
                  <a:lnTo>
                    <a:pt x="402183" y="89166"/>
                  </a:lnTo>
                  <a:lnTo>
                    <a:pt x="373075" y="89166"/>
                  </a:lnTo>
                  <a:lnTo>
                    <a:pt x="373075" y="25552"/>
                  </a:lnTo>
                  <a:lnTo>
                    <a:pt x="404482" y="25552"/>
                  </a:lnTo>
                  <a:lnTo>
                    <a:pt x="412534" y="26504"/>
                  </a:lnTo>
                  <a:lnTo>
                    <a:pt x="417588" y="28790"/>
                  </a:lnTo>
                  <a:lnTo>
                    <a:pt x="423418" y="33235"/>
                  </a:lnTo>
                  <a:lnTo>
                    <a:pt x="432968" y="40932"/>
                  </a:lnTo>
                  <a:lnTo>
                    <a:pt x="432968" y="5067"/>
                  </a:lnTo>
                  <a:lnTo>
                    <a:pt x="427494" y="2476"/>
                  </a:lnTo>
                  <a:lnTo>
                    <a:pt x="415556" y="965"/>
                  </a:lnTo>
                  <a:lnTo>
                    <a:pt x="395643" y="749"/>
                  </a:lnTo>
                  <a:lnTo>
                    <a:pt x="343433" y="749"/>
                  </a:lnTo>
                  <a:lnTo>
                    <a:pt x="343433" y="182067"/>
                  </a:lnTo>
                  <a:lnTo>
                    <a:pt x="373075" y="182067"/>
                  </a:lnTo>
                  <a:lnTo>
                    <a:pt x="373075" y="114223"/>
                  </a:lnTo>
                  <a:lnTo>
                    <a:pt x="391922" y="114223"/>
                  </a:lnTo>
                  <a:lnTo>
                    <a:pt x="433590" y="107835"/>
                  </a:lnTo>
                  <a:lnTo>
                    <a:pt x="456158" y="89166"/>
                  </a:lnTo>
                  <a:lnTo>
                    <a:pt x="461149" y="82308"/>
                  </a:lnTo>
                  <a:lnTo>
                    <a:pt x="463194" y="72212"/>
                  </a:lnTo>
                  <a:lnTo>
                    <a:pt x="463296" y="66433"/>
                  </a:lnTo>
                  <a:lnTo>
                    <a:pt x="463486" y="55562"/>
                  </a:lnTo>
                  <a:close/>
                </a:path>
                <a:path w="730885" h="182880">
                  <a:moveTo>
                    <a:pt x="608037" y="927"/>
                  </a:moveTo>
                  <a:lnTo>
                    <a:pt x="471741" y="927"/>
                  </a:lnTo>
                  <a:lnTo>
                    <a:pt x="471741" y="26327"/>
                  </a:lnTo>
                  <a:lnTo>
                    <a:pt x="525068" y="26327"/>
                  </a:lnTo>
                  <a:lnTo>
                    <a:pt x="525068" y="182537"/>
                  </a:lnTo>
                  <a:lnTo>
                    <a:pt x="554710" y="182537"/>
                  </a:lnTo>
                  <a:lnTo>
                    <a:pt x="554710" y="26327"/>
                  </a:lnTo>
                  <a:lnTo>
                    <a:pt x="608037" y="26327"/>
                  </a:lnTo>
                  <a:lnTo>
                    <a:pt x="608037" y="927"/>
                  </a:lnTo>
                  <a:close/>
                </a:path>
                <a:path w="730885" h="182880">
                  <a:moveTo>
                    <a:pt x="730758" y="927"/>
                  </a:moveTo>
                  <a:lnTo>
                    <a:pt x="628192" y="927"/>
                  </a:lnTo>
                  <a:lnTo>
                    <a:pt x="628192" y="26327"/>
                  </a:lnTo>
                  <a:lnTo>
                    <a:pt x="628192" y="74587"/>
                  </a:lnTo>
                  <a:lnTo>
                    <a:pt x="628192" y="99987"/>
                  </a:lnTo>
                  <a:lnTo>
                    <a:pt x="628192" y="157137"/>
                  </a:lnTo>
                  <a:lnTo>
                    <a:pt x="628192" y="182537"/>
                  </a:lnTo>
                  <a:lnTo>
                    <a:pt x="730758" y="182537"/>
                  </a:lnTo>
                  <a:lnTo>
                    <a:pt x="730758" y="157137"/>
                  </a:lnTo>
                  <a:lnTo>
                    <a:pt x="657834" y="157137"/>
                  </a:lnTo>
                  <a:lnTo>
                    <a:pt x="657834" y="99987"/>
                  </a:lnTo>
                  <a:lnTo>
                    <a:pt x="726173" y="99987"/>
                  </a:lnTo>
                  <a:lnTo>
                    <a:pt x="726173" y="74587"/>
                  </a:lnTo>
                  <a:lnTo>
                    <a:pt x="657834" y="74587"/>
                  </a:lnTo>
                  <a:lnTo>
                    <a:pt x="657834" y="26327"/>
                  </a:lnTo>
                  <a:lnTo>
                    <a:pt x="730758" y="26327"/>
                  </a:lnTo>
                  <a:lnTo>
                    <a:pt x="730758" y="927"/>
                  </a:lnTo>
                  <a:close/>
                </a:path>
              </a:pathLst>
            </a:custGeom>
            <a:solidFill>
              <a:srgbClr val="002D6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055819" y="1059511"/>
              <a:ext cx="136050" cy="181317"/>
            </a:xfrm>
            <a:prstGeom prst="rect">
              <a:avLst/>
            </a:prstGeom>
          </p:spPr>
        </p:pic>
      </p:grpSp>
      <p:pic>
        <p:nvPicPr>
          <p:cNvPr id="302" name="object 302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2255527" y="1056659"/>
            <a:ext cx="260142" cy="186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8662" y="525817"/>
            <a:ext cx="17131030" cy="9236710"/>
          </a:xfrm>
          <a:custGeom>
            <a:avLst/>
            <a:gdLst/>
            <a:ahLst/>
            <a:cxnLst/>
            <a:rect l="l" t="t" r="r" b="b"/>
            <a:pathLst>
              <a:path w="17131030" h="9236710">
                <a:moveTo>
                  <a:pt x="17001287" y="134620"/>
                </a:moveTo>
                <a:lnTo>
                  <a:pt x="16999369" y="134620"/>
                </a:lnTo>
                <a:lnTo>
                  <a:pt x="16999369" y="129540"/>
                </a:lnTo>
                <a:lnTo>
                  <a:pt x="16497783" y="129540"/>
                </a:lnTo>
                <a:lnTo>
                  <a:pt x="16497783" y="129413"/>
                </a:lnTo>
                <a:lnTo>
                  <a:pt x="16482937" y="129413"/>
                </a:lnTo>
                <a:lnTo>
                  <a:pt x="647776" y="129413"/>
                </a:lnTo>
                <a:lnTo>
                  <a:pt x="632917" y="129413"/>
                </a:lnTo>
                <a:lnTo>
                  <a:pt x="632917" y="129540"/>
                </a:lnTo>
                <a:lnTo>
                  <a:pt x="131343" y="129540"/>
                </a:lnTo>
                <a:lnTo>
                  <a:pt x="131343" y="134620"/>
                </a:lnTo>
                <a:lnTo>
                  <a:pt x="129413" y="134620"/>
                </a:lnTo>
                <a:lnTo>
                  <a:pt x="129413" y="9102090"/>
                </a:lnTo>
                <a:lnTo>
                  <a:pt x="131914" y="9102090"/>
                </a:lnTo>
                <a:lnTo>
                  <a:pt x="131914" y="9107170"/>
                </a:lnTo>
                <a:lnTo>
                  <a:pt x="632917" y="9107170"/>
                </a:lnTo>
                <a:lnTo>
                  <a:pt x="632917" y="9106725"/>
                </a:lnTo>
                <a:lnTo>
                  <a:pt x="647776" y="9106725"/>
                </a:lnTo>
                <a:lnTo>
                  <a:pt x="16482937" y="9106725"/>
                </a:lnTo>
                <a:lnTo>
                  <a:pt x="16497783" y="9106725"/>
                </a:lnTo>
                <a:lnTo>
                  <a:pt x="16497783" y="9107170"/>
                </a:lnTo>
                <a:lnTo>
                  <a:pt x="16998798" y="9107170"/>
                </a:lnTo>
                <a:lnTo>
                  <a:pt x="16998798" y="9102090"/>
                </a:lnTo>
                <a:lnTo>
                  <a:pt x="17001287" y="9102090"/>
                </a:lnTo>
                <a:lnTo>
                  <a:pt x="17001287" y="134620"/>
                </a:lnTo>
                <a:close/>
              </a:path>
              <a:path w="17131030" h="9236710">
                <a:moveTo>
                  <a:pt x="17130713" y="0"/>
                </a:moveTo>
                <a:lnTo>
                  <a:pt x="17107281" y="0"/>
                </a:lnTo>
                <a:lnTo>
                  <a:pt x="17107281" y="22860"/>
                </a:lnTo>
                <a:lnTo>
                  <a:pt x="17107281" y="9212580"/>
                </a:lnTo>
                <a:lnTo>
                  <a:pt x="16497783" y="9212580"/>
                </a:lnTo>
                <a:lnTo>
                  <a:pt x="16497783" y="9212707"/>
                </a:lnTo>
                <a:lnTo>
                  <a:pt x="16482937" y="9212707"/>
                </a:lnTo>
                <a:lnTo>
                  <a:pt x="647776" y="9212707"/>
                </a:lnTo>
                <a:lnTo>
                  <a:pt x="632917" y="9212707"/>
                </a:lnTo>
                <a:lnTo>
                  <a:pt x="632917" y="9212580"/>
                </a:lnTo>
                <a:lnTo>
                  <a:pt x="23431" y="9212580"/>
                </a:lnTo>
                <a:lnTo>
                  <a:pt x="23431" y="22860"/>
                </a:lnTo>
                <a:lnTo>
                  <a:pt x="632917" y="22860"/>
                </a:lnTo>
                <a:lnTo>
                  <a:pt x="632917" y="23431"/>
                </a:lnTo>
                <a:lnTo>
                  <a:pt x="647776" y="23431"/>
                </a:lnTo>
                <a:lnTo>
                  <a:pt x="16482937" y="23431"/>
                </a:lnTo>
                <a:lnTo>
                  <a:pt x="16497783" y="23431"/>
                </a:lnTo>
                <a:lnTo>
                  <a:pt x="16497783" y="22860"/>
                </a:lnTo>
                <a:lnTo>
                  <a:pt x="17107281" y="22860"/>
                </a:lnTo>
                <a:lnTo>
                  <a:pt x="17107281" y="0"/>
                </a:lnTo>
                <a:lnTo>
                  <a:pt x="16497783" y="0"/>
                </a:lnTo>
                <a:lnTo>
                  <a:pt x="16482937" y="0"/>
                </a:lnTo>
                <a:lnTo>
                  <a:pt x="647776" y="0"/>
                </a:lnTo>
                <a:lnTo>
                  <a:pt x="632917" y="0"/>
                </a:lnTo>
                <a:lnTo>
                  <a:pt x="0" y="0"/>
                </a:lnTo>
                <a:lnTo>
                  <a:pt x="0" y="22860"/>
                </a:lnTo>
                <a:lnTo>
                  <a:pt x="0" y="9212580"/>
                </a:lnTo>
                <a:lnTo>
                  <a:pt x="0" y="9236710"/>
                </a:lnTo>
                <a:lnTo>
                  <a:pt x="632917" y="9236710"/>
                </a:lnTo>
                <a:lnTo>
                  <a:pt x="632917" y="9236138"/>
                </a:lnTo>
                <a:lnTo>
                  <a:pt x="647776" y="9236138"/>
                </a:lnTo>
                <a:lnTo>
                  <a:pt x="16482937" y="9236138"/>
                </a:lnTo>
                <a:lnTo>
                  <a:pt x="16497783" y="9236138"/>
                </a:lnTo>
                <a:lnTo>
                  <a:pt x="16497783" y="9236710"/>
                </a:lnTo>
                <a:lnTo>
                  <a:pt x="17130713" y="9236710"/>
                </a:lnTo>
                <a:lnTo>
                  <a:pt x="17130713" y="9212580"/>
                </a:lnTo>
                <a:lnTo>
                  <a:pt x="17130713" y="22860"/>
                </a:lnTo>
                <a:lnTo>
                  <a:pt x="17130713" y="0"/>
                </a:lnTo>
                <a:close/>
              </a:path>
            </a:pathLst>
          </a:custGeom>
          <a:solidFill>
            <a:srgbClr val="F5FA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644827" y="439320"/>
            <a:ext cx="4089400" cy="4474210"/>
            <a:chOff x="12644827" y="439320"/>
            <a:chExt cx="4089400" cy="44742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4827" y="439320"/>
              <a:ext cx="4089013" cy="408901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66823" y="1161316"/>
              <a:ext cx="2044506" cy="204450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83298" y="2929414"/>
              <a:ext cx="1983880" cy="198388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95823" y="3241939"/>
              <a:ext cx="991940" cy="99194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883798" y="5106425"/>
            <a:ext cx="1984375" cy="1984375"/>
            <a:chOff x="3883798" y="5106425"/>
            <a:chExt cx="1984375" cy="198437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3798" y="5106425"/>
              <a:ext cx="1983880" cy="198388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6323" y="5418950"/>
              <a:ext cx="991940" cy="99194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6768000" y="5914920"/>
            <a:ext cx="4752340" cy="1838960"/>
            <a:chOff x="6768000" y="5914920"/>
            <a:chExt cx="4752340" cy="1838960"/>
          </a:xfrm>
        </p:grpSpPr>
        <p:sp>
          <p:nvSpPr>
            <p:cNvPr id="12" name="object 12" descr=""/>
            <p:cNvSpPr/>
            <p:nvPr/>
          </p:nvSpPr>
          <p:spPr>
            <a:xfrm>
              <a:off x="9144000" y="5914920"/>
              <a:ext cx="0" cy="1149350"/>
            </a:xfrm>
            <a:custGeom>
              <a:avLst/>
              <a:gdLst/>
              <a:ahLst/>
              <a:cxnLst/>
              <a:rect l="l" t="t" r="r" b="b"/>
              <a:pathLst>
                <a:path w="0" h="1149350">
                  <a:moveTo>
                    <a:pt x="0" y="0"/>
                  </a:moveTo>
                  <a:lnTo>
                    <a:pt x="0" y="1149226"/>
                  </a:lnTo>
                </a:path>
              </a:pathLst>
            </a:custGeom>
            <a:ln w="21431">
              <a:solidFill>
                <a:srgbClr val="00CB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768000" y="6943754"/>
              <a:ext cx="4752340" cy="810260"/>
            </a:xfrm>
            <a:custGeom>
              <a:avLst/>
              <a:gdLst/>
              <a:ahLst/>
              <a:cxnLst/>
              <a:rect l="l" t="t" r="r" b="b"/>
              <a:pathLst>
                <a:path w="4752340" h="810259">
                  <a:moveTo>
                    <a:pt x="4347172" y="809655"/>
                  </a:moveTo>
                  <a:lnTo>
                    <a:pt x="404827" y="809655"/>
                  </a:lnTo>
                  <a:lnTo>
                    <a:pt x="351615" y="806144"/>
                  </a:lnTo>
                  <a:lnTo>
                    <a:pt x="299765" y="795786"/>
                  </a:lnTo>
                  <a:lnTo>
                    <a:pt x="249906" y="778839"/>
                  </a:lnTo>
                  <a:lnTo>
                    <a:pt x="202668" y="755567"/>
                  </a:lnTo>
                  <a:lnTo>
                    <a:pt x="158680" y="726228"/>
                  </a:lnTo>
                  <a:lnTo>
                    <a:pt x="118571" y="691084"/>
                  </a:lnTo>
                  <a:lnTo>
                    <a:pt x="83427" y="650975"/>
                  </a:lnTo>
                  <a:lnTo>
                    <a:pt x="54088" y="606986"/>
                  </a:lnTo>
                  <a:lnTo>
                    <a:pt x="30815" y="559748"/>
                  </a:lnTo>
                  <a:lnTo>
                    <a:pt x="13869" y="509890"/>
                  </a:lnTo>
                  <a:lnTo>
                    <a:pt x="3510" y="458039"/>
                  </a:lnTo>
                  <a:lnTo>
                    <a:pt x="0" y="404827"/>
                  </a:lnTo>
                  <a:lnTo>
                    <a:pt x="3510" y="351615"/>
                  </a:lnTo>
                  <a:lnTo>
                    <a:pt x="13869" y="299765"/>
                  </a:lnTo>
                  <a:lnTo>
                    <a:pt x="30815" y="249906"/>
                  </a:lnTo>
                  <a:lnTo>
                    <a:pt x="54088" y="202668"/>
                  </a:lnTo>
                  <a:lnTo>
                    <a:pt x="83427" y="158680"/>
                  </a:lnTo>
                  <a:lnTo>
                    <a:pt x="118571" y="118571"/>
                  </a:lnTo>
                  <a:lnTo>
                    <a:pt x="158680" y="83427"/>
                  </a:lnTo>
                  <a:lnTo>
                    <a:pt x="202668" y="54088"/>
                  </a:lnTo>
                  <a:lnTo>
                    <a:pt x="249906" y="30815"/>
                  </a:lnTo>
                  <a:lnTo>
                    <a:pt x="299765" y="13869"/>
                  </a:lnTo>
                  <a:lnTo>
                    <a:pt x="351615" y="3510"/>
                  </a:lnTo>
                  <a:lnTo>
                    <a:pt x="404827" y="0"/>
                  </a:lnTo>
                  <a:lnTo>
                    <a:pt x="4347172" y="0"/>
                  </a:lnTo>
                  <a:lnTo>
                    <a:pt x="4400384" y="3510"/>
                  </a:lnTo>
                  <a:lnTo>
                    <a:pt x="4452234" y="13869"/>
                  </a:lnTo>
                  <a:lnTo>
                    <a:pt x="4502093" y="30815"/>
                  </a:lnTo>
                  <a:lnTo>
                    <a:pt x="4549331" y="54088"/>
                  </a:lnTo>
                  <a:lnTo>
                    <a:pt x="4593319" y="83427"/>
                  </a:lnTo>
                  <a:lnTo>
                    <a:pt x="4633428" y="118571"/>
                  </a:lnTo>
                  <a:lnTo>
                    <a:pt x="4668572" y="158680"/>
                  </a:lnTo>
                  <a:lnTo>
                    <a:pt x="4697911" y="202668"/>
                  </a:lnTo>
                  <a:lnTo>
                    <a:pt x="4721184" y="249906"/>
                  </a:lnTo>
                  <a:lnTo>
                    <a:pt x="4738130" y="299765"/>
                  </a:lnTo>
                  <a:lnTo>
                    <a:pt x="4748489" y="351615"/>
                  </a:lnTo>
                  <a:lnTo>
                    <a:pt x="4751999" y="404827"/>
                  </a:lnTo>
                  <a:lnTo>
                    <a:pt x="4748489" y="458039"/>
                  </a:lnTo>
                  <a:lnTo>
                    <a:pt x="4738130" y="509890"/>
                  </a:lnTo>
                  <a:lnTo>
                    <a:pt x="4721184" y="559748"/>
                  </a:lnTo>
                  <a:lnTo>
                    <a:pt x="4697911" y="606986"/>
                  </a:lnTo>
                  <a:lnTo>
                    <a:pt x="4668572" y="650975"/>
                  </a:lnTo>
                  <a:lnTo>
                    <a:pt x="4633428" y="691084"/>
                  </a:lnTo>
                  <a:lnTo>
                    <a:pt x="4593319" y="726228"/>
                  </a:lnTo>
                  <a:lnTo>
                    <a:pt x="4549331" y="755567"/>
                  </a:lnTo>
                  <a:lnTo>
                    <a:pt x="4502093" y="778839"/>
                  </a:lnTo>
                  <a:lnTo>
                    <a:pt x="4452234" y="795786"/>
                  </a:lnTo>
                  <a:lnTo>
                    <a:pt x="4400384" y="806144"/>
                  </a:lnTo>
                  <a:lnTo>
                    <a:pt x="4347172" y="809655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039013" y="5179053"/>
            <a:ext cx="4515485" cy="4515485"/>
            <a:chOff x="1039013" y="5179053"/>
            <a:chExt cx="4515485" cy="451548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9013" y="5179053"/>
              <a:ext cx="4515311" cy="451531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4880" y="5914920"/>
              <a:ext cx="2257655" cy="2257655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7765339" y="3571633"/>
            <a:ext cx="585470" cy="216535"/>
          </a:xfrm>
          <a:custGeom>
            <a:avLst/>
            <a:gdLst/>
            <a:ahLst/>
            <a:cxnLst/>
            <a:rect l="l" t="t" r="r" b="b"/>
            <a:pathLst>
              <a:path w="585470" h="216535">
                <a:moveTo>
                  <a:pt x="156464" y="139446"/>
                </a:moveTo>
                <a:lnTo>
                  <a:pt x="131064" y="105410"/>
                </a:lnTo>
                <a:lnTo>
                  <a:pt x="94742" y="90678"/>
                </a:lnTo>
                <a:lnTo>
                  <a:pt x="72898" y="85090"/>
                </a:lnTo>
                <a:lnTo>
                  <a:pt x="57658" y="78486"/>
                </a:lnTo>
                <a:lnTo>
                  <a:pt x="46736" y="68834"/>
                </a:lnTo>
                <a:lnTo>
                  <a:pt x="45974" y="47752"/>
                </a:lnTo>
                <a:lnTo>
                  <a:pt x="62230" y="35306"/>
                </a:lnTo>
                <a:lnTo>
                  <a:pt x="85648" y="35306"/>
                </a:lnTo>
                <a:lnTo>
                  <a:pt x="92125" y="36068"/>
                </a:lnTo>
                <a:lnTo>
                  <a:pt x="111760" y="61976"/>
                </a:lnTo>
                <a:lnTo>
                  <a:pt x="152400" y="61976"/>
                </a:lnTo>
                <a:lnTo>
                  <a:pt x="152031" y="53721"/>
                </a:lnTo>
                <a:lnTo>
                  <a:pt x="151307" y="48323"/>
                </a:lnTo>
                <a:lnTo>
                  <a:pt x="151180" y="47942"/>
                </a:lnTo>
                <a:lnTo>
                  <a:pt x="151117" y="47752"/>
                </a:lnTo>
                <a:lnTo>
                  <a:pt x="126238" y="12458"/>
                </a:lnTo>
                <a:lnTo>
                  <a:pt x="100152" y="2222"/>
                </a:lnTo>
                <a:lnTo>
                  <a:pt x="100012" y="2222"/>
                </a:lnTo>
                <a:lnTo>
                  <a:pt x="94373" y="1016"/>
                </a:lnTo>
                <a:lnTo>
                  <a:pt x="94068" y="1016"/>
                </a:lnTo>
                <a:lnTo>
                  <a:pt x="87757" y="571"/>
                </a:lnTo>
                <a:lnTo>
                  <a:pt x="68313" y="571"/>
                </a:lnTo>
                <a:lnTo>
                  <a:pt x="31750" y="11849"/>
                </a:lnTo>
                <a:lnTo>
                  <a:pt x="7886" y="42811"/>
                </a:lnTo>
                <a:lnTo>
                  <a:pt x="5588" y="76708"/>
                </a:lnTo>
                <a:lnTo>
                  <a:pt x="17526" y="96012"/>
                </a:lnTo>
                <a:lnTo>
                  <a:pt x="35814" y="108966"/>
                </a:lnTo>
                <a:lnTo>
                  <a:pt x="58420" y="117094"/>
                </a:lnTo>
                <a:lnTo>
                  <a:pt x="69088" y="119888"/>
                </a:lnTo>
                <a:lnTo>
                  <a:pt x="94996" y="127762"/>
                </a:lnTo>
                <a:lnTo>
                  <a:pt x="107696" y="134874"/>
                </a:lnTo>
                <a:lnTo>
                  <a:pt x="115316" y="145034"/>
                </a:lnTo>
                <a:lnTo>
                  <a:pt x="115328" y="145542"/>
                </a:lnTo>
                <a:lnTo>
                  <a:pt x="115570" y="152908"/>
                </a:lnTo>
                <a:lnTo>
                  <a:pt x="89687" y="181876"/>
                </a:lnTo>
                <a:lnTo>
                  <a:pt x="77978" y="181876"/>
                </a:lnTo>
                <a:lnTo>
                  <a:pt x="41859" y="162039"/>
                </a:lnTo>
                <a:lnTo>
                  <a:pt x="40132" y="145542"/>
                </a:lnTo>
                <a:lnTo>
                  <a:pt x="0" y="145542"/>
                </a:lnTo>
                <a:lnTo>
                  <a:pt x="9944" y="184365"/>
                </a:lnTo>
                <a:lnTo>
                  <a:pt x="46101" y="211340"/>
                </a:lnTo>
                <a:lnTo>
                  <a:pt x="86588" y="216408"/>
                </a:lnTo>
                <a:lnTo>
                  <a:pt x="94551" y="216166"/>
                </a:lnTo>
                <a:lnTo>
                  <a:pt x="93319" y="216166"/>
                </a:lnTo>
                <a:lnTo>
                  <a:pt x="99072" y="215315"/>
                </a:lnTo>
                <a:lnTo>
                  <a:pt x="139509" y="198297"/>
                </a:lnTo>
                <a:lnTo>
                  <a:pt x="156362" y="163487"/>
                </a:lnTo>
                <a:lnTo>
                  <a:pt x="156464" y="139446"/>
                </a:lnTo>
                <a:close/>
              </a:path>
              <a:path w="585470" h="216535">
                <a:moveTo>
                  <a:pt x="314477" y="142278"/>
                </a:moveTo>
                <a:lnTo>
                  <a:pt x="293014" y="108813"/>
                </a:lnTo>
                <a:lnTo>
                  <a:pt x="285242" y="103632"/>
                </a:lnTo>
                <a:lnTo>
                  <a:pt x="294894" y="95250"/>
                </a:lnTo>
                <a:lnTo>
                  <a:pt x="306324" y="75438"/>
                </a:lnTo>
                <a:lnTo>
                  <a:pt x="306247" y="52527"/>
                </a:lnTo>
                <a:lnTo>
                  <a:pt x="305714" y="46913"/>
                </a:lnTo>
                <a:lnTo>
                  <a:pt x="278130" y="8128"/>
                </a:lnTo>
                <a:lnTo>
                  <a:pt x="245910" y="0"/>
                </a:lnTo>
                <a:lnTo>
                  <a:pt x="224790" y="0"/>
                </a:lnTo>
                <a:lnTo>
                  <a:pt x="201930" y="7874"/>
                </a:lnTo>
                <a:lnTo>
                  <a:pt x="184150" y="22098"/>
                </a:lnTo>
                <a:lnTo>
                  <a:pt x="172974" y="42164"/>
                </a:lnTo>
                <a:lnTo>
                  <a:pt x="171704" y="54610"/>
                </a:lnTo>
                <a:lnTo>
                  <a:pt x="212090" y="54610"/>
                </a:lnTo>
                <a:lnTo>
                  <a:pt x="213614" y="45466"/>
                </a:lnTo>
                <a:lnTo>
                  <a:pt x="227330" y="34544"/>
                </a:lnTo>
                <a:lnTo>
                  <a:pt x="252476" y="35052"/>
                </a:lnTo>
                <a:lnTo>
                  <a:pt x="265595" y="46913"/>
                </a:lnTo>
                <a:lnTo>
                  <a:pt x="265684" y="74676"/>
                </a:lnTo>
                <a:lnTo>
                  <a:pt x="250698" y="88900"/>
                </a:lnTo>
                <a:lnTo>
                  <a:pt x="212852" y="88900"/>
                </a:lnTo>
                <a:lnTo>
                  <a:pt x="212852" y="121920"/>
                </a:lnTo>
                <a:lnTo>
                  <a:pt x="245452" y="121920"/>
                </a:lnTo>
                <a:lnTo>
                  <a:pt x="252399" y="122847"/>
                </a:lnTo>
                <a:lnTo>
                  <a:pt x="257213" y="125031"/>
                </a:lnTo>
                <a:lnTo>
                  <a:pt x="263271" y="129286"/>
                </a:lnTo>
                <a:lnTo>
                  <a:pt x="273304" y="136652"/>
                </a:lnTo>
                <a:lnTo>
                  <a:pt x="273304" y="166878"/>
                </a:lnTo>
                <a:lnTo>
                  <a:pt x="264160" y="174383"/>
                </a:lnTo>
                <a:lnTo>
                  <a:pt x="258610" y="178714"/>
                </a:lnTo>
                <a:lnTo>
                  <a:pt x="254063" y="180936"/>
                </a:lnTo>
                <a:lnTo>
                  <a:pt x="248094" y="181749"/>
                </a:lnTo>
                <a:lnTo>
                  <a:pt x="224345" y="181749"/>
                </a:lnTo>
                <a:lnTo>
                  <a:pt x="207264" y="171208"/>
                </a:lnTo>
                <a:lnTo>
                  <a:pt x="204470" y="157226"/>
                </a:lnTo>
                <a:lnTo>
                  <a:pt x="164338" y="157226"/>
                </a:lnTo>
                <a:lnTo>
                  <a:pt x="177800" y="194322"/>
                </a:lnTo>
                <a:lnTo>
                  <a:pt x="217627" y="214604"/>
                </a:lnTo>
                <a:lnTo>
                  <a:pt x="222669" y="215633"/>
                </a:lnTo>
                <a:lnTo>
                  <a:pt x="222084" y="215633"/>
                </a:lnTo>
                <a:lnTo>
                  <a:pt x="228561" y="216090"/>
                </a:lnTo>
                <a:lnTo>
                  <a:pt x="247294" y="216090"/>
                </a:lnTo>
                <a:lnTo>
                  <a:pt x="286575" y="204355"/>
                </a:lnTo>
                <a:lnTo>
                  <a:pt x="307543" y="181749"/>
                </a:lnTo>
                <a:lnTo>
                  <a:pt x="308737" y="179336"/>
                </a:lnTo>
                <a:lnTo>
                  <a:pt x="312039" y="172186"/>
                </a:lnTo>
                <a:lnTo>
                  <a:pt x="313753" y="166878"/>
                </a:lnTo>
                <a:lnTo>
                  <a:pt x="313842" y="166065"/>
                </a:lnTo>
                <a:lnTo>
                  <a:pt x="314363" y="161150"/>
                </a:lnTo>
                <a:lnTo>
                  <a:pt x="314477" y="142278"/>
                </a:lnTo>
                <a:close/>
              </a:path>
              <a:path w="585470" h="216535">
                <a:moveTo>
                  <a:pt x="427990" y="96520"/>
                </a:moveTo>
                <a:lnTo>
                  <a:pt x="333502" y="96520"/>
                </a:lnTo>
                <a:lnTo>
                  <a:pt x="333502" y="131318"/>
                </a:lnTo>
                <a:lnTo>
                  <a:pt x="427990" y="131318"/>
                </a:lnTo>
                <a:lnTo>
                  <a:pt x="427990" y="96520"/>
                </a:lnTo>
                <a:close/>
              </a:path>
              <a:path w="585470" h="216535">
                <a:moveTo>
                  <a:pt x="585228" y="7112"/>
                </a:moveTo>
                <a:lnTo>
                  <a:pt x="438912" y="7112"/>
                </a:lnTo>
                <a:lnTo>
                  <a:pt x="438912" y="41656"/>
                </a:lnTo>
                <a:lnTo>
                  <a:pt x="527824" y="41656"/>
                </a:lnTo>
                <a:lnTo>
                  <a:pt x="510832" y="87744"/>
                </a:lnTo>
                <a:lnTo>
                  <a:pt x="477456" y="174040"/>
                </a:lnTo>
                <a:lnTo>
                  <a:pt x="462026" y="212356"/>
                </a:lnTo>
                <a:lnTo>
                  <a:pt x="505968" y="212356"/>
                </a:lnTo>
                <a:lnTo>
                  <a:pt x="525767" y="163703"/>
                </a:lnTo>
                <a:lnTo>
                  <a:pt x="533781" y="143192"/>
                </a:lnTo>
                <a:lnTo>
                  <a:pt x="565200" y="61087"/>
                </a:lnTo>
                <a:lnTo>
                  <a:pt x="585228" y="7112"/>
                </a:lnTo>
                <a:close/>
              </a:path>
            </a:pathLst>
          </a:custGeom>
          <a:solidFill>
            <a:srgbClr val="002D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8424116" y="3566043"/>
            <a:ext cx="880110" cy="225425"/>
            <a:chOff x="8424116" y="3566043"/>
            <a:chExt cx="880110" cy="225425"/>
          </a:xfrm>
        </p:grpSpPr>
        <p:sp>
          <p:nvSpPr>
            <p:cNvPr id="19" name="object 19" descr=""/>
            <p:cNvSpPr/>
            <p:nvPr/>
          </p:nvSpPr>
          <p:spPr>
            <a:xfrm>
              <a:off x="8424113" y="3566045"/>
              <a:ext cx="647700" cy="225425"/>
            </a:xfrm>
            <a:custGeom>
              <a:avLst/>
              <a:gdLst/>
              <a:ahLst/>
              <a:cxnLst/>
              <a:rect l="l" t="t" r="r" b="b"/>
              <a:pathLst>
                <a:path w="647700" h="225425">
                  <a:moveTo>
                    <a:pt x="194030" y="193941"/>
                  </a:moveTo>
                  <a:lnTo>
                    <a:pt x="194017" y="176034"/>
                  </a:lnTo>
                  <a:lnTo>
                    <a:pt x="188976" y="162814"/>
                  </a:lnTo>
                  <a:lnTo>
                    <a:pt x="177800" y="152654"/>
                  </a:lnTo>
                  <a:lnTo>
                    <a:pt x="161290" y="146812"/>
                  </a:lnTo>
                  <a:lnTo>
                    <a:pt x="153416" y="146812"/>
                  </a:lnTo>
                  <a:lnTo>
                    <a:pt x="153416" y="182130"/>
                  </a:lnTo>
                  <a:lnTo>
                    <a:pt x="153416" y="187972"/>
                  </a:lnTo>
                  <a:lnTo>
                    <a:pt x="149352" y="193306"/>
                  </a:lnTo>
                  <a:lnTo>
                    <a:pt x="141986" y="193560"/>
                  </a:lnTo>
                  <a:lnTo>
                    <a:pt x="131064" y="193814"/>
                  </a:lnTo>
                  <a:lnTo>
                    <a:pt x="121412" y="193941"/>
                  </a:lnTo>
                  <a:lnTo>
                    <a:pt x="83312" y="193941"/>
                  </a:lnTo>
                  <a:lnTo>
                    <a:pt x="73660" y="193814"/>
                  </a:lnTo>
                  <a:lnTo>
                    <a:pt x="62738" y="193560"/>
                  </a:lnTo>
                  <a:lnTo>
                    <a:pt x="55372" y="193306"/>
                  </a:lnTo>
                  <a:lnTo>
                    <a:pt x="51308" y="187972"/>
                  </a:lnTo>
                  <a:lnTo>
                    <a:pt x="51308" y="182130"/>
                  </a:lnTo>
                  <a:lnTo>
                    <a:pt x="55372" y="177050"/>
                  </a:lnTo>
                  <a:lnTo>
                    <a:pt x="62738" y="176542"/>
                  </a:lnTo>
                  <a:lnTo>
                    <a:pt x="79121" y="176161"/>
                  </a:lnTo>
                  <a:lnTo>
                    <a:pt x="83312" y="176161"/>
                  </a:lnTo>
                  <a:lnTo>
                    <a:pt x="92964" y="176034"/>
                  </a:lnTo>
                  <a:lnTo>
                    <a:pt x="111760" y="176034"/>
                  </a:lnTo>
                  <a:lnTo>
                    <a:pt x="121412" y="176161"/>
                  </a:lnTo>
                  <a:lnTo>
                    <a:pt x="125603" y="176161"/>
                  </a:lnTo>
                  <a:lnTo>
                    <a:pt x="141986" y="176542"/>
                  </a:lnTo>
                  <a:lnTo>
                    <a:pt x="149352" y="177050"/>
                  </a:lnTo>
                  <a:lnTo>
                    <a:pt x="153416" y="182130"/>
                  </a:lnTo>
                  <a:lnTo>
                    <a:pt x="153416" y="146812"/>
                  </a:lnTo>
                  <a:lnTo>
                    <a:pt x="150368" y="146812"/>
                  </a:lnTo>
                  <a:lnTo>
                    <a:pt x="102362" y="146240"/>
                  </a:lnTo>
                  <a:lnTo>
                    <a:pt x="54356" y="146812"/>
                  </a:lnTo>
                  <a:lnTo>
                    <a:pt x="14960" y="164223"/>
                  </a:lnTo>
                  <a:lnTo>
                    <a:pt x="10579" y="175310"/>
                  </a:lnTo>
                  <a:lnTo>
                    <a:pt x="10693" y="193941"/>
                  </a:lnTo>
                  <a:lnTo>
                    <a:pt x="43688" y="223786"/>
                  </a:lnTo>
                  <a:lnTo>
                    <a:pt x="82651" y="224751"/>
                  </a:lnTo>
                  <a:lnTo>
                    <a:pt x="102362" y="224993"/>
                  </a:lnTo>
                  <a:lnTo>
                    <a:pt x="122072" y="224751"/>
                  </a:lnTo>
                  <a:lnTo>
                    <a:pt x="161036" y="223786"/>
                  </a:lnTo>
                  <a:lnTo>
                    <a:pt x="177038" y="217690"/>
                  </a:lnTo>
                  <a:lnTo>
                    <a:pt x="188214" y="207276"/>
                  </a:lnTo>
                  <a:lnTo>
                    <a:pt x="194030" y="193941"/>
                  </a:lnTo>
                  <a:close/>
                </a:path>
                <a:path w="647700" h="225425">
                  <a:moveTo>
                    <a:pt x="199644" y="90170"/>
                  </a:moveTo>
                  <a:lnTo>
                    <a:pt x="152654" y="39624"/>
                  </a:lnTo>
                  <a:lnTo>
                    <a:pt x="189484" y="39624"/>
                  </a:lnTo>
                  <a:lnTo>
                    <a:pt x="189484" y="5842"/>
                  </a:lnTo>
                  <a:lnTo>
                    <a:pt x="15748" y="5842"/>
                  </a:lnTo>
                  <a:lnTo>
                    <a:pt x="15748" y="39624"/>
                  </a:lnTo>
                  <a:lnTo>
                    <a:pt x="49276" y="39624"/>
                  </a:lnTo>
                  <a:lnTo>
                    <a:pt x="1778" y="90170"/>
                  </a:lnTo>
                  <a:lnTo>
                    <a:pt x="59436" y="90170"/>
                  </a:lnTo>
                  <a:lnTo>
                    <a:pt x="101600" y="43688"/>
                  </a:lnTo>
                  <a:lnTo>
                    <a:pt x="104902" y="39624"/>
                  </a:lnTo>
                  <a:lnTo>
                    <a:pt x="108204" y="39624"/>
                  </a:lnTo>
                  <a:lnTo>
                    <a:pt x="152908" y="90170"/>
                  </a:lnTo>
                  <a:lnTo>
                    <a:pt x="199644" y="90170"/>
                  </a:lnTo>
                  <a:close/>
                </a:path>
                <a:path w="647700" h="225425">
                  <a:moveTo>
                    <a:pt x="205232" y="104394"/>
                  </a:moveTo>
                  <a:lnTo>
                    <a:pt x="125730" y="104394"/>
                  </a:lnTo>
                  <a:lnTo>
                    <a:pt x="125730" y="71374"/>
                  </a:lnTo>
                  <a:lnTo>
                    <a:pt x="79502" y="71374"/>
                  </a:lnTo>
                  <a:lnTo>
                    <a:pt x="79502" y="104394"/>
                  </a:lnTo>
                  <a:lnTo>
                    <a:pt x="0" y="104394"/>
                  </a:lnTo>
                  <a:lnTo>
                    <a:pt x="0" y="136906"/>
                  </a:lnTo>
                  <a:lnTo>
                    <a:pt x="205232" y="136906"/>
                  </a:lnTo>
                  <a:lnTo>
                    <a:pt x="205232" y="104394"/>
                  </a:lnTo>
                  <a:close/>
                </a:path>
                <a:path w="647700" h="225425">
                  <a:moveTo>
                    <a:pt x="348234" y="81534"/>
                  </a:moveTo>
                  <a:lnTo>
                    <a:pt x="347611" y="79502"/>
                  </a:lnTo>
                  <a:lnTo>
                    <a:pt x="344424" y="69088"/>
                  </a:lnTo>
                  <a:lnTo>
                    <a:pt x="335788" y="59690"/>
                  </a:lnTo>
                  <a:lnTo>
                    <a:pt x="321564" y="54356"/>
                  </a:lnTo>
                  <a:lnTo>
                    <a:pt x="311150" y="54356"/>
                  </a:lnTo>
                  <a:lnTo>
                    <a:pt x="307086" y="54254"/>
                  </a:lnTo>
                  <a:lnTo>
                    <a:pt x="307086" y="83312"/>
                  </a:lnTo>
                  <a:lnTo>
                    <a:pt x="307086" y="93218"/>
                  </a:lnTo>
                  <a:lnTo>
                    <a:pt x="300736" y="96520"/>
                  </a:lnTo>
                  <a:lnTo>
                    <a:pt x="297180" y="97028"/>
                  </a:lnTo>
                  <a:lnTo>
                    <a:pt x="286258" y="97536"/>
                  </a:lnTo>
                  <a:lnTo>
                    <a:pt x="281178" y="97536"/>
                  </a:lnTo>
                  <a:lnTo>
                    <a:pt x="270256" y="97028"/>
                  </a:lnTo>
                  <a:lnTo>
                    <a:pt x="266700" y="96520"/>
                  </a:lnTo>
                  <a:lnTo>
                    <a:pt x="260350" y="93218"/>
                  </a:lnTo>
                  <a:lnTo>
                    <a:pt x="260350" y="83312"/>
                  </a:lnTo>
                  <a:lnTo>
                    <a:pt x="266700" y="80264"/>
                  </a:lnTo>
                  <a:lnTo>
                    <a:pt x="270256" y="79756"/>
                  </a:lnTo>
                  <a:lnTo>
                    <a:pt x="275336" y="79502"/>
                  </a:lnTo>
                  <a:lnTo>
                    <a:pt x="292100" y="79502"/>
                  </a:lnTo>
                  <a:lnTo>
                    <a:pt x="297180" y="79756"/>
                  </a:lnTo>
                  <a:lnTo>
                    <a:pt x="300736" y="80264"/>
                  </a:lnTo>
                  <a:lnTo>
                    <a:pt x="307086" y="83312"/>
                  </a:lnTo>
                  <a:lnTo>
                    <a:pt x="307086" y="54254"/>
                  </a:lnTo>
                  <a:lnTo>
                    <a:pt x="301498" y="54102"/>
                  </a:lnTo>
                  <a:lnTo>
                    <a:pt x="265684" y="54102"/>
                  </a:lnTo>
                  <a:lnTo>
                    <a:pt x="256286" y="54356"/>
                  </a:lnTo>
                  <a:lnTo>
                    <a:pt x="245872" y="54356"/>
                  </a:lnTo>
                  <a:lnTo>
                    <a:pt x="231648" y="59944"/>
                  </a:lnTo>
                  <a:lnTo>
                    <a:pt x="223012" y="69088"/>
                  </a:lnTo>
                  <a:lnTo>
                    <a:pt x="219202" y="81534"/>
                  </a:lnTo>
                  <a:lnTo>
                    <a:pt x="219202" y="95250"/>
                  </a:lnTo>
                  <a:lnTo>
                    <a:pt x="223520" y="107696"/>
                  </a:lnTo>
                  <a:lnTo>
                    <a:pt x="232410" y="117094"/>
                  </a:lnTo>
                  <a:lnTo>
                    <a:pt x="246126" y="122936"/>
                  </a:lnTo>
                  <a:lnTo>
                    <a:pt x="278130" y="123698"/>
                  </a:lnTo>
                  <a:lnTo>
                    <a:pt x="289306" y="123698"/>
                  </a:lnTo>
                  <a:lnTo>
                    <a:pt x="321056" y="122936"/>
                  </a:lnTo>
                  <a:lnTo>
                    <a:pt x="335026" y="117094"/>
                  </a:lnTo>
                  <a:lnTo>
                    <a:pt x="343916" y="107696"/>
                  </a:lnTo>
                  <a:lnTo>
                    <a:pt x="347446" y="97536"/>
                  </a:lnTo>
                  <a:lnTo>
                    <a:pt x="347535" y="97282"/>
                  </a:lnTo>
                  <a:lnTo>
                    <a:pt x="347624" y="97028"/>
                  </a:lnTo>
                  <a:lnTo>
                    <a:pt x="348234" y="95250"/>
                  </a:lnTo>
                  <a:lnTo>
                    <a:pt x="348234" y="81534"/>
                  </a:lnTo>
                  <a:close/>
                </a:path>
                <a:path w="647700" h="225425">
                  <a:moveTo>
                    <a:pt x="351028" y="16764"/>
                  </a:moveTo>
                  <a:lnTo>
                    <a:pt x="312674" y="16764"/>
                  </a:lnTo>
                  <a:lnTo>
                    <a:pt x="315722" y="0"/>
                  </a:lnTo>
                  <a:lnTo>
                    <a:pt x="262636" y="0"/>
                  </a:lnTo>
                  <a:lnTo>
                    <a:pt x="259080" y="16764"/>
                  </a:lnTo>
                  <a:lnTo>
                    <a:pt x="216154" y="16764"/>
                  </a:lnTo>
                  <a:lnTo>
                    <a:pt x="216154" y="46482"/>
                  </a:lnTo>
                  <a:lnTo>
                    <a:pt x="351028" y="46482"/>
                  </a:lnTo>
                  <a:lnTo>
                    <a:pt x="351028" y="16764"/>
                  </a:lnTo>
                  <a:close/>
                </a:path>
                <a:path w="647700" h="225425">
                  <a:moveTo>
                    <a:pt x="409194" y="133096"/>
                  </a:moveTo>
                  <a:lnTo>
                    <a:pt x="368046" y="133096"/>
                  </a:lnTo>
                  <a:lnTo>
                    <a:pt x="368046" y="148336"/>
                  </a:lnTo>
                  <a:lnTo>
                    <a:pt x="368046" y="178320"/>
                  </a:lnTo>
                  <a:lnTo>
                    <a:pt x="368046" y="192036"/>
                  </a:lnTo>
                  <a:lnTo>
                    <a:pt x="270002" y="192036"/>
                  </a:lnTo>
                  <a:lnTo>
                    <a:pt x="270002" y="178320"/>
                  </a:lnTo>
                  <a:lnTo>
                    <a:pt x="368046" y="178320"/>
                  </a:lnTo>
                  <a:lnTo>
                    <a:pt x="368046" y="148336"/>
                  </a:lnTo>
                  <a:lnTo>
                    <a:pt x="270002" y="148336"/>
                  </a:lnTo>
                  <a:lnTo>
                    <a:pt x="270002" y="133096"/>
                  </a:lnTo>
                  <a:lnTo>
                    <a:pt x="228854" y="133096"/>
                  </a:lnTo>
                  <a:lnTo>
                    <a:pt x="228854" y="223786"/>
                  </a:lnTo>
                  <a:lnTo>
                    <a:pt x="409194" y="223786"/>
                  </a:lnTo>
                  <a:lnTo>
                    <a:pt x="409194" y="192036"/>
                  </a:lnTo>
                  <a:lnTo>
                    <a:pt x="409194" y="178320"/>
                  </a:lnTo>
                  <a:lnTo>
                    <a:pt x="409194" y="148336"/>
                  </a:lnTo>
                  <a:lnTo>
                    <a:pt x="409194" y="133096"/>
                  </a:lnTo>
                  <a:close/>
                </a:path>
                <a:path w="647700" h="225425">
                  <a:moveTo>
                    <a:pt x="437134" y="45212"/>
                  </a:moveTo>
                  <a:lnTo>
                    <a:pt x="409194" y="45212"/>
                  </a:lnTo>
                  <a:lnTo>
                    <a:pt x="409194" y="5842"/>
                  </a:lnTo>
                  <a:lnTo>
                    <a:pt x="368046" y="5842"/>
                  </a:lnTo>
                  <a:lnTo>
                    <a:pt x="368046" y="123698"/>
                  </a:lnTo>
                  <a:lnTo>
                    <a:pt x="409194" y="123698"/>
                  </a:lnTo>
                  <a:lnTo>
                    <a:pt x="409194" y="80264"/>
                  </a:lnTo>
                  <a:lnTo>
                    <a:pt x="437134" y="80264"/>
                  </a:lnTo>
                  <a:lnTo>
                    <a:pt x="437134" y="45212"/>
                  </a:lnTo>
                  <a:close/>
                </a:path>
                <a:path w="647700" h="225425">
                  <a:moveTo>
                    <a:pt x="644398" y="5842"/>
                  </a:moveTo>
                  <a:lnTo>
                    <a:pt x="603250" y="5842"/>
                  </a:lnTo>
                  <a:lnTo>
                    <a:pt x="603250" y="34798"/>
                  </a:lnTo>
                  <a:lnTo>
                    <a:pt x="554228" y="34798"/>
                  </a:lnTo>
                  <a:lnTo>
                    <a:pt x="545084" y="6350"/>
                  </a:lnTo>
                  <a:lnTo>
                    <a:pt x="496824" y="6350"/>
                  </a:lnTo>
                  <a:lnTo>
                    <a:pt x="442722" y="103378"/>
                  </a:lnTo>
                  <a:lnTo>
                    <a:pt x="487172" y="103378"/>
                  </a:lnTo>
                  <a:lnTo>
                    <a:pt x="520446" y="44450"/>
                  </a:lnTo>
                  <a:lnTo>
                    <a:pt x="520700" y="45720"/>
                  </a:lnTo>
                  <a:lnTo>
                    <a:pt x="538988" y="102616"/>
                  </a:lnTo>
                  <a:lnTo>
                    <a:pt x="575818" y="102616"/>
                  </a:lnTo>
                  <a:lnTo>
                    <a:pt x="566420" y="73406"/>
                  </a:lnTo>
                  <a:lnTo>
                    <a:pt x="603250" y="73406"/>
                  </a:lnTo>
                  <a:lnTo>
                    <a:pt x="603250" y="107188"/>
                  </a:lnTo>
                  <a:lnTo>
                    <a:pt x="644398" y="107188"/>
                  </a:lnTo>
                  <a:lnTo>
                    <a:pt x="644398" y="73406"/>
                  </a:lnTo>
                  <a:lnTo>
                    <a:pt x="644398" y="44450"/>
                  </a:lnTo>
                  <a:lnTo>
                    <a:pt x="644398" y="34798"/>
                  </a:lnTo>
                  <a:lnTo>
                    <a:pt x="644398" y="5842"/>
                  </a:lnTo>
                  <a:close/>
                </a:path>
                <a:path w="647700" h="225425">
                  <a:moveTo>
                    <a:pt x="647192" y="192290"/>
                  </a:moveTo>
                  <a:lnTo>
                    <a:pt x="507238" y="192290"/>
                  </a:lnTo>
                  <a:lnTo>
                    <a:pt x="507238" y="182638"/>
                  </a:lnTo>
                  <a:lnTo>
                    <a:pt x="644652" y="182638"/>
                  </a:lnTo>
                  <a:lnTo>
                    <a:pt x="644652" y="113284"/>
                  </a:lnTo>
                  <a:lnTo>
                    <a:pt x="463296" y="113284"/>
                  </a:lnTo>
                  <a:lnTo>
                    <a:pt x="463296" y="144526"/>
                  </a:lnTo>
                  <a:lnTo>
                    <a:pt x="600964" y="144526"/>
                  </a:lnTo>
                  <a:lnTo>
                    <a:pt x="600964" y="153162"/>
                  </a:lnTo>
                  <a:lnTo>
                    <a:pt x="463296" y="153162"/>
                  </a:lnTo>
                  <a:lnTo>
                    <a:pt x="463296" y="223532"/>
                  </a:lnTo>
                  <a:lnTo>
                    <a:pt x="647192" y="223532"/>
                  </a:lnTo>
                  <a:lnTo>
                    <a:pt x="647192" y="192290"/>
                  </a:lnTo>
                  <a:close/>
                </a:path>
              </a:pathLst>
            </a:custGeom>
            <a:solidFill>
              <a:srgbClr val="002D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02558" y="3571885"/>
              <a:ext cx="201424" cy="212346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93593" y="3568583"/>
            <a:ext cx="377194" cy="215648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9845167" y="3571885"/>
            <a:ext cx="659765" cy="217804"/>
            <a:chOff x="9845167" y="3571885"/>
            <a:chExt cx="659765" cy="217804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5167" y="3571885"/>
              <a:ext cx="204472" cy="21768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80882" y="3571885"/>
              <a:ext cx="423677" cy="212346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6285204" y="4123067"/>
            <a:ext cx="3468370" cy="1103630"/>
          </a:xfrm>
          <a:custGeom>
            <a:avLst/>
            <a:gdLst/>
            <a:ahLst/>
            <a:cxnLst/>
            <a:rect l="l" t="t" r="r" b="b"/>
            <a:pathLst>
              <a:path w="3468370" h="1103629">
                <a:moveTo>
                  <a:pt x="646430" y="31750"/>
                </a:moveTo>
                <a:lnTo>
                  <a:pt x="0" y="31750"/>
                </a:lnTo>
                <a:lnTo>
                  <a:pt x="0" y="209550"/>
                </a:lnTo>
                <a:lnTo>
                  <a:pt x="427990" y="209550"/>
                </a:lnTo>
                <a:lnTo>
                  <a:pt x="427990" y="226060"/>
                </a:lnTo>
                <a:lnTo>
                  <a:pt x="411607" y="283387"/>
                </a:lnTo>
                <a:lnTo>
                  <a:pt x="364451" y="331457"/>
                </a:lnTo>
                <a:lnTo>
                  <a:pt x="330263" y="351701"/>
                </a:lnTo>
                <a:lnTo>
                  <a:pt x="289496" y="369277"/>
                </a:lnTo>
                <a:lnTo>
                  <a:pt x="242519" y="384048"/>
                </a:lnTo>
                <a:lnTo>
                  <a:pt x="189712" y="395909"/>
                </a:lnTo>
                <a:lnTo>
                  <a:pt x="131445" y="404723"/>
                </a:lnTo>
                <a:lnTo>
                  <a:pt x="68084" y="410375"/>
                </a:lnTo>
                <a:lnTo>
                  <a:pt x="0" y="412750"/>
                </a:lnTo>
                <a:lnTo>
                  <a:pt x="0" y="594360"/>
                </a:lnTo>
                <a:lnTo>
                  <a:pt x="58102" y="593369"/>
                </a:lnTo>
                <a:lnTo>
                  <a:pt x="114376" y="590397"/>
                </a:lnTo>
                <a:lnTo>
                  <a:pt x="168681" y="585368"/>
                </a:lnTo>
                <a:lnTo>
                  <a:pt x="220865" y="578218"/>
                </a:lnTo>
                <a:lnTo>
                  <a:pt x="270789" y="568896"/>
                </a:lnTo>
                <a:lnTo>
                  <a:pt x="318274" y="557364"/>
                </a:lnTo>
                <a:lnTo>
                  <a:pt x="363194" y="543534"/>
                </a:lnTo>
                <a:lnTo>
                  <a:pt x="405384" y="527380"/>
                </a:lnTo>
                <a:lnTo>
                  <a:pt x="444703" y="508825"/>
                </a:lnTo>
                <a:lnTo>
                  <a:pt x="480987" y="487819"/>
                </a:lnTo>
                <a:lnTo>
                  <a:pt x="514108" y="464299"/>
                </a:lnTo>
                <a:lnTo>
                  <a:pt x="543890" y="438213"/>
                </a:lnTo>
                <a:lnTo>
                  <a:pt x="570179" y="409511"/>
                </a:lnTo>
                <a:lnTo>
                  <a:pt x="592848" y="378129"/>
                </a:lnTo>
                <a:lnTo>
                  <a:pt x="611733" y="344017"/>
                </a:lnTo>
                <a:lnTo>
                  <a:pt x="626694" y="307111"/>
                </a:lnTo>
                <a:lnTo>
                  <a:pt x="637552" y="267347"/>
                </a:lnTo>
                <a:lnTo>
                  <a:pt x="644194" y="224688"/>
                </a:lnTo>
                <a:lnTo>
                  <a:pt x="646430" y="179070"/>
                </a:lnTo>
                <a:lnTo>
                  <a:pt x="646430" y="31750"/>
                </a:lnTo>
                <a:close/>
              </a:path>
              <a:path w="3468370" h="1103629">
                <a:moveTo>
                  <a:pt x="999490" y="643890"/>
                </a:moveTo>
                <a:lnTo>
                  <a:pt x="784860" y="643890"/>
                </a:lnTo>
                <a:lnTo>
                  <a:pt x="784860" y="820420"/>
                </a:lnTo>
                <a:lnTo>
                  <a:pt x="784860" y="927100"/>
                </a:lnTo>
                <a:lnTo>
                  <a:pt x="256540" y="927100"/>
                </a:lnTo>
                <a:lnTo>
                  <a:pt x="256540" y="820420"/>
                </a:lnTo>
                <a:lnTo>
                  <a:pt x="784860" y="820420"/>
                </a:lnTo>
                <a:lnTo>
                  <a:pt x="784860" y="643890"/>
                </a:lnTo>
                <a:lnTo>
                  <a:pt x="41910" y="643890"/>
                </a:lnTo>
                <a:lnTo>
                  <a:pt x="41910" y="1103630"/>
                </a:lnTo>
                <a:lnTo>
                  <a:pt x="999490" y="1103630"/>
                </a:lnTo>
                <a:lnTo>
                  <a:pt x="999490" y="927100"/>
                </a:lnTo>
                <a:lnTo>
                  <a:pt x="999490" y="820420"/>
                </a:lnTo>
                <a:lnTo>
                  <a:pt x="999490" y="643890"/>
                </a:lnTo>
                <a:close/>
              </a:path>
              <a:path w="3468370" h="1103629">
                <a:moveTo>
                  <a:pt x="1126490" y="199390"/>
                </a:moveTo>
                <a:lnTo>
                  <a:pt x="999490" y="199390"/>
                </a:lnTo>
                <a:lnTo>
                  <a:pt x="999490" y="19050"/>
                </a:lnTo>
                <a:lnTo>
                  <a:pt x="784860" y="19050"/>
                </a:lnTo>
                <a:lnTo>
                  <a:pt x="784860" y="605790"/>
                </a:lnTo>
                <a:lnTo>
                  <a:pt x="999490" y="605790"/>
                </a:lnTo>
                <a:lnTo>
                  <a:pt x="999490" y="407670"/>
                </a:lnTo>
                <a:lnTo>
                  <a:pt x="1126490" y="407670"/>
                </a:lnTo>
                <a:lnTo>
                  <a:pt x="1126490" y="199390"/>
                </a:lnTo>
                <a:close/>
              </a:path>
              <a:path w="3468370" h="1103629">
                <a:moveTo>
                  <a:pt x="1932940" y="928370"/>
                </a:moveTo>
                <a:lnTo>
                  <a:pt x="1795932" y="735330"/>
                </a:lnTo>
                <a:lnTo>
                  <a:pt x="1619250" y="486410"/>
                </a:lnTo>
                <a:lnTo>
                  <a:pt x="1627708" y="443331"/>
                </a:lnTo>
                <a:lnTo>
                  <a:pt x="1635290" y="398767"/>
                </a:lnTo>
                <a:lnTo>
                  <a:pt x="1641970" y="352780"/>
                </a:lnTo>
                <a:lnTo>
                  <a:pt x="1647698" y="305371"/>
                </a:lnTo>
                <a:lnTo>
                  <a:pt x="1652460" y="256578"/>
                </a:lnTo>
                <a:lnTo>
                  <a:pt x="1656219" y="206438"/>
                </a:lnTo>
                <a:lnTo>
                  <a:pt x="1658950" y="154990"/>
                </a:lnTo>
                <a:lnTo>
                  <a:pt x="1660601" y="102247"/>
                </a:lnTo>
                <a:lnTo>
                  <a:pt x="1661160" y="48260"/>
                </a:lnTo>
                <a:lnTo>
                  <a:pt x="1442720" y="40640"/>
                </a:lnTo>
                <a:lnTo>
                  <a:pt x="1442593" y="48260"/>
                </a:lnTo>
                <a:lnTo>
                  <a:pt x="1441577" y="111074"/>
                </a:lnTo>
                <a:lnTo>
                  <a:pt x="1438592" y="179108"/>
                </a:lnTo>
                <a:lnTo>
                  <a:pt x="1433791" y="244602"/>
                </a:lnTo>
                <a:lnTo>
                  <a:pt x="1427238" y="307416"/>
                </a:lnTo>
                <a:lnTo>
                  <a:pt x="1418996" y="367411"/>
                </a:lnTo>
                <a:lnTo>
                  <a:pt x="1409077" y="424434"/>
                </a:lnTo>
                <a:lnTo>
                  <a:pt x="1397571" y="478345"/>
                </a:lnTo>
                <a:lnTo>
                  <a:pt x="1384503" y="529031"/>
                </a:lnTo>
                <a:lnTo>
                  <a:pt x="1369923" y="576313"/>
                </a:lnTo>
                <a:lnTo>
                  <a:pt x="1353883" y="620077"/>
                </a:lnTo>
                <a:lnTo>
                  <a:pt x="1336421" y="660158"/>
                </a:lnTo>
                <a:lnTo>
                  <a:pt x="1317612" y="696442"/>
                </a:lnTo>
                <a:lnTo>
                  <a:pt x="1276096" y="756996"/>
                </a:lnTo>
                <a:lnTo>
                  <a:pt x="1229715" y="800633"/>
                </a:lnTo>
                <a:lnTo>
                  <a:pt x="1178864" y="826185"/>
                </a:lnTo>
                <a:lnTo>
                  <a:pt x="1151890" y="831850"/>
                </a:lnTo>
                <a:lnTo>
                  <a:pt x="1151890" y="1052830"/>
                </a:lnTo>
                <a:lnTo>
                  <a:pt x="1196187" y="1049718"/>
                </a:lnTo>
                <a:lnTo>
                  <a:pt x="1238948" y="1041184"/>
                </a:lnTo>
                <a:lnTo>
                  <a:pt x="1280096" y="1027290"/>
                </a:lnTo>
                <a:lnTo>
                  <a:pt x="1319555" y="1008138"/>
                </a:lnTo>
                <a:lnTo>
                  <a:pt x="1357249" y="983843"/>
                </a:lnTo>
                <a:lnTo>
                  <a:pt x="1393101" y="954493"/>
                </a:lnTo>
                <a:lnTo>
                  <a:pt x="1427010" y="920191"/>
                </a:lnTo>
                <a:lnTo>
                  <a:pt x="1458925" y="881024"/>
                </a:lnTo>
                <a:lnTo>
                  <a:pt x="1488732" y="837095"/>
                </a:lnTo>
                <a:lnTo>
                  <a:pt x="1516380" y="788492"/>
                </a:lnTo>
                <a:lnTo>
                  <a:pt x="1541780" y="735330"/>
                </a:lnTo>
                <a:lnTo>
                  <a:pt x="1757680" y="1051560"/>
                </a:lnTo>
                <a:lnTo>
                  <a:pt x="1932940" y="928370"/>
                </a:lnTo>
                <a:close/>
              </a:path>
              <a:path w="3468370" h="1103629">
                <a:moveTo>
                  <a:pt x="2297430" y="415290"/>
                </a:moveTo>
                <a:lnTo>
                  <a:pt x="2170430" y="415290"/>
                </a:lnTo>
                <a:lnTo>
                  <a:pt x="2170430" y="19050"/>
                </a:lnTo>
                <a:lnTo>
                  <a:pt x="1955800" y="19050"/>
                </a:lnTo>
                <a:lnTo>
                  <a:pt x="1955800" y="1103630"/>
                </a:lnTo>
                <a:lnTo>
                  <a:pt x="2170430" y="1103630"/>
                </a:lnTo>
                <a:lnTo>
                  <a:pt x="2170430" y="623570"/>
                </a:lnTo>
                <a:lnTo>
                  <a:pt x="2297430" y="623570"/>
                </a:lnTo>
                <a:lnTo>
                  <a:pt x="2297430" y="415290"/>
                </a:lnTo>
                <a:close/>
              </a:path>
              <a:path w="3468370" h="1103629">
                <a:moveTo>
                  <a:pt x="3012440" y="457200"/>
                </a:moveTo>
                <a:lnTo>
                  <a:pt x="3007055" y="417131"/>
                </a:lnTo>
                <a:lnTo>
                  <a:pt x="3004032" y="410210"/>
                </a:lnTo>
                <a:lnTo>
                  <a:pt x="2991561" y="381622"/>
                </a:lnTo>
                <a:lnTo>
                  <a:pt x="2966948" y="350710"/>
                </a:lnTo>
                <a:lnTo>
                  <a:pt x="2934220" y="324434"/>
                </a:lnTo>
                <a:lnTo>
                  <a:pt x="2894368" y="302844"/>
                </a:lnTo>
                <a:lnTo>
                  <a:pt x="2848368" y="285978"/>
                </a:lnTo>
                <a:lnTo>
                  <a:pt x="2811780" y="277329"/>
                </a:lnTo>
                <a:lnTo>
                  <a:pt x="2811780" y="457200"/>
                </a:lnTo>
                <a:lnTo>
                  <a:pt x="2802636" y="477393"/>
                </a:lnTo>
                <a:lnTo>
                  <a:pt x="2776690" y="492125"/>
                </a:lnTo>
                <a:lnTo>
                  <a:pt x="2736227" y="501129"/>
                </a:lnTo>
                <a:lnTo>
                  <a:pt x="2683510" y="504190"/>
                </a:lnTo>
                <a:lnTo>
                  <a:pt x="2630779" y="501129"/>
                </a:lnTo>
                <a:lnTo>
                  <a:pt x="2590317" y="492125"/>
                </a:lnTo>
                <a:lnTo>
                  <a:pt x="2564384" y="477393"/>
                </a:lnTo>
                <a:lnTo>
                  <a:pt x="2555240" y="457200"/>
                </a:lnTo>
                <a:lnTo>
                  <a:pt x="2564384" y="436994"/>
                </a:lnTo>
                <a:lnTo>
                  <a:pt x="2590317" y="422275"/>
                </a:lnTo>
                <a:lnTo>
                  <a:pt x="2630779" y="413258"/>
                </a:lnTo>
                <a:lnTo>
                  <a:pt x="2683510" y="410210"/>
                </a:lnTo>
                <a:lnTo>
                  <a:pt x="2736227" y="413258"/>
                </a:lnTo>
                <a:lnTo>
                  <a:pt x="2776690" y="422275"/>
                </a:lnTo>
                <a:lnTo>
                  <a:pt x="2802636" y="436994"/>
                </a:lnTo>
                <a:lnTo>
                  <a:pt x="2811780" y="457200"/>
                </a:lnTo>
                <a:lnTo>
                  <a:pt x="2811780" y="277329"/>
                </a:lnTo>
                <a:lnTo>
                  <a:pt x="2797238" y="273888"/>
                </a:lnTo>
                <a:lnTo>
                  <a:pt x="2741955" y="266598"/>
                </a:lnTo>
                <a:lnTo>
                  <a:pt x="2683510" y="264160"/>
                </a:lnTo>
                <a:lnTo>
                  <a:pt x="2625026" y="266598"/>
                </a:lnTo>
                <a:lnTo>
                  <a:pt x="2569616" y="273888"/>
                </a:lnTo>
                <a:lnTo>
                  <a:pt x="2518321" y="285978"/>
                </a:lnTo>
                <a:lnTo>
                  <a:pt x="2472118" y="302844"/>
                </a:lnTo>
                <a:lnTo>
                  <a:pt x="2432050" y="324434"/>
                </a:lnTo>
                <a:lnTo>
                  <a:pt x="2399119" y="350710"/>
                </a:lnTo>
                <a:lnTo>
                  <a:pt x="2374341" y="381622"/>
                </a:lnTo>
                <a:lnTo>
                  <a:pt x="2358733" y="417131"/>
                </a:lnTo>
                <a:lnTo>
                  <a:pt x="2353310" y="457200"/>
                </a:lnTo>
                <a:lnTo>
                  <a:pt x="2358733" y="497268"/>
                </a:lnTo>
                <a:lnTo>
                  <a:pt x="2374341" y="532777"/>
                </a:lnTo>
                <a:lnTo>
                  <a:pt x="2399119" y="563689"/>
                </a:lnTo>
                <a:lnTo>
                  <a:pt x="2432050" y="589953"/>
                </a:lnTo>
                <a:lnTo>
                  <a:pt x="2472118" y="611543"/>
                </a:lnTo>
                <a:lnTo>
                  <a:pt x="2518321" y="628408"/>
                </a:lnTo>
                <a:lnTo>
                  <a:pt x="2569616" y="640511"/>
                </a:lnTo>
                <a:lnTo>
                  <a:pt x="2625026" y="647801"/>
                </a:lnTo>
                <a:lnTo>
                  <a:pt x="2683510" y="650240"/>
                </a:lnTo>
                <a:lnTo>
                  <a:pt x="2741955" y="647801"/>
                </a:lnTo>
                <a:lnTo>
                  <a:pt x="2797238" y="640511"/>
                </a:lnTo>
                <a:lnTo>
                  <a:pt x="2848368" y="628408"/>
                </a:lnTo>
                <a:lnTo>
                  <a:pt x="2894368" y="611543"/>
                </a:lnTo>
                <a:lnTo>
                  <a:pt x="2934220" y="589953"/>
                </a:lnTo>
                <a:lnTo>
                  <a:pt x="2966948" y="563689"/>
                </a:lnTo>
                <a:lnTo>
                  <a:pt x="2991561" y="532777"/>
                </a:lnTo>
                <a:lnTo>
                  <a:pt x="3004032" y="504190"/>
                </a:lnTo>
                <a:lnTo>
                  <a:pt x="3007055" y="497268"/>
                </a:lnTo>
                <a:lnTo>
                  <a:pt x="3012440" y="457200"/>
                </a:lnTo>
                <a:close/>
              </a:path>
              <a:path w="3468370" h="1103629">
                <a:moveTo>
                  <a:pt x="3054350" y="82550"/>
                </a:moveTo>
                <a:lnTo>
                  <a:pt x="2792730" y="82550"/>
                </a:lnTo>
                <a:lnTo>
                  <a:pt x="2792730" y="0"/>
                </a:lnTo>
                <a:lnTo>
                  <a:pt x="2574290" y="0"/>
                </a:lnTo>
                <a:lnTo>
                  <a:pt x="2574290" y="82550"/>
                </a:lnTo>
                <a:lnTo>
                  <a:pt x="2312670" y="82550"/>
                </a:lnTo>
                <a:lnTo>
                  <a:pt x="2312670" y="237490"/>
                </a:lnTo>
                <a:lnTo>
                  <a:pt x="3054350" y="237490"/>
                </a:lnTo>
                <a:lnTo>
                  <a:pt x="3054350" y="82550"/>
                </a:lnTo>
                <a:close/>
              </a:path>
              <a:path w="3468370" h="1103629">
                <a:moveTo>
                  <a:pt x="3341370" y="670560"/>
                </a:moveTo>
                <a:lnTo>
                  <a:pt x="3133090" y="670560"/>
                </a:lnTo>
                <a:lnTo>
                  <a:pt x="3133090" y="731520"/>
                </a:lnTo>
                <a:lnTo>
                  <a:pt x="3133090" y="882650"/>
                </a:lnTo>
                <a:lnTo>
                  <a:pt x="3133090" y="943610"/>
                </a:lnTo>
                <a:lnTo>
                  <a:pt x="2592070" y="943610"/>
                </a:lnTo>
                <a:lnTo>
                  <a:pt x="2592070" y="882650"/>
                </a:lnTo>
                <a:lnTo>
                  <a:pt x="3133090" y="882650"/>
                </a:lnTo>
                <a:lnTo>
                  <a:pt x="3133090" y="731520"/>
                </a:lnTo>
                <a:lnTo>
                  <a:pt x="2592070" y="731520"/>
                </a:lnTo>
                <a:lnTo>
                  <a:pt x="2592070" y="670560"/>
                </a:lnTo>
                <a:lnTo>
                  <a:pt x="2383790" y="670560"/>
                </a:lnTo>
                <a:lnTo>
                  <a:pt x="2383790" y="1103630"/>
                </a:lnTo>
                <a:lnTo>
                  <a:pt x="3341370" y="1103630"/>
                </a:lnTo>
                <a:lnTo>
                  <a:pt x="3341370" y="943610"/>
                </a:lnTo>
                <a:lnTo>
                  <a:pt x="3341370" y="882650"/>
                </a:lnTo>
                <a:lnTo>
                  <a:pt x="3341370" y="731520"/>
                </a:lnTo>
                <a:lnTo>
                  <a:pt x="3341370" y="670560"/>
                </a:lnTo>
                <a:close/>
              </a:path>
              <a:path w="3468370" h="1103629">
                <a:moveTo>
                  <a:pt x="3468370" y="203200"/>
                </a:moveTo>
                <a:lnTo>
                  <a:pt x="3341370" y="203200"/>
                </a:lnTo>
                <a:lnTo>
                  <a:pt x="3341370" y="19050"/>
                </a:lnTo>
                <a:lnTo>
                  <a:pt x="3126740" y="19050"/>
                </a:lnTo>
                <a:lnTo>
                  <a:pt x="3126740" y="632460"/>
                </a:lnTo>
                <a:lnTo>
                  <a:pt x="3341370" y="632460"/>
                </a:lnTo>
                <a:lnTo>
                  <a:pt x="3341370" y="403860"/>
                </a:lnTo>
                <a:lnTo>
                  <a:pt x="3468370" y="403860"/>
                </a:lnTo>
                <a:lnTo>
                  <a:pt x="3468370" y="203200"/>
                </a:lnTo>
                <a:close/>
              </a:path>
            </a:pathLst>
          </a:custGeom>
          <a:solidFill>
            <a:srgbClr val="237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9827237" y="4142108"/>
            <a:ext cx="1000760" cy="1084580"/>
          </a:xfrm>
          <a:custGeom>
            <a:avLst/>
            <a:gdLst/>
            <a:ahLst/>
            <a:cxnLst/>
            <a:rect l="l" t="t" r="r" b="b"/>
            <a:pathLst>
              <a:path w="1000759" h="1084579">
                <a:moveTo>
                  <a:pt x="1000757" y="1084577"/>
                </a:moveTo>
                <a:lnTo>
                  <a:pt x="786128" y="1084577"/>
                </a:lnTo>
                <a:lnTo>
                  <a:pt x="786128" y="0"/>
                </a:lnTo>
                <a:lnTo>
                  <a:pt x="1000757" y="0"/>
                </a:lnTo>
                <a:lnTo>
                  <a:pt x="1000757" y="1084577"/>
                </a:lnTo>
                <a:close/>
              </a:path>
              <a:path w="1000759" h="1084579">
                <a:moveTo>
                  <a:pt x="448308" y="1033777"/>
                </a:moveTo>
                <a:lnTo>
                  <a:pt x="0" y="1033777"/>
                </a:lnTo>
                <a:lnTo>
                  <a:pt x="0" y="19049"/>
                </a:lnTo>
                <a:lnTo>
                  <a:pt x="220979" y="19049"/>
                </a:lnTo>
                <a:lnTo>
                  <a:pt x="220979" y="838197"/>
                </a:lnTo>
                <a:lnTo>
                  <a:pt x="728978" y="838197"/>
                </a:lnTo>
                <a:lnTo>
                  <a:pt x="728978" y="981707"/>
                </a:lnTo>
                <a:lnTo>
                  <a:pt x="692489" y="997029"/>
                </a:lnTo>
                <a:lnTo>
                  <a:pt x="650003" y="1009882"/>
                </a:lnTo>
                <a:lnTo>
                  <a:pt x="602931" y="1020124"/>
                </a:lnTo>
                <a:lnTo>
                  <a:pt x="552683" y="1027615"/>
                </a:lnTo>
                <a:lnTo>
                  <a:pt x="500672" y="1032213"/>
                </a:lnTo>
                <a:lnTo>
                  <a:pt x="448308" y="1033777"/>
                </a:lnTo>
                <a:close/>
              </a:path>
              <a:path w="1000759" h="1084579">
                <a:moveTo>
                  <a:pt x="728978" y="838197"/>
                </a:moveTo>
                <a:lnTo>
                  <a:pt x="448308" y="838197"/>
                </a:lnTo>
                <a:lnTo>
                  <a:pt x="500231" y="836545"/>
                </a:lnTo>
                <a:lnTo>
                  <a:pt x="552119" y="831753"/>
                </a:lnTo>
                <a:lnTo>
                  <a:pt x="602454" y="824069"/>
                </a:lnTo>
                <a:lnTo>
                  <a:pt x="649720" y="813738"/>
                </a:lnTo>
                <a:lnTo>
                  <a:pt x="692401" y="801009"/>
                </a:lnTo>
                <a:lnTo>
                  <a:pt x="728978" y="786128"/>
                </a:lnTo>
                <a:lnTo>
                  <a:pt x="728978" y="838197"/>
                </a:lnTo>
                <a:close/>
              </a:path>
            </a:pathLst>
          </a:custGeom>
          <a:solidFill>
            <a:srgbClr val="237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0986744" y="4142108"/>
            <a:ext cx="1108710" cy="1084580"/>
          </a:xfrm>
          <a:custGeom>
            <a:avLst/>
            <a:gdLst/>
            <a:ahLst/>
            <a:cxnLst/>
            <a:rect l="l" t="t" r="r" b="b"/>
            <a:pathLst>
              <a:path w="1108709" h="1084579">
                <a:moveTo>
                  <a:pt x="981707" y="1084577"/>
                </a:moveTo>
                <a:lnTo>
                  <a:pt x="767078" y="1084577"/>
                </a:lnTo>
                <a:lnTo>
                  <a:pt x="767078" y="0"/>
                </a:lnTo>
                <a:lnTo>
                  <a:pt x="981707" y="0"/>
                </a:lnTo>
                <a:lnTo>
                  <a:pt x="981707" y="396239"/>
                </a:lnTo>
                <a:lnTo>
                  <a:pt x="1108707" y="396239"/>
                </a:lnTo>
                <a:lnTo>
                  <a:pt x="1108707" y="604518"/>
                </a:lnTo>
                <a:lnTo>
                  <a:pt x="981707" y="604518"/>
                </a:lnTo>
                <a:lnTo>
                  <a:pt x="981707" y="1084577"/>
                </a:lnTo>
                <a:close/>
              </a:path>
              <a:path w="1108709" h="1084579">
                <a:moveTo>
                  <a:pt x="420368" y="1033777"/>
                </a:moveTo>
                <a:lnTo>
                  <a:pt x="0" y="1033777"/>
                </a:lnTo>
                <a:lnTo>
                  <a:pt x="0" y="25399"/>
                </a:lnTo>
                <a:lnTo>
                  <a:pt x="631188" y="25399"/>
                </a:lnTo>
                <a:lnTo>
                  <a:pt x="631188" y="219709"/>
                </a:lnTo>
                <a:lnTo>
                  <a:pt x="218439" y="219709"/>
                </a:lnTo>
                <a:lnTo>
                  <a:pt x="218439" y="839467"/>
                </a:lnTo>
                <a:lnTo>
                  <a:pt x="716278" y="839467"/>
                </a:lnTo>
                <a:lnTo>
                  <a:pt x="716278" y="982977"/>
                </a:lnTo>
                <a:lnTo>
                  <a:pt x="678660" y="998205"/>
                </a:lnTo>
                <a:lnTo>
                  <a:pt x="633352" y="1010823"/>
                </a:lnTo>
                <a:lnTo>
                  <a:pt x="582611" y="1020759"/>
                </a:lnTo>
                <a:lnTo>
                  <a:pt x="528694" y="1027944"/>
                </a:lnTo>
                <a:lnTo>
                  <a:pt x="473861" y="1032307"/>
                </a:lnTo>
                <a:lnTo>
                  <a:pt x="420368" y="1033777"/>
                </a:lnTo>
                <a:close/>
              </a:path>
              <a:path w="1108709" h="1084579">
                <a:moveTo>
                  <a:pt x="716278" y="839467"/>
                </a:moveTo>
                <a:lnTo>
                  <a:pt x="435608" y="839467"/>
                </a:lnTo>
                <a:lnTo>
                  <a:pt x="487531" y="838009"/>
                </a:lnTo>
                <a:lnTo>
                  <a:pt x="539419" y="833729"/>
                </a:lnTo>
                <a:lnTo>
                  <a:pt x="589754" y="826767"/>
                </a:lnTo>
                <a:lnTo>
                  <a:pt x="637021" y="817266"/>
                </a:lnTo>
                <a:lnTo>
                  <a:pt x="679701" y="805366"/>
                </a:lnTo>
                <a:lnTo>
                  <a:pt x="716278" y="791208"/>
                </a:lnTo>
                <a:lnTo>
                  <a:pt x="716278" y="839467"/>
                </a:lnTo>
                <a:close/>
              </a:path>
            </a:pathLst>
          </a:custGeom>
          <a:solidFill>
            <a:srgbClr val="237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8563927" y="7205721"/>
            <a:ext cx="284480" cy="288925"/>
          </a:xfrm>
          <a:custGeom>
            <a:avLst/>
            <a:gdLst/>
            <a:ahLst/>
            <a:cxnLst/>
            <a:rect l="l" t="t" r="r" b="b"/>
            <a:pathLst>
              <a:path w="284479" h="288925">
                <a:moveTo>
                  <a:pt x="94700" y="288303"/>
                </a:moveTo>
                <a:lnTo>
                  <a:pt x="72069" y="288278"/>
                </a:lnTo>
                <a:lnTo>
                  <a:pt x="70214" y="282687"/>
                </a:lnTo>
                <a:lnTo>
                  <a:pt x="67704" y="276412"/>
                </a:lnTo>
                <a:lnTo>
                  <a:pt x="64836" y="270196"/>
                </a:lnTo>
                <a:lnTo>
                  <a:pt x="61910" y="264784"/>
                </a:lnTo>
                <a:lnTo>
                  <a:pt x="81311" y="265280"/>
                </a:lnTo>
                <a:lnTo>
                  <a:pt x="98540" y="265419"/>
                </a:lnTo>
                <a:lnTo>
                  <a:pt x="112137" y="265320"/>
                </a:lnTo>
                <a:lnTo>
                  <a:pt x="120645" y="265101"/>
                </a:lnTo>
                <a:lnTo>
                  <a:pt x="127629" y="265101"/>
                </a:lnTo>
                <a:lnTo>
                  <a:pt x="130487" y="262879"/>
                </a:lnTo>
                <a:lnTo>
                  <a:pt x="130487" y="186047"/>
                </a:lnTo>
                <a:lnTo>
                  <a:pt x="0" y="186047"/>
                </a:lnTo>
                <a:lnTo>
                  <a:pt x="0" y="162870"/>
                </a:lnTo>
                <a:lnTo>
                  <a:pt x="130487" y="162870"/>
                </a:lnTo>
                <a:lnTo>
                  <a:pt x="130487" y="111438"/>
                </a:lnTo>
                <a:lnTo>
                  <a:pt x="21271" y="111438"/>
                </a:lnTo>
                <a:lnTo>
                  <a:pt x="21271" y="88896"/>
                </a:lnTo>
                <a:lnTo>
                  <a:pt x="130487" y="88896"/>
                </a:lnTo>
                <a:lnTo>
                  <a:pt x="130487" y="40003"/>
                </a:lnTo>
                <a:lnTo>
                  <a:pt x="104180" y="42578"/>
                </a:lnTo>
                <a:lnTo>
                  <a:pt x="77903" y="44646"/>
                </a:lnTo>
                <a:lnTo>
                  <a:pt x="52043" y="46298"/>
                </a:lnTo>
                <a:lnTo>
                  <a:pt x="26986" y="47623"/>
                </a:lnTo>
                <a:lnTo>
                  <a:pt x="26033" y="41273"/>
                </a:lnTo>
                <a:lnTo>
                  <a:pt x="23176" y="32066"/>
                </a:lnTo>
                <a:lnTo>
                  <a:pt x="20954" y="26668"/>
                </a:lnTo>
                <a:lnTo>
                  <a:pt x="79401" y="23126"/>
                </a:lnTo>
                <a:lnTo>
                  <a:pt x="138503" y="17620"/>
                </a:lnTo>
                <a:lnTo>
                  <a:pt x="192486" y="9971"/>
                </a:lnTo>
                <a:lnTo>
                  <a:pt x="235575" y="0"/>
                </a:lnTo>
                <a:lnTo>
                  <a:pt x="253354" y="18731"/>
                </a:lnTo>
                <a:lnTo>
                  <a:pt x="231760" y="24515"/>
                </a:lnTo>
                <a:lnTo>
                  <a:pt x="207755" y="29526"/>
                </a:lnTo>
                <a:lnTo>
                  <a:pt x="181786" y="33822"/>
                </a:lnTo>
                <a:lnTo>
                  <a:pt x="154298" y="37463"/>
                </a:lnTo>
                <a:lnTo>
                  <a:pt x="154298" y="88896"/>
                </a:lnTo>
                <a:lnTo>
                  <a:pt x="266689" y="88896"/>
                </a:lnTo>
                <a:lnTo>
                  <a:pt x="266689" y="111438"/>
                </a:lnTo>
                <a:lnTo>
                  <a:pt x="154298" y="111438"/>
                </a:lnTo>
                <a:lnTo>
                  <a:pt x="154298" y="162870"/>
                </a:lnTo>
                <a:lnTo>
                  <a:pt x="284468" y="162870"/>
                </a:lnTo>
                <a:lnTo>
                  <a:pt x="284468" y="186047"/>
                </a:lnTo>
                <a:lnTo>
                  <a:pt x="154298" y="186047"/>
                </a:lnTo>
                <a:lnTo>
                  <a:pt x="154298" y="256529"/>
                </a:lnTo>
                <a:lnTo>
                  <a:pt x="126984" y="286447"/>
                </a:lnTo>
                <a:lnTo>
                  <a:pt x="112866" y="287762"/>
                </a:lnTo>
                <a:lnTo>
                  <a:pt x="94700" y="2883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8893467" y="7209535"/>
            <a:ext cx="521970" cy="285750"/>
          </a:xfrm>
          <a:custGeom>
            <a:avLst/>
            <a:gdLst/>
            <a:ahLst/>
            <a:cxnLst/>
            <a:rect l="l" t="t" r="r" b="b"/>
            <a:pathLst>
              <a:path w="521970" h="285750">
                <a:moveTo>
                  <a:pt x="157162" y="204139"/>
                </a:moveTo>
                <a:lnTo>
                  <a:pt x="155562" y="192074"/>
                </a:lnTo>
                <a:lnTo>
                  <a:pt x="155498" y="191617"/>
                </a:lnTo>
                <a:lnTo>
                  <a:pt x="154305" y="182562"/>
                </a:lnTo>
                <a:lnTo>
                  <a:pt x="123952" y="187121"/>
                </a:lnTo>
                <a:lnTo>
                  <a:pt x="93624" y="190055"/>
                </a:lnTo>
                <a:lnTo>
                  <a:pt x="61569" y="191617"/>
                </a:lnTo>
                <a:lnTo>
                  <a:pt x="26035" y="192074"/>
                </a:lnTo>
                <a:lnTo>
                  <a:pt x="26035" y="48895"/>
                </a:lnTo>
                <a:lnTo>
                  <a:pt x="132397" y="48895"/>
                </a:lnTo>
                <a:lnTo>
                  <a:pt x="132397" y="27305"/>
                </a:lnTo>
                <a:lnTo>
                  <a:pt x="0" y="27305"/>
                </a:lnTo>
                <a:lnTo>
                  <a:pt x="0" y="214299"/>
                </a:lnTo>
                <a:lnTo>
                  <a:pt x="22542" y="214299"/>
                </a:lnTo>
                <a:lnTo>
                  <a:pt x="60096" y="213880"/>
                </a:lnTo>
                <a:lnTo>
                  <a:pt x="93662" y="212318"/>
                </a:lnTo>
                <a:lnTo>
                  <a:pt x="125323" y="209219"/>
                </a:lnTo>
                <a:lnTo>
                  <a:pt x="157162" y="204139"/>
                </a:lnTo>
                <a:close/>
              </a:path>
              <a:path w="521970" h="285750">
                <a:moveTo>
                  <a:pt x="254000" y="112395"/>
                </a:moveTo>
                <a:lnTo>
                  <a:pt x="207010" y="112395"/>
                </a:lnTo>
                <a:lnTo>
                  <a:pt x="207010" y="0"/>
                </a:lnTo>
                <a:lnTo>
                  <a:pt x="180975" y="0"/>
                </a:lnTo>
                <a:lnTo>
                  <a:pt x="180975" y="285419"/>
                </a:lnTo>
                <a:lnTo>
                  <a:pt x="207010" y="285419"/>
                </a:lnTo>
                <a:lnTo>
                  <a:pt x="207010" y="133985"/>
                </a:lnTo>
                <a:lnTo>
                  <a:pt x="254000" y="133985"/>
                </a:lnTo>
                <a:lnTo>
                  <a:pt x="254000" y="112395"/>
                </a:lnTo>
                <a:close/>
              </a:path>
              <a:path w="521970" h="285750">
                <a:moveTo>
                  <a:pt x="419404" y="137160"/>
                </a:moveTo>
                <a:lnTo>
                  <a:pt x="395770" y="123723"/>
                </a:lnTo>
                <a:lnTo>
                  <a:pt x="378447" y="105168"/>
                </a:lnTo>
                <a:lnTo>
                  <a:pt x="377063" y="102235"/>
                </a:lnTo>
                <a:lnTo>
                  <a:pt x="367792" y="82689"/>
                </a:lnTo>
                <a:lnTo>
                  <a:pt x="364159" y="57467"/>
                </a:lnTo>
                <a:lnTo>
                  <a:pt x="364159" y="44767"/>
                </a:lnTo>
                <a:lnTo>
                  <a:pt x="414324" y="44767"/>
                </a:lnTo>
                <a:lnTo>
                  <a:pt x="414324" y="23812"/>
                </a:lnTo>
                <a:lnTo>
                  <a:pt x="286702" y="23812"/>
                </a:lnTo>
                <a:lnTo>
                  <a:pt x="286702" y="44767"/>
                </a:lnTo>
                <a:lnTo>
                  <a:pt x="338759" y="44767"/>
                </a:lnTo>
                <a:lnTo>
                  <a:pt x="338759" y="57467"/>
                </a:lnTo>
                <a:lnTo>
                  <a:pt x="335000" y="84010"/>
                </a:lnTo>
                <a:lnTo>
                  <a:pt x="323926" y="108623"/>
                </a:lnTo>
                <a:lnTo>
                  <a:pt x="305816" y="129476"/>
                </a:lnTo>
                <a:lnTo>
                  <a:pt x="280987" y="144780"/>
                </a:lnTo>
                <a:lnTo>
                  <a:pt x="295275" y="164782"/>
                </a:lnTo>
                <a:lnTo>
                  <a:pt x="314236" y="153797"/>
                </a:lnTo>
                <a:lnTo>
                  <a:pt x="330073" y="139344"/>
                </a:lnTo>
                <a:lnTo>
                  <a:pt x="342633" y="121958"/>
                </a:lnTo>
                <a:lnTo>
                  <a:pt x="351777" y="102235"/>
                </a:lnTo>
                <a:lnTo>
                  <a:pt x="360578" y="119659"/>
                </a:lnTo>
                <a:lnTo>
                  <a:pt x="372579" y="134937"/>
                </a:lnTo>
                <a:lnTo>
                  <a:pt x="387680" y="147599"/>
                </a:lnTo>
                <a:lnTo>
                  <a:pt x="405752" y="157162"/>
                </a:lnTo>
                <a:lnTo>
                  <a:pt x="419404" y="137160"/>
                </a:lnTo>
                <a:close/>
              </a:path>
              <a:path w="521970" h="285750">
                <a:moveTo>
                  <a:pt x="520369" y="317"/>
                </a:moveTo>
                <a:lnTo>
                  <a:pt x="495287" y="317"/>
                </a:lnTo>
                <a:lnTo>
                  <a:pt x="495287" y="75882"/>
                </a:lnTo>
                <a:lnTo>
                  <a:pt x="459409" y="75882"/>
                </a:lnTo>
                <a:lnTo>
                  <a:pt x="459409" y="5715"/>
                </a:lnTo>
                <a:lnTo>
                  <a:pt x="434962" y="5715"/>
                </a:lnTo>
                <a:lnTo>
                  <a:pt x="434962" y="165100"/>
                </a:lnTo>
                <a:lnTo>
                  <a:pt x="459409" y="165100"/>
                </a:lnTo>
                <a:lnTo>
                  <a:pt x="459409" y="97155"/>
                </a:lnTo>
                <a:lnTo>
                  <a:pt x="495287" y="97155"/>
                </a:lnTo>
                <a:lnTo>
                  <a:pt x="495287" y="174625"/>
                </a:lnTo>
                <a:lnTo>
                  <a:pt x="520369" y="174625"/>
                </a:lnTo>
                <a:lnTo>
                  <a:pt x="520369" y="97155"/>
                </a:lnTo>
                <a:lnTo>
                  <a:pt x="520369" y="75882"/>
                </a:lnTo>
                <a:lnTo>
                  <a:pt x="520369" y="317"/>
                </a:lnTo>
                <a:close/>
              </a:path>
              <a:path w="521970" h="285750">
                <a:moveTo>
                  <a:pt x="521639" y="232714"/>
                </a:moveTo>
                <a:lnTo>
                  <a:pt x="515010" y="210883"/>
                </a:lnTo>
                <a:lnTo>
                  <a:pt x="504113" y="201599"/>
                </a:lnTo>
                <a:lnTo>
                  <a:pt x="496036" y="194741"/>
                </a:lnTo>
                <a:lnTo>
                  <a:pt x="495922" y="232714"/>
                </a:lnTo>
                <a:lnTo>
                  <a:pt x="491134" y="246062"/>
                </a:lnTo>
                <a:lnTo>
                  <a:pt x="477342" y="255930"/>
                </a:lnTo>
                <a:lnTo>
                  <a:pt x="455472" y="262051"/>
                </a:lnTo>
                <a:lnTo>
                  <a:pt x="426389" y="264147"/>
                </a:lnTo>
                <a:lnTo>
                  <a:pt x="397624" y="262051"/>
                </a:lnTo>
                <a:lnTo>
                  <a:pt x="375831" y="255930"/>
                </a:lnTo>
                <a:lnTo>
                  <a:pt x="362013" y="246062"/>
                </a:lnTo>
                <a:lnTo>
                  <a:pt x="357174" y="232714"/>
                </a:lnTo>
                <a:lnTo>
                  <a:pt x="362013" y="219557"/>
                </a:lnTo>
                <a:lnTo>
                  <a:pt x="375831" y="209778"/>
                </a:lnTo>
                <a:lnTo>
                  <a:pt x="397624" y="203695"/>
                </a:lnTo>
                <a:lnTo>
                  <a:pt x="426389" y="201599"/>
                </a:lnTo>
                <a:lnTo>
                  <a:pt x="455472" y="203695"/>
                </a:lnTo>
                <a:lnTo>
                  <a:pt x="477342" y="209778"/>
                </a:lnTo>
                <a:lnTo>
                  <a:pt x="491134" y="219557"/>
                </a:lnTo>
                <a:lnTo>
                  <a:pt x="495922" y="232714"/>
                </a:lnTo>
                <a:lnTo>
                  <a:pt x="495922" y="194703"/>
                </a:lnTo>
                <a:lnTo>
                  <a:pt x="466051" y="184721"/>
                </a:lnTo>
                <a:lnTo>
                  <a:pt x="426389" y="181292"/>
                </a:lnTo>
                <a:lnTo>
                  <a:pt x="386918" y="184721"/>
                </a:lnTo>
                <a:lnTo>
                  <a:pt x="357022" y="194741"/>
                </a:lnTo>
                <a:lnTo>
                  <a:pt x="338074" y="210883"/>
                </a:lnTo>
                <a:lnTo>
                  <a:pt x="331457" y="232714"/>
                </a:lnTo>
                <a:lnTo>
                  <a:pt x="338074" y="254596"/>
                </a:lnTo>
                <a:lnTo>
                  <a:pt x="357022" y="270852"/>
                </a:lnTo>
                <a:lnTo>
                  <a:pt x="386918" y="280987"/>
                </a:lnTo>
                <a:lnTo>
                  <a:pt x="426389" y="284467"/>
                </a:lnTo>
                <a:lnTo>
                  <a:pt x="466051" y="280987"/>
                </a:lnTo>
                <a:lnTo>
                  <a:pt x="496036" y="270852"/>
                </a:lnTo>
                <a:lnTo>
                  <a:pt x="503872" y="264147"/>
                </a:lnTo>
                <a:lnTo>
                  <a:pt x="515010" y="254596"/>
                </a:lnTo>
                <a:lnTo>
                  <a:pt x="521639" y="232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9476068" y="7209531"/>
            <a:ext cx="222885" cy="285750"/>
          </a:xfrm>
          <a:custGeom>
            <a:avLst/>
            <a:gdLst/>
            <a:ahLst/>
            <a:cxnLst/>
            <a:rect l="l" t="t" r="r" b="b"/>
            <a:pathLst>
              <a:path w="222884" h="285750">
                <a:moveTo>
                  <a:pt x="222558" y="285421"/>
                </a:moveTo>
                <a:lnTo>
                  <a:pt x="196524" y="285421"/>
                </a:lnTo>
                <a:lnTo>
                  <a:pt x="196524" y="0"/>
                </a:lnTo>
                <a:lnTo>
                  <a:pt x="222558" y="0"/>
                </a:lnTo>
                <a:lnTo>
                  <a:pt x="222558" y="285421"/>
                </a:lnTo>
                <a:close/>
              </a:path>
              <a:path w="222884" h="285750">
                <a:moveTo>
                  <a:pt x="72387" y="220653"/>
                </a:moveTo>
                <a:lnTo>
                  <a:pt x="43262" y="213654"/>
                </a:lnTo>
                <a:lnTo>
                  <a:pt x="20358" y="193706"/>
                </a:lnTo>
                <a:lnTo>
                  <a:pt x="5372" y="162389"/>
                </a:lnTo>
                <a:lnTo>
                  <a:pt x="0" y="121280"/>
                </a:lnTo>
                <a:lnTo>
                  <a:pt x="5372" y="80170"/>
                </a:lnTo>
                <a:lnTo>
                  <a:pt x="20358" y="48853"/>
                </a:lnTo>
                <a:lnTo>
                  <a:pt x="43262" y="28906"/>
                </a:lnTo>
                <a:lnTo>
                  <a:pt x="72387" y="21906"/>
                </a:lnTo>
                <a:lnTo>
                  <a:pt x="101511" y="28906"/>
                </a:lnTo>
                <a:lnTo>
                  <a:pt x="120450" y="45400"/>
                </a:lnTo>
                <a:lnTo>
                  <a:pt x="72387" y="45400"/>
                </a:lnTo>
                <a:lnTo>
                  <a:pt x="53159" y="50783"/>
                </a:lnTo>
                <a:lnTo>
                  <a:pt x="38098" y="66077"/>
                </a:lnTo>
                <a:lnTo>
                  <a:pt x="28276" y="90002"/>
                </a:lnTo>
                <a:lnTo>
                  <a:pt x="24764" y="121280"/>
                </a:lnTo>
                <a:lnTo>
                  <a:pt x="28276" y="152741"/>
                </a:lnTo>
                <a:lnTo>
                  <a:pt x="38098" y="176761"/>
                </a:lnTo>
                <a:lnTo>
                  <a:pt x="53159" y="192089"/>
                </a:lnTo>
                <a:lnTo>
                  <a:pt x="72387" y="197477"/>
                </a:lnTo>
                <a:lnTo>
                  <a:pt x="120086" y="197477"/>
                </a:lnTo>
                <a:lnTo>
                  <a:pt x="101511" y="213654"/>
                </a:lnTo>
                <a:lnTo>
                  <a:pt x="72387" y="220653"/>
                </a:lnTo>
                <a:close/>
              </a:path>
              <a:path w="222884" h="285750">
                <a:moveTo>
                  <a:pt x="120086" y="197477"/>
                </a:moveTo>
                <a:lnTo>
                  <a:pt x="72387" y="197477"/>
                </a:lnTo>
                <a:lnTo>
                  <a:pt x="91431" y="192089"/>
                </a:lnTo>
                <a:lnTo>
                  <a:pt x="106397" y="176761"/>
                </a:lnTo>
                <a:lnTo>
                  <a:pt x="116185" y="152741"/>
                </a:lnTo>
                <a:lnTo>
                  <a:pt x="119692" y="121280"/>
                </a:lnTo>
                <a:lnTo>
                  <a:pt x="116185" y="90002"/>
                </a:lnTo>
                <a:lnTo>
                  <a:pt x="106397" y="66077"/>
                </a:lnTo>
                <a:lnTo>
                  <a:pt x="91431" y="50783"/>
                </a:lnTo>
                <a:lnTo>
                  <a:pt x="72387" y="45400"/>
                </a:lnTo>
                <a:lnTo>
                  <a:pt x="120450" y="45400"/>
                </a:lnTo>
                <a:lnTo>
                  <a:pt x="124415" y="48853"/>
                </a:lnTo>
                <a:lnTo>
                  <a:pt x="139401" y="80170"/>
                </a:lnTo>
                <a:lnTo>
                  <a:pt x="144774" y="121280"/>
                </a:lnTo>
                <a:lnTo>
                  <a:pt x="139401" y="162389"/>
                </a:lnTo>
                <a:lnTo>
                  <a:pt x="124415" y="193706"/>
                </a:lnTo>
                <a:lnTo>
                  <a:pt x="120086" y="1974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5759713" y="5525347"/>
            <a:ext cx="421640" cy="217804"/>
            <a:chOff x="5759713" y="5525347"/>
            <a:chExt cx="421640" cy="217804"/>
          </a:xfrm>
        </p:grpSpPr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59713" y="5525347"/>
              <a:ext cx="178559" cy="21716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80741" y="5526071"/>
              <a:ext cx="200517" cy="216684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6264805" y="5526312"/>
            <a:ext cx="1065530" cy="217170"/>
            <a:chOff x="6264805" y="5526312"/>
            <a:chExt cx="1065530" cy="217170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64805" y="5526553"/>
              <a:ext cx="201000" cy="21596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90417" y="5526312"/>
              <a:ext cx="181213" cy="21644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14823" y="5526553"/>
              <a:ext cx="179042" cy="21137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29571" y="5526312"/>
              <a:ext cx="202695" cy="21644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55190" y="5526312"/>
              <a:ext cx="174940" cy="216925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7437101" y="5524141"/>
            <a:ext cx="645795" cy="216535"/>
            <a:chOff x="7437101" y="5524141"/>
            <a:chExt cx="645795" cy="216535"/>
          </a:xfrm>
        </p:grpSpPr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37101" y="5526312"/>
              <a:ext cx="183868" cy="21161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59322" y="5524141"/>
              <a:ext cx="200531" cy="21620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83017" y="5526554"/>
              <a:ext cx="199311" cy="211376"/>
            </a:xfrm>
            <a:prstGeom prst="rect">
              <a:avLst/>
            </a:prstGeom>
          </p:spPr>
        </p:pic>
      </p:grpSp>
      <p:grpSp>
        <p:nvGrpSpPr>
          <p:cNvPr id="44" name="object 44" descr=""/>
          <p:cNvGrpSpPr/>
          <p:nvPr/>
        </p:nvGrpSpPr>
        <p:grpSpPr>
          <a:xfrm>
            <a:off x="8166903" y="5529932"/>
            <a:ext cx="640080" cy="212725"/>
            <a:chOff x="8166903" y="5529932"/>
            <a:chExt cx="640080" cy="212725"/>
          </a:xfrm>
        </p:grpSpPr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66903" y="5540790"/>
              <a:ext cx="196415" cy="17373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88654" y="5532586"/>
              <a:ext cx="195933" cy="209928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10647" y="5529932"/>
              <a:ext cx="195933" cy="210410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95006" y="5526554"/>
            <a:ext cx="178077" cy="216443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118206" y="5526554"/>
            <a:ext cx="199311" cy="211376"/>
          </a:xfrm>
          <a:prstGeom prst="rect">
            <a:avLst/>
          </a:prstGeom>
        </p:spPr>
      </p:pic>
      <p:grpSp>
        <p:nvGrpSpPr>
          <p:cNvPr id="50" name="object 50" descr=""/>
          <p:cNvGrpSpPr/>
          <p:nvPr/>
        </p:nvGrpSpPr>
        <p:grpSpPr>
          <a:xfrm>
            <a:off x="9412989" y="5541571"/>
            <a:ext cx="1152525" cy="241300"/>
            <a:chOff x="9412989" y="5541571"/>
            <a:chExt cx="1152525" cy="241300"/>
          </a:xfrm>
        </p:grpSpPr>
        <p:pic>
          <p:nvPicPr>
            <p:cNvPr id="51" name="object 5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412989" y="5552646"/>
              <a:ext cx="170604" cy="17225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20707" y="5593412"/>
              <a:ext cx="109219" cy="13384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756083" y="5541571"/>
              <a:ext cx="113579" cy="185685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9909485" y="5547815"/>
              <a:ext cx="23495" cy="177165"/>
            </a:xfrm>
            <a:custGeom>
              <a:avLst/>
              <a:gdLst/>
              <a:ahLst/>
              <a:cxnLst/>
              <a:rect l="l" t="t" r="r" b="b"/>
              <a:pathLst>
                <a:path w="23495" h="177164">
                  <a:moveTo>
                    <a:pt x="21207" y="177084"/>
                  </a:moveTo>
                  <a:lnTo>
                    <a:pt x="1649" y="177084"/>
                  </a:lnTo>
                  <a:lnTo>
                    <a:pt x="1649" y="47953"/>
                  </a:lnTo>
                  <a:lnTo>
                    <a:pt x="21207" y="47953"/>
                  </a:lnTo>
                  <a:lnTo>
                    <a:pt x="21207" y="177084"/>
                  </a:lnTo>
                  <a:close/>
                </a:path>
                <a:path w="23495" h="177164">
                  <a:moveTo>
                    <a:pt x="16259" y="26038"/>
                  </a:moveTo>
                  <a:lnTo>
                    <a:pt x="6597" y="26038"/>
                  </a:lnTo>
                  <a:lnTo>
                    <a:pt x="0" y="19558"/>
                  </a:lnTo>
                  <a:lnTo>
                    <a:pt x="0" y="6244"/>
                  </a:lnTo>
                  <a:lnTo>
                    <a:pt x="6597" y="0"/>
                  </a:lnTo>
                  <a:lnTo>
                    <a:pt x="16259" y="0"/>
                  </a:lnTo>
                  <a:lnTo>
                    <a:pt x="22966" y="6244"/>
                  </a:lnTo>
                  <a:lnTo>
                    <a:pt x="23092" y="19558"/>
                  </a:lnTo>
                  <a:lnTo>
                    <a:pt x="16259" y="26038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962505" y="5593647"/>
              <a:ext cx="103564" cy="133608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106364" y="5593412"/>
              <a:ext cx="113696" cy="18945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0252579" y="5547815"/>
              <a:ext cx="23495" cy="177165"/>
            </a:xfrm>
            <a:custGeom>
              <a:avLst/>
              <a:gdLst/>
              <a:ahLst/>
              <a:cxnLst/>
              <a:rect l="l" t="t" r="r" b="b"/>
              <a:pathLst>
                <a:path w="23495" h="177164">
                  <a:moveTo>
                    <a:pt x="21207" y="177084"/>
                  </a:moveTo>
                  <a:lnTo>
                    <a:pt x="1649" y="177084"/>
                  </a:lnTo>
                  <a:lnTo>
                    <a:pt x="1649" y="47953"/>
                  </a:lnTo>
                  <a:lnTo>
                    <a:pt x="21207" y="47953"/>
                  </a:lnTo>
                  <a:lnTo>
                    <a:pt x="21207" y="177084"/>
                  </a:lnTo>
                  <a:close/>
                </a:path>
                <a:path w="23495" h="177164">
                  <a:moveTo>
                    <a:pt x="16259" y="26038"/>
                  </a:moveTo>
                  <a:lnTo>
                    <a:pt x="6597" y="26038"/>
                  </a:lnTo>
                  <a:lnTo>
                    <a:pt x="0" y="19558"/>
                  </a:lnTo>
                  <a:lnTo>
                    <a:pt x="0" y="6244"/>
                  </a:lnTo>
                  <a:lnTo>
                    <a:pt x="6597" y="0"/>
                  </a:lnTo>
                  <a:lnTo>
                    <a:pt x="16259" y="0"/>
                  </a:lnTo>
                  <a:lnTo>
                    <a:pt x="22966" y="6244"/>
                  </a:lnTo>
                  <a:lnTo>
                    <a:pt x="23092" y="19558"/>
                  </a:lnTo>
                  <a:lnTo>
                    <a:pt x="16259" y="26038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315260" y="5593412"/>
              <a:ext cx="113696" cy="189455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55938" y="5593412"/>
              <a:ext cx="109219" cy="133844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655966" y="5526312"/>
            <a:ext cx="174698" cy="216443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10883992" y="5526312"/>
            <a:ext cx="389890" cy="217170"/>
            <a:chOff x="10883992" y="5526312"/>
            <a:chExt cx="389890" cy="217170"/>
          </a:xfrm>
        </p:grpSpPr>
        <p:sp>
          <p:nvSpPr>
            <p:cNvPr id="62" name="object 62" descr=""/>
            <p:cNvSpPr/>
            <p:nvPr/>
          </p:nvSpPr>
          <p:spPr>
            <a:xfrm>
              <a:off x="10883989" y="5527128"/>
              <a:ext cx="191135" cy="210820"/>
            </a:xfrm>
            <a:custGeom>
              <a:avLst/>
              <a:gdLst/>
              <a:ahLst/>
              <a:cxnLst/>
              <a:rect l="l" t="t" r="r" b="b"/>
              <a:pathLst>
                <a:path w="191134" h="210820">
                  <a:moveTo>
                    <a:pt x="100139" y="66509"/>
                  </a:moveTo>
                  <a:lnTo>
                    <a:pt x="80835" y="66509"/>
                  </a:lnTo>
                  <a:lnTo>
                    <a:pt x="80835" y="106083"/>
                  </a:lnTo>
                  <a:lnTo>
                    <a:pt x="100139" y="106083"/>
                  </a:lnTo>
                  <a:lnTo>
                    <a:pt x="100139" y="66509"/>
                  </a:lnTo>
                  <a:close/>
                </a:path>
                <a:path w="191134" h="210820">
                  <a:moveTo>
                    <a:pt x="100139" y="14871"/>
                  </a:moveTo>
                  <a:lnTo>
                    <a:pt x="80835" y="14871"/>
                  </a:lnTo>
                  <a:lnTo>
                    <a:pt x="80835" y="50800"/>
                  </a:lnTo>
                  <a:lnTo>
                    <a:pt x="19545" y="50800"/>
                  </a:lnTo>
                  <a:lnTo>
                    <a:pt x="19545" y="15240"/>
                  </a:lnTo>
                  <a:lnTo>
                    <a:pt x="0" y="15240"/>
                  </a:lnTo>
                  <a:lnTo>
                    <a:pt x="0" y="50800"/>
                  </a:lnTo>
                  <a:lnTo>
                    <a:pt x="0" y="66040"/>
                  </a:lnTo>
                  <a:lnTo>
                    <a:pt x="0" y="106680"/>
                  </a:lnTo>
                  <a:lnTo>
                    <a:pt x="0" y="121920"/>
                  </a:lnTo>
                  <a:lnTo>
                    <a:pt x="100139" y="121920"/>
                  </a:lnTo>
                  <a:lnTo>
                    <a:pt x="100139" y="106680"/>
                  </a:lnTo>
                  <a:lnTo>
                    <a:pt x="19545" y="106680"/>
                  </a:lnTo>
                  <a:lnTo>
                    <a:pt x="19545" y="66040"/>
                  </a:lnTo>
                  <a:lnTo>
                    <a:pt x="100139" y="66040"/>
                  </a:lnTo>
                  <a:lnTo>
                    <a:pt x="100139" y="51066"/>
                  </a:lnTo>
                  <a:lnTo>
                    <a:pt x="100139" y="50800"/>
                  </a:lnTo>
                  <a:lnTo>
                    <a:pt x="100139" y="14871"/>
                  </a:lnTo>
                  <a:close/>
                </a:path>
                <a:path w="191134" h="210820">
                  <a:moveTo>
                    <a:pt x="168668" y="194310"/>
                  </a:moveTo>
                  <a:lnTo>
                    <a:pt x="44157" y="194310"/>
                  </a:lnTo>
                  <a:lnTo>
                    <a:pt x="44157" y="143510"/>
                  </a:lnTo>
                  <a:lnTo>
                    <a:pt x="24371" y="143510"/>
                  </a:lnTo>
                  <a:lnTo>
                    <a:pt x="24371" y="194310"/>
                  </a:lnTo>
                  <a:lnTo>
                    <a:pt x="24371" y="210820"/>
                  </a:lnTo>
                  <a:lnTo>
                    <a:pt x="168668" y="210820"/>
                  </a:lnTo>
                  <a:lnTo>
                    <a:pt x="168668" y="194310"/>
                  </a:lnTo>
                  <a:close/>
                </a:path>
                <a:path w="191134" h="210820">
                  <a:moveTo>
                    <a:pt x="191109" y="64770"/>
                  </a:moveTo>
                  <a:lnTo>
                    <a:pt x="159016" y="64770"/>
                  </a:lnTo>
                  <a:lnTo>
                    <a:pt x="159016" y="0"/>
                  </a:lnTo>
                  <a:lnTo>
                    <a:pt x="139230" y="0"/>
                  </a:lnTo>
                  <a:lnTo>
                    <a:pt x="139230" y="64770"/>
                  </a:lnTo>
                  <a:lnTo>
                    <a:pt x="139230" y="81280"/>
                  </a:lnTo>
                  <a:lnTo>
                    <a:pt x="139230" y="158750"/>
                  </a:lnTo>
                  <a:lnTo>
                    <a:pt x="159016" y="158750"/>
                  </a:lnTo>
                  <a:lnTo>
                    <a:pt x="159016" y="81280"/>
                  </a:lnTo>
                  <a:lnTo>
                    <a:pt x="191109" y="81280"/>
                  </a:lnTo>
                  <a:lnTo>
                    <a:pt x="191109" y="64770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98505" y="5526312"/>
              <a:ext cx="174940" cy="216925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11381657" y="5532586"/>
            <a:ext cx="417830" cy="210185"/>
            <a:chOff x="11381657" y="5532586"/>
            <a:chExt cx="417830" cy="210185"/>
          </a:xfrm>
        </p:grpSpPr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381657" y="5540790"/>
              <a:ext cx="196415" cy="17373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603409" y="5532586"/>
              <a:ext cx="195933" cy="209928"/>
            </a:xfrm>
            <a:prstGeom prst="rect">
              <a:avLst/>
            </a:prstGeom>
          </p:spPr>
        </p:pic>
      </p:grpSp>
      <p:sp>
        <p:nvSpPr>
          <p:cNvPr id="67" name="object 67" descr=""/>
          <p:cNvSpPr/>
          <p:nvPr/>
        </p:nvSpPr>
        <p:spPr>
          <a:xfrm>
            <a:off x="11906288" y="5533072"/>
            <a:ext cx="159385" cy="71755"/>
          </a:xfrm>
          <a:custGeom>
            <a:avLst/>
            <a:gdLst/>
            <a:ahLst/>
            <a:cxnLst/>
            <a:rect l="l" t="t" r="r" b="b"/>
            <a:pathLst>
              <a:path w="159384" h="71754">
                <a:moveTo>
                  <a:pt x="158775" y="0"/>
                </a:moveTo>
                <a:lnTo>
                  <a:pt x="106413" y="0"/>
                </a:lnTo>
                <a:lnTo>
                  <a:pt x="106413" y="15201"/>
                </a:lnTo>
                <a:lnTo>
                  <a:pt x="106413" y="56464"/>
                </a:lnTo>
                <a:lnTo>
                  <a:pt x="52603" y="56464"/>
                </a:lnTo>
                <a:lnTo>
                  <a:pt x="52603" y="15201"/>
                </a:lnTo>
                <a:lnTo>
                  <a:pt x="106413" y="15201"/>
                </a:lnTo>
                <a:lnTo>
                  <a:pt x="106413" y="0"/>
                </a:lnTo>
                <a:lnTo>
                  <a:pt x="0" y="0"/>
                </a:lnTo>
                <a:lnTo>
                  <a:pt x="0" y="15201"/>
                </a:lnTo>
                <a:lnTo>
                  <a:pt x="32816" y="15201"/>
                </a:lnTo>
                <a:lnTo>
                  <a:pt x="32816" y="56464"/>
                </a:lnTo>
                <a:lnTo>
                  <a:pt x="723" y="56464"/>
                </a:lnTo>
                <a:lnTo>
                  <a:pt x="723" y="71666"/>
                </a:lnTo>
                <a:lnTo>
                  <a:pt x="158051" y="71666"/>
                </a:lnTo>
                <a:lnTo>
                  <a:pt x="158051" y="56464"/>
                </a:lnTo>
                <a:lnTo>
                  <a:pt x="126199" y="56464"/>
                </a:lnTo>
                <a:lnTo>
                  <a:pt x="126199" y="15201"/>
                </a:lnTo>
                <a:lnTo>
                  <a:pt x="158775" y="15201"/>
                </a:lnTo>
                <a:lnTo>
                  <a:pt x="158775" y="0"/>
                </a:lnTo>
                <a:close/>
              </a:path>
            </a:pathLst>
          </a:custGeom>
          <a:solidFill>
            <a:srgbClr val="00CBA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11887955" y="5526554"/>
            <a:ext cx="416559" cy="215900"/>
            <a:chOff x="11887955" y="5526554"/>
            <a:chExt cx="416559" cy="215900"/>
          </a:xfrm>
        </p:grpSpPr>
        <p:sp>
          <p:nvSpPr>
            <p:cNvPr id="69" name="object 69" descr=""/>
            <p:cNvSpPr/>
            <p:nvPr/>
          </p:nvSpPr>
          <p:spPr>
            <a:xfrm>
              <a:off x="11887949" y="5622836"/>
              <a:ext cx="196215" cy="118110"/>
            </a:xfrm>
            <a:custGeom>
              <a:avLst/>
              <a:gdLst/>
              <a:ahLst/>
              <a:cxnLst/>
              <a:rect l="l" t="t" r="r" b="b"/>
              <a:pathLst>
                <a:path w="196215" h="118110">
                  <a:moveTo>
                    <a:pt x="177355" y="102412"/>
                  </a:moveTo>
                  <a:lnTo>
                    <a:pt x="43675" y="102412"/>
                  </a:lnTo>
                  <a:lnTo>
                    <a:pt x="43675" y="82092"/>
                  </a:lnTo>
                  <a:lnTo>
                    <a:pt x="170840" y="82092"/>
                  </a:lnTo>
                  <a:lnTo>
                    <a:pt x="170840" y="68122"/>
                  </a:lnTo>
                  <a:lnTo>
                    <a:pt x="170840" y="49072"/>
                  </a:lnTo>
                  <a:lnTo>
                    <a:pt x="170840" y="35102"/>
                  </a:lnTo>
                  <a:lnTo>
                    <a:pt x="23647" y="35102"/>
                  </a:lnTo>
                  <a:lnTo>
                    <a:pt x="23647" y="49072"/>
                  </a:lnTo>
                  <a:lnTo>
                    <a:pt x="151295" y="49072"/>
                  </a:lnTo>
                  <a:lnTo>
                    <a:pt x="151295" y="68122"/>
                  </a:lnTo>
                  <a:lnTo>
                    <a:pt x="24371" y="68122"/>
                  </a:lnTo>
                  <a:lnTo>
                    <a:pt x="24371" y="82092"/>
                  </a:lnTo>
                  <a:lnTo>
                    <a:pt x="24371" y="102412"/>
                  </a:lnTo>
                  <a:lnTo>
                    <a:pt x="24371" y="117652"/>
                  </a:lnTo>
                  <a:lnTo>
                    <a:pt x="177355" y="117652"/>
                  </a:lnTo>
                  <a:lnTo>
                    <a:pt x="177355" y="102412"/>
                  </a:lnTo>
                  <a:close/>
                </a:path>
                <a:path w="196215" h="118110">
                  <a:moveTo>
                    <a:pt x="195935" y="0"/>
                  </a:moveTo>
                  <a:lnTo>
                    <a:pt x="0" y="0"/>
                  </a:lnTo>
                  <a:lnTo>
                    <a:pt x="0" y="15684"/>
                  </a:lnTo>
                  <a:lnTo>
                    <a:pt x="195935" y="15684"/>
                  </a:lnTo>
                  <a:lnTo>
                    <a:pt x="195935" y="0"/>
                  </a:lnTo>
                  <a:close/>
                </a:path>
              </a:pathLst>
            </a:custGeom>
            <a:solidFill>
              <a:srgbClr val="00CB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119600" y="5526554"/>
              <a:ext cx="184350" cy="215478"/>
            </a:xfrm>
            <a:prstGeom prst="rect">
              <a:avLst/>
            </a:prstGeom>
          </p:spPr>
        </p:pic>
      </p:grpSp>
      <p:sp>
        <p:nvSpPr>
          <p:cNvPr id="71" name="object 71" descr=""/>
          <p:cNvSpPr/>
          <p:nvPr/>
        </p:nvSpPr>
        <p:spPr>
          <a:xfrm>
            <a:off x="12356313" y="5671908"/>
            <a:ext cx="147955" cy="68580"/>
          </a:xfrm>
          <a:custGeom>
            <a:avLst/>
            <a:gdLst/>
            <a:ahLst/>
            <a:cxnLst/>
            <a:rect l="l" t="t" r="r" b="b"/>
            <a:pathLst>
              <a:path w="147954" h="68579">
                <a:moveTo>
                  <a:pt x="147662" y="15595"/>
                </a:moveTo>
                <a:lnTo>
                  <a:pt x="128358" y="15595"/>
                </a:lnTo>
                <a:lnTo>
                  <a:pt x="128358" y="52031"/>
                </a:lnTo>
                <a:lnTo>
                  <a:pt x="147662" y="52031"/>
                </a:lnTo>
                <a:lnTo>
                  <a:pt x="147662" y="15595"/>
                </a:lnTo>
                <a:close/>
              </a:path>
              <a:path w="147954" h="68579">
                <a:moveTo>
                  <a:pt x="147662" y="0"/>
                </a:moveTo>
                <a:lnTo>
                  <a:pt x="0" y="0"/>
                </a:lnTo>
                <a:lnTo>
                  <a:pt x="0" y="15240"/>
                </a:lnTo>
                <a:lnTo>
                  <a:pt x="0" y="52070"/>
                </a:lnTo>
                <a:lnTo>
                  <a:pt x="0" y="68580"/>
                </a:lnTo>
                <a:lnTo>
                  <a:pt x="147662" y="68580"/>
                </a:lnTo>
                <a:lnTo>
                  <a:pt x="147662" y="52070"/>
                </a:lnTo>
                <a:lnTo>
                  <a:pt x="19304" y="52070"/>
                </a:lnTo>
                <a:lnTo>
                  <a:pt x="19304" y="15240"/>
                </a:lnTo>
                <a:lnTo>
                  <a:pt x="147662" y="15240"/>
                </a:lnTo>
                <a:lnTo>
                  <a:pt x="147662" y="0"/>
                </a:lnTo>
                <a:close/>
              </a:path>
            </a:pathLst>
          </a:custGeom>
          <a:solidFill>
            <a:srgbClr val="00C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2332182" y="5533313"/>
            <a:ext cx="196215" cy="118110"/>
          </a:xfrm>
          <a:custGeom>
            <a:avLst/>
            <a:gdLst/>
            <a:ahLst/>
            <a:cxnLst/>
            <a:rect l="l" t="t" r="r" b="b"/>
            <a:pathLst>
              <a:path w="196215" h="118110">
                <a:moveTo>
                  <a:pt x="195681" y="102069"/>
                </a:moveTo>
                <a:lnTo>
                  <a:pt x="107607" y="102069"/>
                </a:lnTo>
                <a:lnTo>
                  <a:pt x="107607" y="77216"/>
                </a:lnTo>
                <a:lnTo>
                  <a:pt x="176136" y="77216"/>
                </a:lnTo>
                <a:lnTo>
                  <a:pt x="176136" y="61290"/>
                </a:lnTo>
                <a:lnTo>
                  <a:pt x="144284" y="61290"/>
                </a:lnTo>
                <a:lnTo>
                  <a:pt x="144284" y="15925"/>
                </a:lnTo>
                <a:lnTo>
                  <a:pt x="177101" y="15925"/>
                </a:lnTo>
                <a:lnTo>
                  <a:pt x="177101" y="0"/>
                </a:lnTo>
                <a:lnTo>
                  <a:pt x="124498" y="0"/>
                </a:lnTo>
                <a:lnTo>
                  <a:pt x="124498" y="15925"/>
                </a:lnTo>
                <a:lnTo>
                  <a:pt x="124498" y="61290"/>
                </a:lnTo>
                <a:lnTo>
                  <a:pt x="70688" y="61290"/>
                </a:lnTo>
                <a:lnTo>
                  <a:pt x="70688" y="15925"/>
                </a:lnTo>
                <a:lnTo>
                  <a:pt x="124498" y="15925"/>
                </a:lnTo>
                <a:lnTo>
                  <a:pt x="124498" y="0"/>
                </a:lnTo>
                <a:lnTo>
                  <a:pt x="18338" y="0"/>
                </a:lnTo>
                <a:lnTo>
                  <a:pt x="18338" y="15925"/>
                </a:lnTo>
                <a:lnTo>
                  <a:pt x="50901" y="15925"/>
                </a:lnTo>
                <a:lnTo>
                  <a:pt x="50901" y="61290"/>
                </a:lnTo>
                <a:lnTo>
                  <a:pt x="19062" y="61290"/>
                </a:lnTo>
                <a:lnTo>
                  <a:pt x="19062" y="77216"/>
                </a:lnTo>
                <a:lnTo>
                  <a:pt x="87820" y="77216"/>
                </a:lnTo>
                <a:lnTo>
                  <a:pt x="87820" y="102069"/>
                </a:lnTo>
                <a:lnTo>
                  <a:pt x="0" y="102069"/>
                </a:lnTo>
                <a:lnTo>
                  <a:pt x="0" y="117995"/>
                </a:lnTo>
                <a:lnTo>
                  <a:pt x="195681" y="117995"/>
                </a:lnTo>
                <a:lnTo>
                  <a:pt x="195681" y="102069"/>
                </a:lnTo>
                <a:close/>
              </a:path>
            </a:pathLst>
          </a:custGeom>
          <a:solidFill>
            <a:srgbClr val="00CBA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3" name="object 73" descr=""/>
          <p:cNvGrpSpPr/>
          <p:nvPr/>
        </p:nvGrpSpPr>
        <p:grpSpPr>
          <a:xfrm>
            <a:off x="8357180" y="8136007"/>
            <a:ext cx="734695" cy="147955"/>
            <a:chOff x="8357180" y="8136007"/>
            <a:chExt cx="734695" cy="147955"/>
          </a:xfrm>
        </p:grpSpPr>
        <p:pic>
          <p:nvPicPr>
            <p:cNvPr id="74" name="object 7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357180" y="8136007"/>
              <a:ext cx="190356" cy="14731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8574773" y="8136013"/>
              <a:ext cx="517525" cy="147955"/>
            </a:xfrm>
            <a:custGeom>
              <a:avLst/>
              <a:gdLst/>
              <a:ahLst/>
              <a:cxnLst/>
              <a:rect l="l" t="t" r="r" b="b"/>
              <a:pathLst>
                <a:path w="517525" h="147954">
                  <a:moveTo>
                    <a:pt x="140830" y="121920"/>
                  </a:moveTo>
                  <a:lnTo>
                    <a:pt x="78587" y="121920"/>
                  </a:lnTo>
                  <a:lnTo>
                    <a:pt x="78587" y="87630"/>
                  </a:lnTo>
                  <a:lnTo>
                    <a:pt x="133235" y="87630"/>
                  </a:lnTo>
                  <a:lnTo>
                    <a:pt x="133235" y="72390"/>
                  </a:lnTo>
                  <a:lnTo>
                    <a:pt x="25920" y="72390"/>
                  </a:lnTo>
                  <a:lnTo>
                    <a:pt x="25920" y="22860"/>
                  </a:lnTo>
                  <a:lnTo>
                    <a:pt x="131584" y="22860"/>
                  </a:lnTo>
                  <a:lnTo>
                    <a:pt x="131584" y="8890"/>
                  </a:lnTo>
                  <a:lnTo>
                    <a:pt x="9245" y="8890"/>
                  </a:lnTo>
                  <a:lnTo>
                    <a:pt x="9245" y="22860"/>
                  </a:lnTo>
                  <a:lnTo>
                    <a:pt x="9245" y="72390"/>
                  </a:lnTo>
                  <a:lnTo>
                    <a:pt x="9245" y="87630"/>
                  </a:lnTo>
                  <a:lnTo>
                    <a:pt x="61912" y="87630"/>
                  </a:lnTo>
                  <a:lnTo>
                    <a:pt x="61912" y="121920"/>
                  </a:lnTo>
                  <a:lnTo>
                    <a:pt x="0" y="121920"/>
                  </a:lnTo>
                  <a:lnTo>
                    <a:pt x="0" y="137160"/>
                  </a:lnTo>
                  <a:lnTo>
                    <a:pt x="140830" y="137160"/>
                  </a:lnTo>
                  <a:lnTo>
                    <a:pt x="140830" y="121920"/>
                  </a:lnTo>
                  <a:close/>
                </a:path>
                <a:path w="517525" h="147954">
                  <a:moveTo>
                    <a:pt x="290563" y="7620"/>
                  </a:moveTo>
                  <a:lnTo>
                    <a:pt x="167246" y="7620"/>
                  </a:lnTo>
                  <a:lnTo>
                    <a:pt x="167246" y="22860"/>
                  </a:lnTo>
                  <a:lnTo>
                    <a:pt x="273888" y="22860"/>
                  </a:lnTo>
                  <a:lnTo>
                    <a:pt x="273888" y="101600"/>
                  </a:lnTo>
                  <a:lnTo>
                    <a:pt x="290563" y="101600"/>
                  </a:lnTo>
                  <a:lnTo>
                    <a:pt x="290563" y="22860"/>
                  </a:lnTo>
                  <a:lnTo>
                    <a:pt x="290563" y="7620"/>
                  </a:lnTo>
                  <a:close/>
                </a:path>
                <a:path w="517525" h="147954">
                  <a:moveTo>
                    <a:pt x="299643" y="122351"/>
                  </a:moveTo>
                  <a:lnTo>
                    <a:pt x="246811" y="122351"/>
                  </a:lnTo>
                  <a:lnTo>
                    <a:pt x="246811" y="65722"/>
                  </a:lnTo>
                  <a:lnTo>
                    <a:pt x="230314" y="65722"/>
                  </a:lnTo>
                  <a:lnTo>
                    <a:pt x="230314" y="122351"/>
                  </a:lnTo>
                  <a:lnTo>
                    <a:pt x="202577" y="122351"/>
                  </a:lnTo>
                  <a:lnTo>
                    <a:pt x="202577" y="65722"/>
                  </a:lnTo>
                  <a:lnTo>
                    <a:pt x="186232" y="65722"/>
                  </a:lnTo>
                  <a:lnTo>
                    <a:pt x="186232" y="122351"/>
                  </a:lnTo>
                  <a:lnTo>
                    <a:pt x="158826" y="122351"/>
                  </a:lnTo>
                  <a:lnTo>
                    <a:pt x="158826" y="137375"/>
                  </a:lnTo>
                  <a:lnTo>
                    <a:pt x="299643" y="137375"/>
                  </a:lnTo>
                  <a:lnTo>
                    <a:pt x="299643" y="122351"/>
                  </a:lnTo>
                  <a:close/>
                </a:path>
                <a:path w="517525" h="147954">
                  <a:moveTo>
                    <a:pt x="454837" y="64071"/>
                  </a:moveTo>
                  <a:lnTo>
                    <a:pt x="417042" y="43103"/>
                  </a:lnTo>
                  <a:lnTo>
                    <a:pt x="394411" y="30556"/>
                  </a:lnTo>
                  <a:lnTo>
                    <a:pt x="397192" y="24460"/>
                  </a:lnTo>
                  <a:lnTo>
                    <a:pt x="399580" y="18110"/>
                  </a:lnTo>
                  <a:lnTo>
                    <a:pt x="401523" y="11544"/>
                  </a:lnTo>
                  <a:lnTo>
                    <a:pt x="402996" y="4800"/>
                  </a:lnTo>
                  <a:lnTo>
                    <a:pt x="386156" y="2159"/>
                  </a:lnTo>
                  <a:lnTo>
                    <a:pt x="377659" y="25666"/>
                  </a:lnTo>
                  <a:lnTo>
                    <a:pt x="362648" y="44856"/>
                  </a:lnTo>
                  <a:lnTo>
                    <a:pt x="343090" y="57759"/>
                  </a:lnTo>
                  <a:lnTo>
                    <a:pt x="320941" y="62420"/>
                  </a:lnTo>
                  <a:lnTo>
                    <a:pt x="320941" y="77939"/>
                  </a:lnTo>
                  <a:lnTo>
                    <a:pt x="339852" y="75425"/>
                  </a:lnTo>
                  <a:lnTo>
                    <a:pt x="357492" y="68440"/>
                  </a:lnTo>
                  <a:lnTo>
                    <a:pt x="373253" y="57505"/>
                  </a:lnTo>
                  <a:lnTo>
                    <a:pt x="386486" y="43103"/>
                  </a:lnTo>
                  <a:lnTo>
                    <a:pt x="447243" y="77774"/>
                  </a:lnTo>
                  <a:lnTo>
                    <a:pt x="454837" y="64071"/>
                  </a:lnTo>
                  <a:close/>
                </a:path>
                <a:path w="517525" h="147954">
                  <a:moveTo>
                    <a:pt x="458470" y="92798"/>
                  </a:moveTo>
                  <a:lnTo>
                    <a:pt x="317639" y="92798"/>
                  </a:lnTo>
                  <a:lnTo>
                    <a:pt x="317639" y="107988"/>
                  </a:lnTo>
                  <a:lnTo>
                    <a:pt x="379552" y="107988"/>
                  </a:lnTo>
                  <a:lnTo>
                    <a:pt x="379552" y="147447"/>
                  </a:lnTo>
                  <a:lnTo>
                    <a:pt x="396227" y="147447"/>
                  </a:lnTo>
                  <a:lnTo>
                    <a:pt x="396227" y="107988"/>
                  </a:lnTo>
                  <a:lnTo>
                    <a:pt x="458470" y="107988"/>
                  </a:lnTo>
                  <a:lnTo>
                    <a:pt x="458470" y="92798"/>
                  </a:lnTo>
                  <a:close/>
                </a:path>
                <a:path w="517525" h="147954">
                  <a:moveTo>
                    <a:pt x="517080" y="0"/>
                  </a:moveTo>
                  <a:lnTo>
                    <a:pt x="471843" y="0"/>
                  </a:lnTo>
                  <a:lnTo>
                    <a:pt x="471843" y="13970"/>
                  </a:lnTo>
                  <a:lnTo>
                    <a:pt x="500735" y="13970"/>
                  </a:lnTo>
                  <a:lnTo>
                    <a:pt x="500735" y="133350"/>
                  </a:lnTo>
                  <a:lnTo>
                    <a:pt x="471843" y="133350"/>
                  </a:lnTo>
                  <a:lnTo>
                    <a:pt x="471843" y="147320"/>
                  </a:lnTo>
                  <a:lnTo>
                    <a:pt x="517080" y="147320"/>
                  </a:lnTo>
                  <a:lnTo>
                    <a:pt x="517080" y="133350"/>
                  </a:lnTo>
                  <a:lnTo>
                    <a:pt x="517080" y="13970"/>
                  </a:lnTo>
                  <a:lnTo>
                    <a:pt x="517080" y="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 descr=""/>
          <p:cNvGrpSpPr/>
          <p:nvPr/>
        </p:nvGrpSpPr>
        <p:grpSpPr>
          <a:xfrm>
            <a:off x="9159102" y="8139155"/>
            <a:ext cx="495934" cy="154305"/>
            <a:chOff x="9159102" y="8139155"/>
            <a:chExt cx="495934" cy="154305"/>
          </a:xfrm>
        </p:grpSpPr>
        <p:pic>
          <p:nvPicPr>
            <p:cNvPr id="77" name="object 7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159102" y="8139155"/>
              <a:ext cx="132902" cy="139176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15119" y="8139155"/>
              <a:ext cx="293872" cy="141487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9632765" y="8256044"/>
              <a:ext cx="22225" cy="37465"/>
            </a:xfrm>
            <a:custGeom>
              <a:avLst/>
              <a:gdLst/>
              <a:ahLst/>
              <a:cxnLst/>
              <a:rect l="l" t="t" r="r" b="b"/>
              <a:pathLst>
                <a:path w="22225" h="37465">
                  <a:moveTo>
                    <a:pt x="13537" y="37311"/>
                  </a:moveTo>
                  <a:lnTo>
                    <a:pt x="0" y="37311"/>
                  </a:lnTo>
                  <a:lnTo>
                    <a:pt x="5283" y="0"/>
                  </a:lnTo>
                  <a:lnTo>
                    <a:pt x="21792" y="0"/>
                  </a:lnTo>
                  <a:lnTo>
                    <a:pt x="13537" y="37311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9721601" y="8133543"/>
            <a:ext cx="455930" cy="146685"/>
            <a:chOff x="9721601" y="8133543"/>
            <a:chExt cx="455930" cy="146685"/>
          </a:xfrm>
        </p:grpSpPr>
        <p:pic>
          <p:nvPicPr>
            <p:cNvPr id="81" name="object 8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721601" y="8139156"/>
              <a:ext cx="131086" cy="14099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877618" y="8139156"/>
              <a:ext cx="132077" cy="140992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36441" y="8133543"/>
              <a:ext cx="140827" cy="144955"/>
            </a:xfrm>
            <a:prstGeom prst="rect">
              <a:avLst/>
            </a:prstGeom>
          </p:spPr>
        </p:pic>
      </p:grpSp>
      <p:grpSp>
        <p:nvGrpSpPr>
          <p:cNvPr id="84" name="object 84" descr=""/>
          <p:cNvGrpSpPr/>
          <p:nvPr/>
        </p:nvGrpSpPr>
        <p:grpSpPr>
          <a:xfrm>
            <a:off x="8132379" y="7884186"/>
            <a:ext cx="622935" cy="144780"/>
            <a:chOff x="8132379" y="7884186"/>
            <a:chExt cx="622935" cy="144780"/>
          </a:xfrm>
        </p:grpSpPr>
        <p:pic>
          <p:nvPicPr>
            <p:cNvPr id="85" name="object 8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132379" y="7884186"/>
              <a:ext cx="447715" cy="142616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603896" y="7884186"/>
              <a:ext cx="150870" cy="144432"/>
            </a:xfrm>
            <a:prstGeom prst="rect">
              <a:avLst/>
            </a:prstGeom>
          </p:spPr>
        </p:pic>
      </p:grpSp>
      <p:grpSp>
        <p:nvGrpSpPr>
          <p:cNvPr id="87" name="object 87" descr=""/>
          <p:cNvGrpSpPr/>
          <p:nvPr/>
        </p:nvGrpSpPr>
        <p:grpSpPr>
          <a:xfrm>
            <a:off x="8813217" y="7880884"/>
            <a:ext cx="555625" cy="151130"/>
            <a:chOff x="8813217" y="7880884"/>
            <a:chExt cx="555625" cy="151130"/>
          </a:xfrm>
        </p:grpSpPr>
        <p:pic>
          <p:nvPicPr>
            <p:cNvPr id="88" name="object 8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813217" y="7884186"/>
              <a:ext cx="289552" cy="144432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9128125" y="7887843"/>
              <a:ext cx="140970" cy="137160"/>
            </a:xfrm>
            <a:custGeom>
              <a:avLst/>
              <a:gdLst/>
              <a:ahLst/>
              <a:cxnLst/>
              <a:rect l="l" t="t" r="r" b="b"/>
              <a:pathLst>
                <a:path w="140970" h="137159">
                  <a:moveTo>
                    <a:pt x="132397" y="31750"/>
                  </a:moveTo>
                  <a:lnTo>
                    <a:pt x="26403" y="31750"/>
                  </a:lnTo>
                  <a:lnTo>
                    <a:pt x="26403" y="12700"/>
                  </a:lnTo>
                  <a:lnTo>
                    <a:pt x="130746" y="12700"/>
                  </a:lnTo>
                  <a:lnTo>
                    <a:pt x="130746" y="0"/>
                  </a:lnTo>
                  <a:lnTo>
                    <a:pt x="10071" y="0"/>
                  </a:lnTo>
                  <a:lnTo>
                    <a:pt x="10071" y="12700"/>
                  </a:lnTo>
                  <a:lnTo>
                    <a:pt x="10071" y="31750"/>
                  </a:lnTo>
                  <a:lnTo>
                    <a:pt x="10071" y="44450"/>
                  </a:lnTo>
                  <a:lnTo>
                    <a:pt x="132397" y="44450"/>
                  </a:lnTo>
                  <a:lnTo>
                    <a:pt x="132397" y="31750"/>
                  </a:lnTo>
                  <a:close/>
                </a:path>
                <a:path w="140970" h="137159">
                  <a:moveTo>
                    <a:pt x="133553" y="125730"/>
                  </a:moveTo>
                  <a:lnTo>
                    <a:pt x="25742" y="125730"/>
                  </a:lnTo>
                  <a:lnTo>
                    <a:pt x="25742" y="115570"/>
                  </a:lnTo>
                  <a:lnTo>
                    <a:pt x="131076" y="115570"/>
                  </a:lnTo>
                  <a:lnTo>
                    <a:pt x="131076" y="104140"/>
                  </a:lnTo>
                  <a:lnTo>
                    <a:pt x="131076" y="93980"/>
                  </a:lnTo>
                  <a:lnTo>
                    <a:pt x="131076" y="81280"/>
                  </a:lnTo>
                  <a:lnTo>
                    <a:pt x="9410" y="81280"/>
                  </a:lnTo>
                  <a:lnTo>
                    <a:pt x="9410" y="93980"/>
                  </a:lnTo>
                  <a:lnTo>
                    <a:pt x="115062" y="93980"/>
                  </a:lnTo>
                  <a:lnTo>
                    <a:pt x="115062" y="104140"/>
                  </a:lnTo>
                  <a:lnTo>
                    <a:pt x="9740" y="104140"/>
                  </a:lnTo>
                  <a:lnTo>
                    <a:pt x="9740" y="115570"/>
                  </a:lnTo>
                  <a:lnTo>
                    <a:pt x="9740" y="125730"/>
                  </a:lnTo>
                  <a:lnTo>
                    <a:pt x="9740" y="137160"/>
                  </a:lnTo>
                  <a:lnTo>
                    <a:pt x="133553" y="137160"/>
                  </a:lnTo>
                  <a:lnTo>
                    <a:pt x="133553" y="125730"/>
                  </a:lnTo>
                  <a:close/>
                </a:path>
                <a:path w="140970" h="137159">
                  <a:moveTo>
                    <a:pt x="140817" y="56845"/>
                  </a:moveTo>
                  <a:lnTo>
                    <a:pt x="0" y="56845"/>
                  </a:lnTo>
                  <a:lnTo>
                    <a:pt x="0" y="69557"/>
                  </a:lnTo>
                  <a:lnTo>
                    <a:pt x="140817" y="69557"/>
                  </a:lnTo>
                  <a:lnTo>
                    <a:pt x="140817" y="56845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128125" y="7887557"/>
              <a:ext cx="140970" cy="137795"/>
            </a:xfrm>
            <a:custGeom>
              <a:avLst/>
              <a:gdLst/>
              <a:ahLst/>
              <a:cxnLst/>
              <a:rect l="l" t="t" r="r" b="b"/>
              <a:pathLst>
                <a:path w="140970" h="137795">
                  <a:moveTo>
                    <a:pt x="10070" y="45071"/>
                  </a:moveTo>
                  <a:lnTo>
                    <a:pt x="132407" y="45071"/>
                  </a:lnTo>
                  <a:lnTo>
                    <a:pt x="132407" y="32524"/>
                  </a:lnTo>
                  <a:lnTo>
                    <a:pt x="26415" y="32524"/>
                  </a:lnTo>
                  <a:lnTo>
                    <a:pt x="26415" y="12547"/>
                  </a:lnTo>
                  <a:lnTo>
                    <a:pt x="130756" y="12547"/>
                  </a:lnTo>
                  <a:lnTo>
                    <a:pt x="130756" y="0"/>
                  </a:lnTo>
                  <a:lnTo>
                    <a:pt x="10070" y="0"/>
                  </a:lnTo>
                  <a:lnTo>
                    <a:pt x="10070" y="45071"/>
                  </a:lnTo>
                  <a:close/>
                </a:path>
                <a:path w="140970" h="137795">
                  <a:moveTo>
                    <a:pt x="0" y="69835"/>
                  </a:moveTo>
                  <a:lnTo>
                    <a:pt x="140827" y="69835"/>
                  </a:lnTo>
                  <a:lnTo>
                    <a:pt x="140827" y="57123"/>
                  </a:lnTo>
                  <a:lnTo>
                    <a:pt x="0" y="57123"/>
                  </a:lnTo>
                  <a:lnTo>
                    <a:pt x="0" y="69835"/>
                  </a:lnTo>
                  <a:close/>
                </a:path>
                <a:path w="140970" h="137795">
                  <a:moveTo>
                    <a:pt x="9740" y="137690"/>
                  </a:moveTo>
                  <a:lnTo>
                    <a:pt x="133563" y="137690"/>
                  </a:lnTo>
                  <a:lnTo>
                    <a:pt x="133563" y="125473"/>
                  </a:lnTo>
                  <a:lnTo>
                    <a:pt x="25755" y="125473"/>
                  </a:lnTo>
                  <a:lnTo>
                    <a:pt x="25755" y="115567"/>
                  </a:lnTo>
                  <a:lnTo>
                    <a:pt x="131086" y="115567"/>
                  </a:lnTo>
                  <a:lnTo>
                    <a:pt x="131086" y="81888"/>
                  </a:lnTo>
                  <a:lnTo>
                    <a:pt x="9410" y="81888"/>
                  </a:lnTo>
                  <a:lnTo>
                    <a:pt x="9410" y="94105"/>
                  </a:lnTo>
                  <a:lnTo>
                    <a:pt x="115072" y="94105"/>
                  </a:lnTo>
                  <a:lnTo>
                    <a:pt x="115072" y="104010"/>
                  </a:lnTo>
                  <a:lnTo>
                    <a:pt x="9740" y="104010"/>
                  </a:lnTo>
                  <a:lnTo>
                    <a:pt x="9740" y="13769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284307" y="7882604"/>
              <a:ext cx="49530" cy="147320"/>
            </a:xfrm>
            <a:custGeom>
              <a:avLst/>
              <a:gdLst/>
              <a:ahLst/>
              <a:cxnLst/>
              <a:rect l="l" t="t" r="r" b="b"/>
              <a:pathLst>
                <a:path w="49529" h="147320">
                  <a:moveTo>
                    <a:pt x="49033" y="147266"/>
                  </a:moveTo>
                  <a:lnTo>
                    <a:pt x="30708" y="147266"/>
                  </a:lnTo>
                  <a:lnTo>
                    <a:pt x="18178" y="131628"/>
                  </a:lnTo>
                  <a:lnTo>
                    <a:pt x="8481" y="114288"/>
                  </a:lnTo>
                  <a:lnTo>
                    <a:pt x="2221" y="95028"/>
                  </a:lnTo>
                  <a:lnTo>
                    <a:pt x="0" y="73633"/>
                  </a:lnTo>
                  <a:lnTo>
                    <a:pt x="2221" y="52237"/>
                  </a:lnTo>
                  <a:lnTo>
                    <a:pt x="8481" y="32978"/>
                  </a:lnTo>
                  <a:lnTo>
                    <a:pt x="18178" y="15637"/>
                  </a:lnTo>
                  <a:lnTo>
                    <a:pt x="30708" y="0"/>
                  </a:lnTo>
                  <a:lnTo>
                    <a:pt x="49033" y="0"/>
                  </a:lnTo>
                  <a:lnTo>
                    <a:pt x="35993" y="15544"/>
                  </a:lnTo>
                  <a:lnTo>
                    <a:pt x="25817" y="33101"/>
                  </a:lnTo>
                  <a:lnTo>
                    <a:pt x="19200" y="52516"/>
                  </a:lnTo>
                  <a:lnTo>
                    <a:pt x="16839" y="73633"/>
                  </a:lnTo>
                  <a:lnTo>
                    <a:pt x="19200" y="94750"/>
                  </a:lnTo>
                  <a:lnTo>
                    <a:pt x="25817" y="114164"/>
                  </a:lnTo>
                  <a:lnTo>
                    <a:pt x="35993" y="131721"/>
                  </a:lnTo>
                  <a:lnTo>
                    <a:pt x="49033" y="147266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9284307" y="7882604"/>
              <a:ext cx="49530" cy="147320"/>
            </a:xfrm>
            <a:custGeom>
              <a:avLst/>
              <a:gdLst/>
              <a:ahLst/>
              <a:cxnLst/>
              <a:rect l="l" t="t" r="r" b="b"/>
              <a:pathLst>
                <a:path w="49529" h="147320">
                  <a:moveTo>
                    <a:pt x="30708" y="147266"/>
                  </a:moveTo>
                  <a:lnTo>
                    <a:pt x="49033" y="147266"/>
                  </a:lnTo>
                  <a:lnTo>
                    <a:pt x="35993" y="131721"/>
                  </a:lnTo>
                  <a:lnTo>
                    <a:pt x="25817" y="114164"/>
                  </a:lnTo>
                  <a:lnTo>
                    <a:pt x="19200" y="94750"/>
                  </a:lnTo>
                  <a:lnTo>
                    <a:pt x="16839" y="73633"/>
                  </a:lnTo>
                  <a:lnTo>
                    <a:pt x="19200" y="52516"/>
                  </a:lnTo>
                  <a:lnTo>
                    <a:pt x="25817" y="33101"/>
                  </a:lnTo>
                  <a:lnTo>
                    <a:pt x="35993" y="15544"/>
                  </a:lnTo>
                  <a:lnTo>
                    <a:pt x="49033" y="0"/>
                  </a:lnTo>
                  <a:lnTo>
                    <a:pt x="30708" y="0"/>
                  </a:lnTo>
                  <a:lnTo>
                    <a:pt x="18178" y="15637"/>
                  </a:lnTo>
                  <a:lnTo>
                    <a:pt x="8481" y="32978"/>
                  </a:lnTo>
                  <a:lnTo>
                    <a:pt x="2221" y="52237"/>
                  </a:lnTo>
                  <a:lnTo>
                    <a:pt x="0" y="73633"/>
                  </a:lnTo>
                  <a:lnTo>
                    <a:pt x="2221" y="95028"/>
                  </a:lnTo>
                  <a:lnTo>
                    <a:pt x="8481" y="114288"/>
                  </a:lnTo>
                  <a:lnTo>
                    <a:pt x="18178" y="131628"/>
                  </a:lnTo>
                  <a:lnTo>
                    <a:pt x="30708" y="147266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351171" y="7891647"/>
              <a:ext cx="17780" cy="55880"/>
            </a:xfrm>
            <a:custGeom>
              <a:avLst/>
              <a:gdLst/>
              <a:ahLst/>
              <a:cxnLst/>
              <a:rect l="l" t="t" r="r" b="b"/>
              <a:pathLst>
                <a:path w="17779" h="55879">
                  <a:moveTo>
                    <a:pt x="0" y="0"/>
                  </a:moveTo>
                  <a:lnTo>
                    <a:pt x="17335" y="0"/>
                  </a:lnTo>
                  <a:lnTo>
                    <a:pt x="17335" y="55879"/>
                  </a:lnTo>
                  <a:lnTo>
                    <a:pt x="0" y="55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9349451" y="7880884"/>
            <a:ext cx="1060450" cy="151130"/>
            <a:chOff x="9349451" y="7880884"/>
            <a:chExt cx="1060450" cy="151130"/>
          </a:xfrm>
        </p:grpSpPr>
        <p:sp>
          <p:nvSpPr>
            <p:cNvPr id="95" name="object 95" descr=""/>
            <p:cNvSpPr/>
            <p:nvPr/>
          </p:nvSpPr>
          <p:spPr>
            <a:xfrm>
              <a:off x="9351163" y="7891653"/>
              <a:ext cx="111760" cy="132080"/>
            </a:xfrm>
            <a:custGeom>
              <a:avLst/>
              <a:gdLst/>
              <a:ahLst/>
              <a:cxnLst/>
              <a:rect l="l" t="t" r="r" b="b"/>
              <a:pathLst>
                <a:path w="111759" h="132079">
                  <a:moveTo>
                    <a:pt x="111442" y="0"/>
                  </a:moveTo>
                  <a:lnTo>
                    <a:pt x="94107" y="0"/>
                  </a:lnTo>
                  <a:lnTo>
                    <a:pt x="94107" y="55880"/>
                  </a:lnTo>
                  <a:lnTo>
                    <a:pt x="0" y="55880"/>
                  </a:lnTo>
                  <a:lnTo>
                    <a:pt x="0" y="72390"/>
                  </a:lnTo>
                  <a:lnTo>
                    <a:pt x="0" y="132080"/>
                  </a:lnTo>
                  <a:lnTo>
                    <a:pt x="17335" y="132080"/>
                  </a:lnTo>
                  <a:lnTo>
                    <a:pt x="17335" y="72390"/>
                  </a:lnTo>
                  <a:lnTo>
                    <a:pt x="94107" y="72390"/>
                  </a:lnTo>
                  <a:lnTo>
                    <a:pt x="94107" y="132080"/>
                  </a:lnTo>
                  <a:lnTo>
                    <a:pt x="111442" y="132080"/>
                  </a:lnTo>
                  <a:lnTo>
                    <a:pt x="111442" y="72390"/>
                  </a:lnTo>
                  <a:lnTo>
                    <a:pt x="111442" y="55880"/>
                  </a:lnTo>
                  <a:lnTo>
                    <a:pt x="111442" y="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9351171" y="7891189"/>
              <a:ext cx="111760" cy="132715"/>
            </a:xfrm>
            <a:custGeom>
              <a:avLst/>
              <a:gdLst/>
              <a:ahLst/>
              <a:cxnLst/>
              <a:rect l="l" t="t" r="r" b="b"/>
              <a:pathLst>
                <a:path w="111759" h="132715">
                  <a:moveTo>
                    <a:pt x="94105" y="0"/>
                  </a:moveTo>
                  <a:lnTo>
                    <a:pt x="94105" y="56628"/>
                  </a:lnTo>
                  <a:lnTo>
                    <a:pt x="17335" y="56628"/>
                  </a:lnTo>
                  <a:lnTo>
                    <a:pt x="17335" y="0"/>
                  </a:lnTo>
                  <a:lnTo>
                    <a:pt x="0" y="0"/>
                  </a:lnTo>
                  <a:lnTo>
                    <a:pt x="0" y="132242"/>
                  </a:lnTo>
                  <a:lnTo>
                    <a:pt x="17335" y="132242"/>
                  </a:lnTo>
                  <a:lnTo>
                    <a:pt x="17335" y="72477"/>
                  </a:lnTo>
                  <a:lnTo>
                    <a:pt x="94105" y="72477"/>
                  </a:lnTo>
                  <a:lnTo>
                    <a:pt x="94105" y="132242"/>
                  </a:lnTo>
                  <a:lnTo>
                    <a:pt x="111440" y="132242"/>
                  </a:lnTo>
                  <a:lnTo>
                    <a:pt x="111440" y="0"/>
                  </a:lnTo>
                  <a:lnTo>
                    <a:pt x="94105" y="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480277" y="7891189"/>
              <a:ext cx="127635" cy="132715"/>
            </a:xfrm>
            <a:custGeom>
              <a:avLst/>
              <a:gdLst/>
              <a:ahLst/>
              <a:cxnLst/>
              <a:rect l="l" t="t" r="r" b="b"/>
              <a:pathLst>
                <a:path w="127634" h="132715">
                  <a:moveTo>
                    <a:pt x="18160" y="132242"/>
                  </a:moveTo>
                  <a:lnTo>
                    <a:pt x="0" y="132242"/>
                  </a:lnTo>
                  <a:lnTo>
                    <a:pt x="54481" y="0"/>
                  </a:lnTo>
                  <a:lnTo>
                    <a:pt x="72807" y="0"/>
                  </a:lnTo>
                  <a:lnTo>
                    <a:pt x="81148" y="20306"/>
                  </a:lnTo>
                  <a:lnTo>
                    <a:pt x="63232" y="20306"/>
                  </a:lnTo>
                  <a:lnTo>
                    <a:pt x="37476" y="84199"/>
                  </a:lnTo>
                  <a:lnTo>
                    <a:pt x="107391" y="84199"/>
                  </a:lnTo>
                  <a:lnTo>
                    <a:pt x="113697" y="99553"/>
                  </a:lnTo>
                  <a:lnTo>
                    <a:pt x="31368" y="99553"/>
                  </a:lnTo>
                  <a:lnTo>
                    <a:pt x="18160" y="132242"/>
                  </a:lnTo>
                  <a:close/>
                </a:path>
                <a:path w="127634" h="132715">
                  <a:moveTo>
                    <a:pt x="107391" y="84199"/>
                  </a:moveTo>
                  <a:lnTo>
                    <a:pt x="88822" y="84199"/>
                  </a:lnTo>
                  <a:lnTo>
                    <a:pt x="63232" y="20306"/>
                  </a:lnTo>
                  <a:lnTo>
                    <a:pt x="81148" y="20306"/>
                  </a:lnTo>
                  <a:lnTo>
                    <a:pt x="107391" y="84199"/>
                  </a:lnTo>
                  <a:close/>
                </a:path>
                <a:path w="127634" h="132715">
                  <a:moveTo>
                    <a:pt x="127124" y="132242"/>
                  </a:moveTo>
                  <a:lnTo>
                    <a:pt x="108138" y="132242"/>
                  </a:lnTo>
                  <a:lnTo>
                    <a:pt x="94930" y="99553"/>
                  </a:lnTo>
                  <a:lnTo>
                    <a:pt x="113697" y="99553"/>
                  </a:lnTo>
                  <a:lnTo>
                    <a:pt x="127124" y="132242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480277" y="7891189"/>
              <a:ext cx="127635" cy="132715"/>
            </a:xfrm>
            <a:custGeom>
              <a:avLst/>
              <a:gdLst/>
              <a:ahLst/>
              <a:cxnLst/>
              <a:rect l="l" t="t" r="r" b="b"/>
              <a:pathLst>
                <a:path w="127634" h="132715">
                  <a:moveTo>
                    <a:pt x="108138" y="132242"/>
                  </a:moveTo>
                  <a:lnTo>
                    <a:pt x="127124" y="132242"/>
                  </a:lnTo>
                  <a:lnTo>
                    <a:pt x="72807" y="0"/>
                  </a:lnTo>
                  <a:lnTo>
                    <a:pt x="54481" y="0"/>
                  </a:lnTo>
                  <a:lnTo>
                    <a:pt x="0" y="132242"/>
                  </a:lnTo>
                  <a:lnTo>
                    <a:pt x="18160" y="132242"/>
                  </a:lnTo>
                  <a:lnTo>
                    <a:pt x="31368" y="99553"/>
                  </a:lnTo>
                  <a:lnTo>
                    <a:pt x="94930" y="99553"/>
                  </a:lnTo>
                  <a:lnTo>
                    <a:pt x="108138" y="132242"/>
                  </a:lnTo>
                  <a:close/>
                </a:path>
                <a:path w="127634" h="132715">
                  <a:moveTo>
                    <a:pt x="37476" y="84199"/>
                  </a:moveTo>
                  <a:lnTo>
                    <a:pt x="63232" y="20306"/>
                  </a:lnTo>
                  <a:lnTo>
                    <a:pt x="88822" y="84199"/>
                  </a:lnTo>
                  <a:lnTo>
                    <a:pt x="37476" y="84199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625064" y="7891653"/>
              <a:ext cx="90170" cy="132080"/>
            </a:xfrm>
            <a:custGeom>
              <a:avLst/>
              <a:gdLst/>
              <a:ahLst/>
              <a:cxnLst/>
              <a:rect l="l" t="t" r="r" b="b"/>
              <a:pathLst>
                <a:path w="90170" h="132079">
                  <a:moveTo>
                    <a:pt x="89979" y="115570"/>
                  </a:moveTo>
                  <a:lnTo>
                    <a:pt x="17335" y="115570"/>
                  </a:lnTo>
                  <a:lnTo>
                    <a:pt x="17335" y="0"/>
                  </a:lnTo>
                  <a:lnTo>
                    <a:pt x="0" y="0"/>
                  </a:lnTo>
                  <a:lnTo>
                    <a:pt x="0" y="115570"/>
                  </a:lnTo>
                  <a:lnTo>
                    <a:pt x="0" y="132080"/>
                  </a:lnTo>
                  <a:lnTo>
                    <a:pt x="89979" y="132080"/>
                  </a:lnTo>
                  <a:lnTo>
                    <a:pt x="89979" y="11557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9625067" y="7891189"/>
              <a:ext cx="90170" cy="132715"/>
            </a:xfrm>
            <a:custGeom>
              <a:avLst/>
              <a:gdLst/>
              <a:ahLst/>
              <a:cxnLst/>
              <a:rect l="l" t="t" r="r" b="b"/>
              <a:pathLst>
                <a:path w="90170" h="132715">
                  <a:moveTo>
                    <a:pt x="17335" y="0"/>
                  </a:moveTo>
                  <a:lnTo>
                    <a:pt x="0" y="0"/>
                  </a:lnTo>
                  <a:lnTo>
                    <a:pt x="0" y="132242"/>
                  </a:lnTo>
                  <a:lnTo>
                    <a:pt x="89977" y="132242"/>
                  </a:lnTo>
                  <a:lnTo>
                    <a:pt x="89977" y="116558"/>
                  </a:lnTo>
                  <a:lnTo>
                    <a:pt x="17335" y="116558"/>
                  </a:lnTo>
                  <a:lnTo>
                    <a:pt x="17335" y="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9734525" y="7891653"/>
              <a:ext cx="92710" cy="132080"/>
            </a:xfrm>
            <a:custGeom>
              <a:avLst/>
              <a:gdLst/>
              <a:ahLst/>
              <a:cxnLst/>
              <a:rect l="l" t="t" r="r" b="b"/>
              <a:pathLst>
                <a:path w="92709" h="132079">
                  <a:moveTo>
                    <a:pt x="92443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59690"/>
                  </a:lnTo>
                  <a:lnTo>
                    <a:pt x="0" y="74930"/>
                  </a:lnTo>
                  <a:lnTo>
                    <a:pt x="0" y="132080"/>
                  </a:lnTo>
                  <a:lnTo>
                    <a:pt x="17335" y="132080"/>
                  </a:lnTo>
                  <a:lnTo>
                    <a:pt x="17335" y="74930"/>
                  </a:lnTo>
                  <a:lnTo>
                    <a:pt x="85178" y="74930"/>
                  </a:lnTo>
                  <a:lnTo>
                    <a:pt x="85178" y="59690"/>
                  </a:lnTo>
                  <a:lnTo>
                    <a:pt x="17335" y="59690"/>
                  </a:lnTo>
                  <a:lnTo>
                    <a:pt x="17335" y="15240"/>
                  </a:lnTo>
                  <a:lnTo>
                    <a:pt x="92443" y="15240"/>
                  </a:lnTo>
                  <a:lnTo>
                    <a:pt x="92443" y="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734526" y="7891189"/>
              <a:ext cx="92710" cy="132715"/>
            </a:xfrm>
            <a:custGeom>
              <a:avLst/>
              <a:gdLst/>
              <a:ahLst/>
              <a:cxnLst/>
              <a:rect l="l" t="t" r="r" b="b"/>
              <a:pathLst>
                <a:path w="92709" h="132715">
                  <a:moveTo>
                    <a:pt x="0" y="0"/>
                  </a:moveTo>
                  <a:lnTo>
                    <a:pt x="0" y="132242"/>
                  </a:lnTo>
                  <a:lnTo>
                    <a:pt x="17335" y="132242"/>
                  </a:lnTo>
                  <a:lnTo>
                    <a:pt x="17335" y="75944"/>
                  </a:lnTo>
                  <a:lnTo>
                    <a:pt x="85189" y="75944"/>
                  </a:lnTo>
                  <a:lnTo>
                    <a:pt x="85189" y="60425"/>
                  </a:lnTo>
                  <a:lnTo>
                    <a:pt x="17335" y="60590"/>
                  </a:lnTo>
                  <a:lnTo>
                    <a:pt x="17335" y="15519"/>
                  </a:lnTo>
                  <a:lnTo>
                    <a:pt x="92454" y="15519"/>
                  </a:lnTo>
                  <a:lnTo>
                    <a:pt x="92454" y="0"/>
                  </a:lnTo>
                  <a:lnTo>
                    <a:pt x="0" y="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845459" y="7891653"/>
              <a:ext cx="92710" cy="132080"/>
            </a:xfrm>
            <a:custGeom>
              <a:avLst/>
              <a:gdLst/>
              <a:ahLst/>
              <a:cxnLst/>
              <a:rect l="l" t="t" r="r" b="b"/>
              <a:pathLst>
                <a:path w="92709" h="132079">
                  <a:moveTo>
                    <a:pt x="92456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59690"/>
                  </a:lnTo>
                  <a:lnTo>
                    <a:pt x="0" y="74930"/>
                  </a:lnTo>
                  <a:lnTo>
                    <a:pt x="0" y="132080"/>
                  </a:lnTo>
                  <a:lnTo>
                    <a:pt x="17335" y="132080"/>
                  </a:lnTo>
                  <a:lnTo>
                    <a:pt x="17335" y="74930"/>
                  </a:lnTo>
                  <a:lnTo>
                    <a:pt x="85191" y="74930"/>
                  </a:lnTo>
                  <a:lnTo>
                    <a:pt x="85191" y="59690"/>
                  </a:lnTo>
                  <a:lnTo>
                    <a:pt x="17335" y="59690"/>
                  </a:lnTo>
                  <a:lnTo>
                    <a:pt x="17335" y="15240"/>
                  </a:lnTo>
                  <a:lnTo>
                    <a:pt x="92456" y="15240"/>
                  </a:lnTo>
                  <a:lnTo>
                    <a:pt x="92456" y="0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845471" y="7891189"/>
              <a:ext cx="92710" cy="132715"/>
            </a:xfrm>
            <a:custGeom>
              <a:avLst/>
              <a:gdLst/>
              <a:ahLst/>
              <a:cxnLst/>
              <a:rect l="l" t="t" r="r" b="b"/>
              <a:pathLst>
                <a:path w="92709" h="132715">
                  <a:moveTo>
                    <a:pt x="0" y="0"/>
                  </a:moveTo>
                  <a:lnTo>
                    <a:pt x="0" y="132242"/>
                  </a:lnTo>
                  <a:lnTo>
                    <a:pt x="17335" y="132242"/>
                  </a:lnTo>
                  <a:lnTo>
                    <a:pt x="17335" y="75944"/>
                  </a:lnTo>
                  <a:lnTo>
                    <a:pt x="85189" y="75944"/>
                  </a:lnTo>
                  <a:lnTo>
                    <a:pt x="85189" y="60425"/>
                  </a:lnTo>
                  <a:lnTo>
                    <a:pt x="17335" y="60590"/>
                  </a:lnTo>
                  <a:lnTo>
                    <a:pt x="17335" y="15519"/>
                  </a:lnTo>
                  <a:lnTo>
                    <a:pt x="92454" y="15519"/>
                  </a:lnTo>
                  <a:lnTo>
                    <a:pt x="92454" y="0"/>
                  </a:lnTo>
                  <a:lnTo>
                    <a:pt x="0" y="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956416" y="7891189"/>
              <a:ext cx="17780" cy="132715"/>
            </a:xfrm>
            <a:custGeom>
              <a:avLst/>
              <a:gdLst/>
              <a:ahLst/>
              <a:cxnLst/>
              <a:rect l="l" t="t" r="r" b="b"/>
              <a:pathLst>
                <a:path w="17779" h="132715">
                  <a:moveTo>
                    <a:pt x="17335" y="132242"/>
                  </a:moveTo>
                  <a:lnTo>
                    <a:pt x="0" y="132242"/>
                  </a:lnTo>
                  <a:lnTo>
                    <a:pt x="0" y="0"/>
                  </a:lnTo>
                  <a:lnTo>
                    <a:pt x="17335" y="0"/>
                  </a:lnTo>
                  <a:lnTo>
                    <a:pt x="17335" y="132242"/>
                  </a:lnTo>
                  <a:close/>
                </a:path>
              </a:pathLst>
            </a:custGeom>
            <a:solidFill>
              <a:srgbClr val="237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956416" y="7891189"/>
              <a:ext cx="17780" cy="132715"/>
            </a:xfrm>
            <a:custGeom>
              <a:avLst/>
              <a:gdLst/>
              <a:ahLst/>
              <a:cxnLst/>
              <a:rect l="l" t="t" r="r" b="b"/>
              <a:pathLst>
                <a:path w="17779" h="132715">
                  <a:moveTo>
                    <a:pt x="17335" y="0"/>
                  </a:moveTo>
                  <a:lnTo>
                    <a:pt x="0" y="0"/>
                  </a:lnTo>
                  <a:lnTo>
                    <a:pt x="0" y="132242"/>
                  </a:lnTo>
                  <a:lnTo>
                    <a:pt x="17335" y="132242"/>
                  </a:lnTo>
                  <a:lnTo>
                    <a:pt x="17335" y="0"/>
                  </a:lnTo>
                  <a:close/>
                </a:path>
              </a:pathLst>
            </a:custGeom>
            <a:ln w="3439">
              <a:solidFill>
                <a:srgbClr val="237E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000428" y="7880884"/>
              <a:ext cx="409082" cy="1507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2025-03-04T13:33:39Z</dcterms:created>
  <dcterms:modified xsi:type="dcterms:W3CDTF">2025-03-04T13:33:39Z</dcterms:modified>
</cp:coreProperties>
</file>