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14" Target="../media/image29.png" Type="http://schemas.openxmlformats.org/officeDocument/2006/relationships/image"/><Relationship Id="rId15" Target="../media/image30.png" Type="http://schemas.openxmlformats.org/officeDocument/2006/relationships/image"/><Relationship Id="rId16" Target="../media/image31.png" Type="http://schemas.openxmlformats.org/officeDocument/2006/relationships/image"/><Relationship Id="rId17" Target="../media/image32.png" Type="http://schemas.openxmlformats.org/officeDocument/2006/relationships/image"/><Relationship Id="rId18" Target="../media/image33.png" Type="http://schemas.openxmlformats.org/officeDocument/2006/relationships/image"/><Relationship Id="rId19" Target="../media/image34.png" Type="http://schemas.openxmlformats.org/officeDocument/2006/relationships/image"/><Relationship Id="rId2" Target="../media/image18.png" Type="http://schemas.openxmlformats.org/officeDocument/2006/relationships/image"/><Relationship Id="rId20" Target="../media/image35.png" Type="http://schemas.openxmlformats.org/officeDocument/2006/relationships/image"/><Relationship Id="rId21" Target="../media/image36.png" Type="http://schemas.openxmlformats.org/officeDocument/2006/relationships/image"/><Relationship Id="rId22" Target="../media/image37.png" Type="http://schemas.openxmlformats.org/officeDocument/2006/relationships/image"/><Relationship Id="rId23" Target="../media/image38.png" Type="http://schemas.openxmlformats.org/officeDocument/2006/relationships/image"/><Relationship Id="rId24" Target="../media/image39.png" Type="http://schemas.openxmlformats.org/officeDocument/2006/relationships/image"/><Relationship Id="rId25" Target="../media/image40.png" Type="http://schemas.openxmlformats.org/officeDocument/2006/relationships/image"/><Relationship Id="rId3" Target="../media/image19.png" Type="http://schemas.openxmlformats.org/officeDocument/2006/relationships/image"/><Relationship Id="rId4" Target="../media/image7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13" Target="../media/image51.png" Type="http://schemas.openxmlformats.org/officeDocument/2006/relationships/image"/><Relationship Id="rId14" Target="../media/image37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32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43.png" Type="http://schemas.openxmlformats.org/officeDocument/2006/relationships/image"/><Relationship Id="rId8" Target="../media/image32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43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37.png" Type="http://schemas.openxmlformats.org/officeDocument/2006/relationships/image"/><Relationship Id="rId7" Target="../media/image58.png" Type="http://schemas.openxmlformats.org/officeDocument/2006/relationships/image"/><Relationship Id="rId8" Target="../media/image43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61.png" Type="http://schemas.openxmlformats.org/officeDocument/2006/relationships/image"/><Relationship Id="rId6" Target="../media/image58.png" Type="http://schemas.openxmlformats.org/officeDocument/2006/relationships/image"/><Relationship Id="rId7" Target="../media/image43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62.png" Type="http://schemas.openxmlformats.org/officeDocument/2006/relationships/image"/><Relationship Id="rId6" Target="../media/image58.png" Type="http://schemas.openxmlformats.org/officeDocument/2006/relationships/image"/><Relationship Id="rId7" Target="../media/image43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37.png" Type="http://schemas.openxmlformats.org/officeDocument/2006/relationships/image"/><Relationship Id="rId6" Target="../media/image62.png" Type="http://schemas.openxmlformats.org/officeDocument/2006/relationships/image"/><Relationship Id="rId7" Target="../media/image58.png" Type="http://schemas.openxmlformats.org/officeDocument/2006/relationships/image"/><Relationship Id="rId8" Target="../media/image43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56.png" Type="http://schemas.openxmlformats.org/officeDocument/2006/relationships/image"/><Relationship Id="rId5" Target="../media/image62.png" Type="http://schemas.openxmlformats.org/officeDocument/2006/relationships/image"/><Relationship Id="rId6" Target="../media/image37.png" Type="http://schemas.openxmlformats.org/officeDocument/2006/relationships/image"/><Relationship Id="rId7" Target="../media/image58.png" Type="http://schemas.openxmlformats.org/officeDocument/2006/relationships/image"/><Relationship Id="rId8" Target="../media/image43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37.png" Type="http://schemas.openxmlformats.org/officeDocument/2006/relationships/image"/><Relationship Id="rId2" Target="../media/image41.png" Type="http://schemas.openxmlformats.org/officeDocument/2006/relationships/image"/><Relationship Id="rId3" Target="../media/image32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png" Type="http://schemas.openxmlformats.org/officeDocument/2006/relationships/image"/><Relationship Id="rId12" Target="../media/image37.png" Type="http://schemas.openxmlformats.org/officeDocument/2006/relationships/image"/><Relationship Id="rId2" Target="../media/image41.png" Type="http://schemas.openxmlformats.org/officeDocument/2006/relationships/image"/><Relationship Id="rId3" Target="../media/image32.pn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Relationship Id="rId8" Target="../media/image65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12" Target="../media/image37.png" Type="http://schemas.openxmlformats.org/officeDocument/2006/relationships/image"/><Relationship Id="rId2" Target="../media/image41.png" Type="http://schemas.openxmlformats.org/officeDocument/2006/relationships/image"/><Relationship Id="rId3" Target="../media/image32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74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12" Target="../media/image94.png" Type="http://schemas.openxmlformats.org/officeDocument/2006/relationships/image"/><Relationship Id="rId13" Target="../media/image32.png" Type="http://schemas.openxmlformats.org/officeDocument/2006/relationships/image"/><Relationship Id="rId14" Target="../media/image37.png" Type="http://schemas.openxmlformats.org/officeDocument/2006/relationships/image"/><Relationship Id="rId15" Target="../media/image59.png" Type="http://schemas.openxmlformats.org/officeDocument/2006/relationships/image"/><Relationship Id="rId16" Target="../media/image95.png" Type="http://schemas.openxmlformats.org/officeDocument/2006/relationships/image"/><Relationship Id="rId2" Target="../media/image18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12" Target="../media/image94.png" Type="http://schemas.openxmlformats.org/officeDocument/2006/relationships/image"/><Relationship Id="rId13" Target="../media/image32.png" Type="http://schemas.openxmlformats.org/officeDocument/2006/relationships/image"/><Relationship Id="rId14" Target="../media/image37.png" Type="http://schemas.openxmlformats.org/officeDocument/2006/relationships/image"/><Relationship Id="rId2" Target="../media/image18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96.png" Type="http://schemas.openxmlformats.org/officeDocument/2006/relationships/image"/><Relationship Id="rId4" Target="../media/image97.png" Type="http://schemas.openxmlformats.org/officeDocument/2006/relationships/image"/><Relationship Id="rId5" Target="../media/image32.png" Type="http://schemas.openxmlformats.org/officeDocument/2006/relationships/image"/><Relationship Id="rId6" Target="../media/image98.png" Type="http://schemas.openxmlformats.org/officeDocument/2006/relationships/image"/><Relationship Id="rId7" Target="../media/image37.png" Type="http://schemas.openxmlformats.org/officeDocument/2006/relationships/image"/><Relationship Id="rId8" Target="../media/image9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96.png" Type="http://schemas.openxmlformats.org/officeDocument/2006/relationships/image"/><Relationship Id="rId4" Target="../media/image97.png" Type="http://schemas.openxmlformats.org/officeDocument/2006/relationships/image"/><Relationship Id="rId5" Target="../media/image32.png" Type="http://schemas.openxmlformats.org/officeDocument/2006/relationships/image"/><Relationship Id="rId6" Target="../media/image100.png" Type="http://schemas.openxmlformats.org/officeDocument/2006/relationships/image"/><Relationship Id="rId7" Target="../media/image37.png" Type="http://schemas.openxmlformats.org/officeDocument/2006/relationships/image"/><Relationship Id="rId8" Target="../media/image9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96.png" Type="http://schemas.openxmlformats.org/officeDocument/2006/relationships/image"/><Relationship Id="rId4" Target="../media/image97.png" Type="http://schemas.openxmlformats.org/officeDocument/2006/relationships/image"/><Relationship Id="rId5" Target="../media/image32.png" Type="http://schemas.openxmlformats.org/officeDocument/2006/relationships/image"/><Relationship Id="rId6" Target="../media/image101.png" Type="http://schemas.openxmlformats.org/officeDocument/2006/relationships/image"/><Relationship Id="rId7" Target="../media/image37.png" Type="http://schemas.openxmlformats.org/officeDocument/2006/relationships/image"/><Relationship Id="rId8" Target="../media/image10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96.png" Type="http://schemas.openxmlformats.org/officeDocument/2006/relationships/image"/><Relationship Id="rId4" Target="../media/image97.png" Type="http://schemas.openxmlformats.org/officeDocument/2006/relationships/image"/><Relationship Id="rId5" Target="../media/image32.png" Type="http://schemas.openxmlformats.org/officeDocument/2006/relationships/image"/><Relationship Id="rId6" Target="../media/image103.png" Type="http://schemas.openxmlformats.org/officeDocument/2006/relationships/image"/><Relationship Id="rId7" Target="../media/image37.png" Type="http://schemas.openxmlformats.org/officeDocument/2006/relationships/image"/><Relationship Id="rId8" Target="../media/image10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96.png" Type="http://schemas.openxmlformats.org/officeDocument/2006/relationships/image"/><Relationship Id="rId4" Target="../media/image97.png" Type="http://schemas.openxmlformats.org/officeDocument/2006/relationships/image"/><Relationship Id="rId5" Target="../media/image32.png" Type="http://schemas.openxmlformats.org/officeDocument/2006/relationships/image"/><Relationship Id="rId6" Target="../media/image105.png" Type="http://schemas.openxmlformats.org/officeDocument/2006/relationships/image"/><Relationship Id="rId7" Target="../media/image37.png" Type="http://schemas.openxmlformats.org/officeDocument/2006/relationships/image"/><Relationship Id="rId8" Target="../media/image10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Relationship Id="rId5" Target="../media/image32.png" Type="http://schemas.openxmlformats.org/officeDocument/2006/relationships/image"/><Relationship Id="rId6" Target="../media/image109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32.png" Type="http://schemas.openxmlformats.org/officeDocument/2006/relationships/image"/><Relationship Id="rId4" Target="../media/image110.png" Type="http://schemas.openxmlformats.org/officeDocument/2006/relationships/image"/><Relationship Id="rId5" Target="../media/image111.png" Type="http://schemas.openxmlformats.org/officeDocument/2006/relationships/image"/><Relationship Id="rId6" Target="../media/image112.png" Type="http://schemas.openxmlformats.org/officeDocument/2006/relationships/image"/><Relationship Id="rId7" Target="../media/image113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4.png" Type="http://schemas.openxmlformats.org/officeDocument/2006/relationships/image"/><Relationship Id="rId6" Target="../media/image32.png" Type="http://schemas.openxmlformats.org/officeDocument/2006/relationships/image"/><Relationship Id="rId7" Target="../media/image115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6.png" Type="http://schemas.openxmlformats.org/officeDocument/2006/relationships/image"/><Relationship Id="rId6" Target="../media/image117.png" Type="http://schemas.openxmlformats.org/officeDocument/2006/relationships/image"/><Relationship Id="rId7" Target="../media/image32.png" Type="http://schemas.openxmlformats.org/officeDocument/2006/relationships/image"/><Relationship Id="rId8" Target="../media/image118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6.png" Type="http://schemas.openxmlformats.org/officeDocument/2006/relationships/image"/><Relationship Id="rId6" Target="../media/image32.png" Type="http://schemas.openxmlformats.org/officeDocument/2006/relationships/image"/><Relationship Id="rId7" Target="../media/image119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6.png" Type="http://schemas.openxmlformats.org/officeDocument/2006/relationships/image"/><Relationship Id="rId6" Target="../media/image32.png" Type="http://schemas.openxmlformats.org/officeDocument/2006/relationships/image"/><Relationship Id="rId7" Target="../media/image120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6.png" Type="http://schemas.openxmlformats.org/officeDocument/2006/relationships/image"/><Relationship Id="rId6" Target="../media/image32.png" Type="http://schemas.openxmlformats.org/officeDocument/2006/relationships/image"/><Relationship Id="rId7" Target="../media/image121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6.png" Type="http://schemas.openxmlformats.org/officeDocument/2006/relationships/image"/><Relationship Id="rId6" Target="../media/image32.png" Type="http://schemas.openxmlformats.org/officeDocument/2006/relationships/image"/><Relationship Id="rId7" Target="../media/image122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6.png" Type="http://schemas.openxmlformats.org/officeDocument/2006/relationships/image"/><Relationship Id="rId6" Target="../media/image32.png" Type="http://schemas.openxmlformats.org/officeDocument/2006/relationships/image"/><Relationship Id="rId7" Target="../media/image123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6.png" Type="http://schemas.openxmlformats.org/officeDocument/2006/relationships/image"/><Relationship Id="rId6" Target="../media/image32.png" Type="http://schemas.openxmlformats.org/officeDocument/2006/relationships/image"/><Relationship Id="rId7" Target="../media/image124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25.png" Type="http://schemas.openxmlformats.org/officeDocument/2006/relationships/image"/><Relationship Id="rId6" Target="../media/image32.png" Type="http://schemas.openxmlformats.org/officeDocument/2006/relationships/image"/><Relationship Id="rId7" Target="../media/image126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27.png" Type="http://schemas.openxmlformats.org/officeDocument/2006/relationships/image"/><Relationship Id="rId6" Target="../media/image32.png" Type="http://schemas.openxmlformats.org/officeDocument/2006/relationships/image"/><Relationship Id="rId7" Target="../media/image128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4.png" Type="http://schemas.openxmlformats.org/officeDocument/2006/relationships/image"/><Relationship Id="rId11" Target="../media/image32.png" Type="http://schemas.openxmlformats.org/officeDocument/2006/relationships/image"/><Relationship Id="rId12" Target="../media/image37.png" Type="http://schemas.openxmlformats.org/officeDocument/2006/relationships/image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29.png" Type="http://schemas.openxmlformats.org/officeDocument/2006/relationships/image"/><Relationship Id="rId6" Target="../media/image130.png" Type="http://schemas.openxmlformats.org/officeDocument/2006/relationships/image"/><Relationship Id="rId7" Target="../media/image131.png" Type="http://schemas.openxmlformats.org/officeDocument/2006/relationships/image"/><Relationship Id="rId8" Target="../media/image132.png" Type="http://schemas.openxmlformats.org/officeDocument/2006/relationships/image"/><Relationship Id="rId9" Target="../media/image133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png" Type="http://schemas.openxmlformats.org/officeDocument/2006/relationships/image"/><Relationship Id="rId11" Target="../media/image139.png" Type="http://schemas.openxmlformats.org/officeDocument/2006/relationships/image"/><Relationship Id="rId12" Target="../media/image140.png" Type="http://schemas.openxmlformats.org/officeDocument/2006/relationships/image"/><Relationship Id="rId13" Target="../media/image37.png" Type="http://schemas.openxmlformats.org/officeDocument/2006/relationships/image"/><Relationship Id="rId2" Target="../media/image18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32.png" Type="http://schemas.openxmlformats.org/officeDocument/2006/relationships/image"/><Relationship Id="rId6" Target="../media/image135.png" Type="http://schemas.openxmlformats.org/officeDocument/2006/relationships/image"/><Relationship Id="rId7" Target="../media/image136.png" Type="http://schemas.openxmlformats.org/officeDocument/2006/relationships/image"/><Relationship Id="rId8" Target="../media/image137.png" Type="http://schemas.openxmlformats.org/officeDocument/2006/relationships/image"/><Relationship Id="rId9" Target="../media/image13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8.png" Type="http://schemas.openxmlformats.org/officeDocument/2006/relationships/image"/><Relationship Id="rId11" Target="../media/image149.png" Type="http://schemas.openxmlformats.org/officeDocument/2006/relationships/image"/><Relationship Id="rId12" Target="../media/image150.png" Type="http://schemas.openxmlformats.org/officeDocument/2006/relationships/image"/><Relationship Id="rId13" Target="../media/image151.png" Type="http://schemas.openxmlformats.org/officeDocument/2006/relationships/image"/><Relationship Id="rId14" Target="../media/image152.png" Type="http://schemas.openxmlformats.org/officeDocument/2006/relationships/image"/><Relationship Id="rId15" Target="../media/image153.png" Type="http://schemas.openxmlformats.org/officeDocument/2006/relationships/image"/><Relationship Id="rId16" Target="../media/image154.png" Type="http://schemas.openxmlformats.org/officeDocument/2006/relationships/image"/><Relationship Id="rId17" Target="../media/image155.png" Type="http://schemas.openxmlformats.org/officeDocument/2006/relationships/image"/><Relationship Id="rId18" Target="../media/image156.png" Type="http://schemas.openxmlformats.org/officeDocument/2006/relationships/image"/><Relationship Id="rId19" Target="../media/image157.png" Type="http://schemas.openxmlformats.org/officeDocument/2006/relationships/image"/><Relationship Id="rId2" Target="../media/image18.png" Type="http://schemas.openxmlformats.org/officeDocument/2006/relationships/image"/><Relationship Id="rId20" Target="../media/image158.png" Type="http://schemas.openxmlformats.org/officeDocument/2006/relationships/image"/><Relationship Id="rId21" Target="../media/image159.png" Type="http://schemas.openxmlformats.org/officeDocument/2006/relationships/image"/><Relationship Id="rId22" Target="../media/image160.png" Type="http://schemas.openxmlformats.org/officeDocument/2006/relationships/image"/><Relationship Id="rId23" Target="../media/image161.png" Type="http://schemas.openxmlformats.org/officeDocument/2006/relationships/image"/><Relationship Id="rId24" Target="../media/image162.png" Type="http://schemas.openxmlformats.org/officeDocument/2006/relationships/image"/><Relationship Id="rId25" Target="../media/image163.png" Type="http://schemas.openxmlformats.org/officeDocument/2006/relationships/image"/><Relationship Id="rId26" Target="../media/image164.png" Type="http://schemas.openxmlformats.org/officeDocument/2006/relationships/image"/><Relationship Id="rId27" Target="../media/image165.png" Type="http://schemas.openxmlformats.org/officeDocument/2006/relationships/image"/><Relationship Id="rId28" Target="../media/image166.png" Type="http://schemas.openxmlformats.org/officeDocument/2006/relationships/image"/><Relationship Id="rId29" Target="../media/image32.png" Type="http://schemas.openxmlformats.org/officeDocument/2006/relationships/image"/><Relationship Id="rId3" Target="../media/image141.png" Type="http://schemas.openxmlformats.org/officeDocument/2006/relationships/image"/><Relationship Id="rId30" Target="../media/image167.png" Type="http://schemas.openxmlformats.org/officeDocument/2006/relationships/image"/><Relationship Id="rId31" Target="../media/image168.png" Type="http://schemas.openxmlformats.org/officeDocument/2006/relationships/image"/><Relationship Id="rId32" Target="../media/image169.png" Type="http://schemas.openxmlformats.org/officeDocument/2006/relationships/image"/><Relationship Id="rId33" Target="../media/image170.png" Type="http://schemas.openxmlformats.org/officeDocument/2006/relationships/image"/><Relationship Id="rId34" Target="../media/image171.png" Type="http://schemas.openxmlformats.org/officeDocument/2006/relationships/image"/><Relationship Id="rId35" Target="../media/image172.png" Type="http://schemas.openxmlformats.org/officeDocument/2006/relationships/image"/><Relationship Id="rId36" Target="../media/image173.png" Type="http://schemas.openxmlformats.org/officeDocument/2006/relationships/image"/><Relationship Id="rId37" Target="../media/image174.png" Type="http://schemas.openxmlformats.org/officeDocument/2006/relationships/image"/><Relationship Id="rId38" Target="../media/image175.png" Type="http://schemas.openxmlformats.org/officeDocument/2006/relationships/image"/><Relationship Id="rId39" Target="../media/image176.png" Type="http://schemas.openxmlformats.org/officeDocument/2006/relationships/image"/><Relationship Id="rId4" Target="../media/image142.png" Type="http://schemas.openxmlformats.org/officeDocument/2006/relationships/image"/><Relationship Id="rId40" Target="../media/image177.png" Type="http://schemas.openxmlformats.org/officeDocument/2006/relationships/image"/><Relationship Id="rId41" Target="../media/image178.png" Type="http://schemas.openxmlformats.org/officeDocument/2006/relationships/image"/><Relationship Id="rId42" Target="../media/image179.png" Type="http://schemas.openxmlformats.org/officeDocument/2006/relationships/image"/><Relationship Id="rId43" Target="../media/image180.png" Type="http://schemas.openxmlformats.org/officeDocument/2006/relationships/image"/><Relationship Id="rId44" Target="../media/image37.png" Type="http://schemas.openxmlformats.org/officeDocument/2006/relationships/image"/><Relationship Id="rId5" Target="../media/image143.png" Type="http://schemas.openxmlformats.org/officeDocument/2006/relationships/image"/><Relationship Id="rId6" Target="../media/image144.png" Type="http://schemas.openxmlformats.org/officeDocument/2006/relationships/image"/><Relationship Id="rId7" Target="../media/image145.png" Type="http://schemas.openxmlformats.org/officeDocument/2006/relationships/image"/><Relationship Id="rId8" Target="../media/image146.png" Type="http://schemas.openxmlformats.org/officeDocument/2006/relationships/image"/><Relationship Id="rId9" Target="../media/image147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7.png" Type="http://schemas.openxmlformats.org/officeDocument/2006/relationships/image"/><Relationship Id="rId11" Target="../media/image188.png" Type="http://schemas.openxmlformats.org/officeDocument/2006/relationships/image"/><Relationship Id="rId12" Target="../media/image189.png" Type="http://schemas.openxmlformats.org/officeDocument/2006/relationships/image"/><Relationship Id="rId13" Target="../media/image190.png" Type="http://schemas.openxmlformats.org/officeDocument/2006/relationships/image"/><Relationship Id="rId14" Target="../media/image191.png" Type="http://schemas.openxmlformats.org/officeDocument/2006/relationships/image"/><Relationship Id="rId15" Target="../media/image192.png" Type="http://schemas.openxmlformats.org/officeDocument/2006/relationships/image"/><Relationship Id="rId16" Target="../media/image193.png" Type="http://schemas.openxmlformats.org/officeDocument/2006/relationships/image"/><Relationship Id="rId17" Target="../media/image194.png" Type="http://schemas.openxmlformats.org/officeDocument/2006/relationships/image"/><Relationship Id="rId18" Target="../media/image195.png" Type="http://schemas.openxmlformats.org/officeDocument/2006/relationships/image"/><Relationship Id="rId19" Target="../media/image196.png" Type="http://schemas.openxmlformats.org/officeDocument/2006/relationships/image"/><Relationship Id="rId2" Target="../media/image18.png" Type="http://schemas.openxmlformats.org/officeDocument/2006/relationships/image"/><Relationship Id="rId20" Target="../media/image197.png" Type="http://schemas.openxmlformats.org/officeDocument/2006/relationships/image"/><Relationship Id="rId21" Target="../media/image198.png" Type="http://schemas.openxmlformats.org/officeDocument/2006/relationships/image"/><Relationship Id="rId22" Target="../media/image199.png" Type="http://schemas.openxmlformats.org/officeDocument/2006/relationships/image"/><Relationship Id="rId23" Target="../media/image200.png" Type="http://schemas.openxmlformats.org/officeDocument/2006/relationships/image"/><Relationship Id="rId24" Target="../media/image201.png" Type="http://schemas.openxmlformats.org/officeDocument/2006/relationships/image"/><Relationship Id="rId25" Target="../media/image202.png" Type="http://schemas.openxmlformats.org/officeDocument/2006/relationships/image"/><Relationship Id="rId26" Target="../media/image203.png" Type="http://schemas.openxmlformats.org/officeDocument/2006/relationships/image"/><Relationship Id="rId27" Target="../media/image37.png" Type="http://schemas.openxmlformats.org/officeDocument/2006/relationships/image"/><Relationship Id="rId3" Target="../media/image32.png" Type="http://schemas.openxmlformats.org/officeDocument/2006/relationships/image"/><Relationship Id="rId4" Target="../media/image181.png" Type="http://schemas.openxmlformats.org/officeDocument/2006/relationships/image"/><Relationship Id="rId5" Target="../media/image182.png" Type="http://schemas.openxmlformats.org/officeDocument/2006/relationships/image"/><Relationship Id="rId6" Target="../media/image183.png" Type="http://schemas.openxmlformats.org/officeDocument/2006/relationships/image"/><Relationship Id="rId7" Target="../media/image184.png" Type="http://schemas.openxmlformats.org/officeDocument/2006/relationships/image"/><Relationship Id="rId8" Target="../media/image185.png" Type="http://schemas.openxmlformats.org/officeDocument/2006/relationships/image"/><Relationship Id="rId9" Target="../media/image18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04.png" Type="http://schemas.openxmlformats.org/officeDocument/2006/relationships/image"/><Relationship Id="rId4" Target="../media/image205.png" Type="http://schemas.openxmlformats.org/officeDocument/2006/relationships/image"/><Relationship Id="rId5" Target="../media/image32.png" Type="http://schemas.openxmlformats.org/officeDocument/2006/relationships/image"/><Relationship Id="rId6" Target="../media/image206.png" Type="http://schemas.openxmlformats.org/officeDocument/2006/relationships/image"/><Relationship Id="rId7" Target="../media/image207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08.png" Type="http://schemas.openxmlformats.org/officeDocument/2006/relationships/image"/><Relationship Id="rId4" Target="../media/image32.png" Type="http://schemas.openxmlformats.org/officeDocument/2006/relationships/image"/><Relationship Id="rId5" Target="../media/image209.png" Type="http://schemas.openxmlformats.org/officeDocument/2006/relationships/image"/><Relationship Id="rId6" Target="../media/image210.png" Type="http://schemas.openxmlformats.org/officeDocument/2006/relationships/image"/><Relationship Id="rId7" Target="../media/image211.png" Type="http://schemas.openxmlformats.org/officeDocument/2006/relationships/image"/><Relationship Id="rId8" Target="../media/image212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13.png" Type="http://schemas.openxmlformats.org/officeDocument/2006/relationships/image"/><Relationship Id="rId4" Target="../media/image32.png" Type="http://schemas.openxmlformats.org/officeDocument/2006/relationships/image"/><Relationship Id="rId5" Target="../media/image214.png" Type="http://schemas.openxmlformats.org/officeDocument/2006/relationships/image"/><Relationship Id="rId6" Target="../media/image215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png" Type="http://schemas.openxmlformats.org/officeDocument/2006/relationships/image"/><Relationship Id="rId12" Target="../media/image220.png" Type="http://schemas.openxmlformats.org/officeDocument/2006/relationships/image"/><Relationship Id="rId13" Target="../media/image221.png" Type="http://schemas.openxmlformats.org/officeDocument/2006/relationships/image"/><Relationship Id="rId14" Target="../media/image12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222.png" Type="http://schemas.openxmlformats.org/officeDocument/2006/relationships/image"/><Relationship Id="rId2" Target="../media/image1.png" Type="http://schemas.openxmlformats.org/officeDocument/2006/relationships/image"/><Relationship Id="rId3" Target="../media/image216.png" Type="http://schemas.openxmlformats.org/officeDocument/2006/relationships/image"/><Relationship Id="rId4" Target="../media/image217.png" Type="http://schemas.openxmlformats.org/officeDocument/2006/relationships/image"/><Relationship Id="rId5" Target="../media/image218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2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2800" y="4991100"/>
            <a:ext cx="4521200" cy="4521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5727700"/>
            <a:ext cx="2260600" cy="22606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46100" y="203200"/>
            <a:ext cx="5664200" cy="566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389100" y="1346200"/>
            <a:ext cx="2832100" cy="2832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54500" y="5549900"/>
            <a:ext cx="1981200" cy="198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59300" y="5867400"/>
            <a:ext cx="990600" cy="9906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52400" y="1549400"/>
            <a:ext cx="1981200" cy="1981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169900" y="1854200"/>
            <a:ext cx="990600" cy="9906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572500" y="6477000"/>
            <a:ext cx="1143000" cy="2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162800" y="6946900"/>
            <a:ext cx="3975100" cy="812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82800" y="2908300"/>
            <a:ext cx="14020800" cy="2946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08000" y="5016500"/>
            <a:ext cx="15113000" cy="1092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502400" y="6959600"/>
            <a:ext cx="4508500" cy="901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543800" y="2819400"/>
            <a:ext cx="3276600" cy="6858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986000" y="8331200"/>
            <a:ext cx="698500" cy="698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858500" y="8483600"/>
            <a:ext cx="9017000" cy="1155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905500" y="8026400"/>
            <a:ext cx="5638800" cy="444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327900" y="7772400"/>
            <a:ext cx="36322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230600" y="5143500"/>
            <a:ext cx="1422400" cy="142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46500" y="5359400"/>
            <a:ext cx="711200" cy="711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836926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740400" y="5156200"/>
            <a:ext cx="68072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74300" y="2895600"/>
            <a:ext cx="5499100" cy="800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9144000" y="3213100"/>
            <a:ext cx="889000" cy="165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207500" y="3060700"/>
            <a:ext cx="63119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9144000" y="4419600"/>
            <a:ext cx="889000" cy="165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0" y="4089400"/>
            <a:ext cx="5499100" cy="800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055100" y="4254500"/>
            <a:ext cx="64770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9144000" y="5613400"/>
            <a:ext cx="889000" cy="16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0" y="5295900"/>
            <a:ext cx="5499100" cy="800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436100" y="5448300"/>
            <a:ext cx="6096000" cy="635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9144000" y="6807200"/>
            <a:ext cx="889000" cy="165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0" y="6489700"/>
            <a:ext cx="5499100" cy="800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09100" y="6642100"/>
            <a:ext cx="6235700" cy="635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8255000" y="2616200"/>
            <a:ext cx="889000" cy="165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01900" y="2298700"/>
            <a:ext cx="5499100" cy="800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82700" y="2463800"/>
            <a:ext cx="6451600" cy="635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8255000" y="3810000"/>
            <a:ext cx="889000" cy="165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01900" y="3492500"/>
            <a:ext cx="5499100" cy="800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8255000" y="5016500"/>
            <a:ext cx="889000" cy="165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01900" y="4686300"/>
            <a:ext cx="5499100" cy="800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25600" y="4851400"/>
            <a:ext cx="6108700" cy="635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8255000" y="6210300"/>
            <a:ext cx="889000" cy="165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01900" y="5892800"/>
            <a:ext cx="5499100" cy="800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54100" y="6045200"/>
            <a:ext cx="6705600" cy="635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699500" y="1460500"/>
            <a:ext cx="7645400" cy="14605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44700" y="8128000"/>
            <a:ext cx="1422400" cy="1422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973300" y="8343900"/>
            <a:ext cx="711200" cy="7112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792200" y="5397500"/>
            <a:ext cx="6223000" cy="62230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5341600" y="6438900"/>
            <a:ext cx="3111500" cy="3111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8255000" y="7289800"/>
            <a:ext cx="889000" cy="1651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01900" y="7073900"/>
            <a:ext cx="5499100" cy="800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06500" y="7213600"/>
            <a:ext cx="6527800" cy="6350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00200" y="3619500"/>
            <a:ext cx="6146800" cy="6350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299700" y="7645400"/>
            <a:ext cx="5499100" cy="8001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9144000" y="7988300"/>
            <a:ext cx="889000" cy="1651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8851900" y="7772400"/>
            <a:ext cx="66802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55700"/>
            <a:ext cx="3073400" cy="1219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7500" y="2768600"/>
            <a:ext cx="3949700" cy="571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5346700"/>
            <a:ext cx="33782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87500" y="2692400"/>
            <a:ext cx="40640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5257800"/>
            <a:ext cx="3492500" cy="93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79600" y="3530600"/>
            <a:ext cx="92329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6083300"/>
            <a:ext cx="9994900" cy="20320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426700" y="-901700"/>
            <a:ext cx="9080500" cy="908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471400" y="1143000"/>
            <a:ext cx="4546600" cy="4546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844800" y="1892300"/>
            <a:ext cx="12598400" cy="650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77900" y="1155700"/>
            <a:ext cx="2209800" cy="1219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2100000">
            <a:off x="10274300" y="5156200"/>
            <a:ext cx="4381500" cy="438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2100000">
            <a:off x="11264900" y="6146800"/>
            <a:ext cx="2197100" cy="219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66900" y="2197100"/>
            <a:ext cx="14554200" cy="7226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394200" y="3771900"/>
            <a:ext cx="9499600" cy="382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9600" y="2413000"/>
            <a:ext cx="14554200" cy="7226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394200" y="3771900"/>
            <a:ext cx="9499600" cy="382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400" y="0"/>
            <a:ext cx="18288000" cy="1028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2400300" y="4381500"/>
            <a:ext cx="197358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9600" y="2413000"/>
            <a:ext cx="14554200" cy="7226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914900" y="4013200"/>
            <a:ext cx="8458200" cy="3314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9600" y="2413000"/>
            <a:ext cx="14554200" cy="7226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2565400"/>
            <a:ext cx="8902700" cy="6261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9600" y="2413000"/>
            <a:ext cx="14554200" cy="7226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21200" y="2565400"/>
            <a:ext cx="8902700" cy="626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5100" y="4013200"/>
            <a:ext cx="171831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9600" y="2413000"/>
            <a:ext cx="14554200" cy="7226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2565400"/>
            <a:ext cx="8902700" cy="6261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5200" y="1155700"/>
            <a:ext cx="2247900" cy="1206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8700" y="889000"/>
            <a:ext cx="17145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482600" y="4013200"/>
            <a:ext cx="177546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1155700"/>
            <a:ext cx="31369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17600" y="2108200"/>
            <a:ext cx="46482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746500" y="2311400"/>
            <a:ext cx="711200" cy="2159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71600" y="711200"/>
            <a:ext cx="15544800" cy="9525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57800" y="3048000"/>
            <a:ext cx="7772400" cy="476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845300" y="8077200"/>
            <a:ext cx="4470400" cy="482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92200" y="2108200"/>
            <a:ext cx="48768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667500" y="8051800"/>
            <a:ext cx="4876800" cy="685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2108200"/>
            <a:ext cx="5041900" cy="609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603500" y="965200"/>
            <a:ext cx="23482300" cy="922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76600" y="3162300"/>
            <a:ext cx="11747500" cy="4610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16400" y="8077200"/>
            <a:ext cx="95377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1155700"/>
            <a:ext cx="3136900" cy="1206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43000" y="2108200"/>
            <a:ext cx="51562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368800" y="8051800"/>
            <a:ext cx="9486900" cy="68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1155700"/>
            <a:ext cx="31369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0" y="8077200"/>
            <a:ext cx="7531100" cy="48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84800" y="8051800"/>
            <a:ext cx="7581900" cy="68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17600" y="2108200"/>
            <a:ext cx="5041900" cy="6096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3136900" y="838200"/>
            <a:ext cx="24561800" cy="9347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997200" y="3111500"/>
            <a:ext cx="12280900" cy="4673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3000" y="2108200"/>
            <a:ext cx="51562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429000" y="660400"/>
            <a:ext cx="25387300" cy="909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0" y="2870200"/>
            <a:ext cx="12687300" cy="45466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6400" y="5499100"/>
            <a:ext cx="1333500" cy="135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1200" y="5803900"/>
            <a:ext cx="673100" cy="673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6400" y="4673600"/>
            <a:ext cx="1333500" cy="1333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81200" y="4978400"/>
            <a:ext cx="673100" cy="6731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76400" y="6311900"/>
            <a:ext cx="1346200" cy="1346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81200" y="6616700"/>
            <a:ext cx="673100" cy="67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65200" y="1155700"/>
            <a:ext cx="35433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-990600" y="3479800"/>
            <a:ext cx="18262600" cy="3568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429000" y="660400"/>
            <a:ext cx="25387300" cy="909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0" y="2870200"/>
            <a:ext cx="12687300" cy="45466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6400" y="5499100"/>
            <a:ext cx="1333500" cy="135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1200" y="5803900"/>
            <a:ext cx="673100" cy="673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6400" y="4673600"/>
            <a:ext cx="1333500" cy="1333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81200" y="4978400"/>
            <a:ext cx="673100" cy="6731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76400" y="6311900"/>
            <a:ext cx="1346200" cy="1346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81200" y="6616700"/>
            <a:ext cx="673100" cy="67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65200" y="1155700"/>
            <a:ext cx="35433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2164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38700" y="1143000"/>
            <a:ext cx="8636000" cy="767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30300" y="2184400"/>
            <a:ext cx="16891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2164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51400" y="965200"/>
            <a:ext cx="10731500" cy="7785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30300" y="2184400"/>
            <a:ext cx="16891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2164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118100" y="1143000"/>
            <a:ext cx="7721600" cy="767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17600" y="2159000"/>
            <a:ext cx="19939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2164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65700" y="1143000"/>
            <a:ext cx="9842500" cy="767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3300" y="2108200"/>
            <a:ext cx="19939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2164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429000" y="3073400"/>
            <a:ext cx="11430000" cy="4838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3300" y="2108200"/>
            <a:ext cx="20701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5200" y="1155700"/>
            <a:ext cx="3022600" cy="120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399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17900" y="800100"/>
            <a:ext cx="11087100" cy="7899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394200" y="2209800"/>
            <a:ext cx="10464800" cy="6350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" y="2120900"/>
            <a:ext cx="3073400" cy="132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4900" y="2057400"/>
            <a:ext cx="1130300" cy="1003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14800" y="1981200"/>
            <a:ext cx="10058400" cy="6642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76500" y="3403600"/>
            <a:ext cx="13284200" cy="439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413000" y="2451100"/>
            <a:ext cx="14046200" cy="7188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51100"/>
            <a:ext cx="14033500" cy="717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51100"/>
            <a:ext cx="14033500" cy="717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51100"/>
            <a:ext cx="14033500" cy="717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51100"/>
            <a:ext cx="14033500" cy="717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51100"/>
            <a:ext cx="14033500" cy="716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15748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2413000"/>
            <a:ext cx="14033500" cy="716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20193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054600" y="1143000"/>
            <a:ext cx="8737600" cy="767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2108200"/>
            <a:ext cx="23241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965700" y="1143000"/>
            <a:ext cx="8978900" cy="767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72700" y="3086100"/>
            <a:ext cx="6172200" cy="462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2120900"/>
            <a:ext cx="2565400" cy="132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90600" y="2654300"/>
            <a:ext cx="1270000" cy="965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7900" y="3378200"/>
            <a:ext cx="9283700" cy="87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03300" y="5613400"/>
            <a:ext cx="1739900" cy="901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7900" y="6248400"/>
            <a:ext cx="6477000" cy="1257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1181100"/>
            <a:ext cx="43053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877300" y="2692400"/>
            <a:ext cx="7480300" cy="441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" y="2120900"/>
            <a:ext cx="2565400" cy="132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6000" y="2628900"/>
            <a:ext cx="1054100" cy="965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77900" y="3429000"/>
            <a:ext cx="5600700" cy="87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03300" y="5613400"/>
            <a:ext cx="1739900" cy="90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77900" y="6248400"/>
            <a:ext cx="6921500" cy="1638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731500" y="7035800"/>
            <a:ext cx="3365500" cy="749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5200" y="1155700"/>
            <a:ext cx="3543300" cy="120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2133600"/>
            <a:ext cx="2857500" cy="64135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22400" y="2336800"/>
            <a:ext cx="3073400" cy="3073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08200" y="3060700"/>
            <a:ext cx="1536700" cy="15367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66800" y="4991100"/>
            <a:ext cx="3822700" cy="382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17700" y="5880100"/>
            <a:ext cx="1905000" cy="190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74700" y="2222500"/>
            <a:ext cx="3695700" cy="749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4724400"/>
            <a:ext cx="4013200" cy="736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20700" y="7785100"/>
            <a:ext cx="3911600" cy="7493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597400" y="2133600"/>
            <a:ext cx="2857500" cy="64135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483100" y="2425700"/>
            <a:ext cx="3225800" cy="287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219700" y="3111500"/>
            <a:ext cx="1612900" cy="14351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254500" y="5041900"/>
            <a:ext cx="3721100" cy="3721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5930900"/>
            <a:ext cx="1866900" cy="1866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44900" y="2222500"/>
            <a:ext cx="4114800" cy="749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013200" y="7848600"/>
            <a:ext cx="3644900" cy="698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4013200" y="4787900"/>
            <a:ext cx="3632200" cy="6985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833100" y="2133600"/>
            <a:ext cx="2857500" cy="64135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0566400" y="2159000"/>
            <a:ext cx="3416300" cy="3416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1353800" y="2971800"/>
            <a:ext cx="1701800" cy="1701800"/>
          </a:xfrm>
          <a:prstGeom prst="rect">
            <a:avLst/>
          </a:prstGeom>
        </p:spPr>
      </p:pic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0350500" y="4991100"/>
            <a:ext cx="3860800" cy="3784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1239500" y="5905500"/>
            <a:ext cx="1930400" cy="1892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9410700" y="2209800"/>
            <a:ext cx="4495800" cy="774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9893300" y="4724400"/>
            <a:ext cx="3924300" cy="8001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160000" y="7785100"/>
            <a:ext cx="3606800" cy="736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44600" y="2133600"/>
            <a:ext cx="2857500" cy="6413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2915900" y="2286000"/>
            <a:ext cx="4114800" cy="698500"/>
          </a:xfrm>
          <a:prstGeom prst="rect">
            <a:avLst/>
          </a:prstGeom>
        </p:spPr>
      </p:pic>
      <p:grpSp>
        <p:nvGrpSpPr>
          <p:cNvPr name="Group 41" id="4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2" id="4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4071600" y="5232400"/>
            <a:ext cx="2794000" cy="3378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4693900" y="6032500"/>
            <a:ext cx="1397000" cy="16891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2814300" y="5181600"/>
            <a:ext cx="4267200" cy="7620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3195300" y="7848600"/>
            <a:ext cx="3784600" cy="698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2979400" y="3390900"/>
            <a:ext cx="4064000" cy="9779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7708900" y="2133600"/>
            <a:ext cx="2857500" cy="64135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6883400" y="1549400"/>
            <a:ext cx="4584700" cy="45847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8001000" y="2679700"/>
            <a:ext cx="2298700" cy="22987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324600" y="2209800"/>
            <a:ext cx="4559300" cy="7747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6908800" y="4724400"/>
            <a:ext cx="3860800" cy="749300"/>
          </a:xfrm>
          <a:prstGeom prst="rect">
            <a:avLst/>
          </a:prstGeom>
        </p:spPr>
      </p:pic>
      <p:grpSp>
        <p:nvGrpSpPr>
          <p:cNvPr name="Group 53" id="5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4" id="54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8394700" y="5994400"/>
            <a:ext cx="1498600" cy="18034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7086600" y="7848600"/>
            <a:ext cx="3619500" cy="6985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4109700" y="4051300"/>
            <a:ext cx="2438400" cy="11176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98500" y="8826500"/>
            <a:ext cx="16878300" cy="8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1155700"/>
            <a:ext cx="22733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460500" y="4445000"/>
            <a:ext cx="5499100" cy="3302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67000" y="2692400"/>
            <a:ext cx="3060700" cy="4457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429000" y="3733800"/>
            <a:ext cx="1536700" cy="222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4749800" y="4445000"/>
            <a:ext cx="5499100" cy="33020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689600" y="2794000"/>
            <a:ext cx="3606800" cy="4267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591300" y="3771900"/>
            <a:ext cx="1803400" cy="2133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8039100" y="4445000"/>
            <a:ext cx="5499100" cy="33020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953500" y="3162300"/>
            <a:ext cx="3657600" cy="3581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867900" y="3975100"/>
            <a:ext cx="1828800" cy="1790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1328400" y="4445000"/>
            <a:ext cx="5499100" cy="33020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611100" y="3124200"/>
            <a:ext cx="2946400" cy="369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347700" y="3937000"/>
            <a:ext cx="1473200" cy="18542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52700" y="6972300"/>
            <a:ext cx="13157200" cy="381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565400" y="7924800"/>
            <a:ext cx="6591300" cy="381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60000">
            <a:off x="8216900" y="7886700"/>
            <a:ext cx="1854200" cy="381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60000">
            <a:off x="11531600" y="7912100"/>
            <a:ext cx="1854200" cy="38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273300" y="5981700"/>
            <a:ext cx="3479800" cy="977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562600" y="5981700"/>
            <a:ext cx="3492500" cy="965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851900" y="5994400"/>
            <a:ext cx="3479800" cy="965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103100" y="5994400"/>
            <a:ext cx="3517900" cy="965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52700" y="7162800"/>
            <a:ext cx="3289300" cy="736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359400" y="7162800"/>
            <a:ext cx="3771900" cy="736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079500" y="8077200"/>
            <a:ext cx="7988300" cy="736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9271000" y="7645400"/>
            <a:ext cx="3136900" cy="736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2039600" y="7645400"/>
            <a:ext cx="3644900" cy="736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5200" y="1155700"/>
            <a:ext cx="3797300" cy="120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3276600" y="-2603500"/>
            <a:ext cx="24841200" cy="1584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933700" y="1358900"/>
            <a:ext cx="12420600" cy="792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819400" y="1485900"/>
            <a:ext cx="11290300" cy="736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596900" y="-1028700"/>
            <a:ext cx="19494500" cy="12623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267200" y="2133600"/>
            <a:ext cx="9740900" cy="6311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2500" y="1041400"/>
            <a:ext cx="2070100" cy="130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8700" y="889000"/>
            <a:ext cx="17526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08100" y="2286000"/>
            <a:ext cx="13589000" cy="628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1200" y="8826500"/>
            <a:ext cx="16878300" cy="812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65200" y="1054100"/>
            <a:ext cx="2146300" cy="130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" y="889000"/>
            <a:ext cx="1727200" cy="660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67600" y="9042400"/>
            <a:ext cx="3365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A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520700"/>
            <a:ext cx="17132300" cy="9232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649200" y="444500"/>
            <a:ext cx="4089400" cy="408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73100" y="1155700"/>
            <a:ext cx="2044700" cy="2044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8801100"/>
            <a:ext cx="16878300" cy="8255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681200" y="2933700"/>
            <a:ext cx="1981200" cy="198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998700" y="3238500"/>
            <a:ext cx="990600" cy="9906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886200" y="5105400"/>
            <a:ext cx="1981200" cy="1981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91000" y="5422900"/>
            <a:ext cx="990600" cy="990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572500" y="6477000"/>
            <a:ext cx="11430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69100" y="6946900"/>
            <a:ext cx="4749800" cy="8128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41400" y="5181600"/>
            <a:ext cx="4521200" cy="4521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78000" y="5918200"/>
            <a:ext cx="2260600" cy="2260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299200" y="3416300"/>
            <a:ext cx="5143500" cy="685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711200" y="3136900"/>
            <a:ext cx="17424400" cy="3530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502400" y="6959600"/>
            <a:ext cx="4508500" cy="901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778500" y="9029700"/>
            <a:ext cx="5638800" cy="444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327900" y="7772400"/>
            <a:ext cx="3632200" cy="444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7000" y="5397500"/>
            <a:ext cx="15430500" cy="622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